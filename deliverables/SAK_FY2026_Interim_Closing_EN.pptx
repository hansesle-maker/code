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1"/>
  </p:notesMasterIdLst>
  <p:handoutMasterIdLst>
    <p:handoutMasterId r:id="rId22"/>
  </p:handoutMasterIdLst>
  <p:sldIdLst>
    <p:sldId id="427" r:id="rId5"/>
    <p:sldId id="428" r:id="rId6"/>
    <p:sldId id="429" r:id="rId7"/>
    <p:sldId id="430" r:id="rId8"/>
    <p:sldId id="431" r:id="rId9"/>
    <p:sldId id="432" r:id="rId10"/>
    <p:sldId id="434" r:id="rId11"/>
    <p:sldId id="436" r:id="rId12"/>
    <p:sldId id="437" r:id="rId13"/>
    <p:sldId id="438" r:id="rId14"/>
    <p:sldId id="439" r:id="rId15"/>
    <p:sldId id="441" r:id="rId16"/>
    <p:sldId id="444" r:id="rId17"/>
    <p:sldId id="447" r:id="rId18"/>
    <p:sldId id="451" r:id="rId19"/>
    <p:sldId id="45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282A"/>
    <a:srgbClr val="FFFFFF"/>
    <a:srgbClr val="B1B3B3"/>
    <a:srgbClr val="E1E7E9"/>
    <a:srgbClr val="F4F4F4"/>
    <a:srgbClr val="994878"/>
    <a:srgbClr val="E66C73"/>
    <a:srgbClr val="4AA7B7"/>
    <a:srgbClr val="27B093"/>
    <a:srgbClr val="7113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02651A-E4EE-461F-866B-4E300F01B0A0}" v="56" dt="2026-10-23T08:00:33.590"/>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6410" autoAdjust="0"/>
  </p:normalViewPr>
  <p:slideViewPr>
    <p:cSldViewPr snapToGrid="0" showGuides="1">
      <p:cViewPr varScale="1">
        <p:scale>
          <a:sx n="95" d="100"/>
          <a:sy n="95" d="100"/>
        </p:scale>
        <p:origin x="1194" y="90"/>
      </p:cViewPr>
      <p:guideLst>
        <p:guide pos="3840"/>
        <p:guide orient="horz" pos="2160"/>
      </p:guideLst>
    </p:cSldViewPr>
  </p:slideViewPr>
  <p:outlineViewPr>
    <p:cViewPr>
      <p:scale>
        <a:sx n="33" d="100"/>
        <a:sy n="33" d="100"/>
      </p:scale>
      <p:origin x="0" y="-132500"/>
    </p:cViewPr>
  </p:outlineViewPr>
  <p:notesTextViewPr>
    <p:cViewPr>
      <p:scale>
        <a:sx n="1" d="1"/>
        <a:sy n="1" d="1"/>
      </p:scale>
      <p:origin x="0" y="0"/>
    </p:cViewPr>
  </p:notesTextViewPr>
  <p:sorterViewPr>
    <p:cViewPr varScale="1">
      <p:scale>
        <a:sx n="1" d="1"/>
        <a:sy n="1" d="1"/>
      </p:scale>
      <p:origin x="0" y="-19376"/>
    </p:cViewPr>
  </p:sorterViewPr>
  <p:notesViewPr>
    <p:cSldViewPr snapToGrid="0" showGuides="1">
      <p:cViewPr varScale="1">
        <p:scale>
          <a:sx n="117" d="100"/>
          <a:sy n="117" d="100"/>
        </p:scale>
        <p:origin x="4184" y="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Hoon Han" userId="70263205-781f-48f0-a54e-469ab1d08896" providerId="ADAL" clId="{99A44C34-6DB4-4D28-A878-85AFF787F6DF}"/>
    <pc:docChg chg="undo custSel addSld delSld modSld">
      <pc:chgData name="Se-Hoon Han" userId="70263205-781f-48f0-a54e-469ab1d08896" providerId="ADAL" clId="{99A44C34-6DB4-4D28-A878-85AFF787F6DF}" dt="2026-10-23T08:08:37.743" v="6587" actId="20577"/>
      <pc:docMkLst>
        <pc:docMk/>
      </pc:docMkLst>
      <pc:sldChg chg="modSp mod">
        <pc:chgData name="Se-Hoon Han" userId="70263205-781f-48f0-a54e-469ab1d08896" providerId="ADAL" clId="{99A44C34-6DB4-4D28-A878-85AFF787F6DF}" dt="2026-10-23T07:28:21.602" v="4647" actId="2711"/>
        <pc:sldMkLst>
          <pc:docMk/>
          <pc:sldMk cId="3355258635" sldId="427"/>
        </pc:sldMkLst>
        <pc:spChg chg="mod">
          <ac:chgData name="Se-Hoon Han" userId="70263205-781f-48f0-a54e-469ab1d08896" providerId="ADAL" clId="{99A44C34-6DB4-4D28-A878-85AFF787F6DF}" dt="2026-10-23T07:28:21.602" v="4647" actId="2711"/>
          <ac:spMkLst>
            <pc:docMk/>
            <pc:sldMk cId="3355258635" sldId="427"/>
            <ac:spMk id="2" creationId="{E094CE10-79AD-26BA-41DC-8049F38D70F1}"/>
          </ac:spMkLst>
        </pc:spChg>
        <pc:spChg chg="mod">
          <ac:chgData name="Se-Hoon Han" userId="70263205-781f-48f0-a54e-469ab1d08896" providerId="ADAL" clId="{99A44C34-6DB4-4D28-A878-85AFF787F6DF}" dt="2026-10-23T07:28:21.602" v="4647" actId="2711"/>
          <ac:spMkLst>
            <pc:docMk/>
            <pc:sldMk cId="3355258635" sldId="427"/>
            <ac:spMk id="3" creationId="{76F68C1A-150F-D860-04D8-67EBFC0925E7}"/>
          </ac:spMkLst>
        </pc:spChg>
        <pc:spChg chg="mod">
          <ac:chgData name="Se-Hoon Han" userId="70263205-781f-48f0-a54e-469ab1d08896" providerId="ADAL" clId="{99A44C34-6DB4-4D28-A878-85AFF787F6DF}" dt="2026-10-23T07:28:21.602" v="4647" actId="2711"/>
          <ac:spMkLst>
            <pc:docMk/>
            <pc:sldMk cId="3355258635" sldId="427"/>
            <ac:spMk id="4" creationId="{1A097BCA-DBD1-222E-9951-4B522670D864}"/>
          </ac:spMkLst>
        </pc:spChg>
      </pc:sldChg>
      <pc:sldChg chg="modSp mod">
        <pc:chgData name="Se-Hoon Han" userId="70263205-781f-48f0-a54e-469ab1d08896" providerId="ADAL" clId="{99A44C34-6DB4-4D28-A878-85AFF787F6DF}" dt="2026-10-23T07:28:29.833" v="4648" actId="2711"/>
        <pc:sldMkLst>
          <pc:docMk/>
          <pc:sldMk cId="2031370532" sldId="428"/>
        </pc:sldMkLst>
        <pc:spChg chg="mod">
          <ac:chgData name="Se-Hoon Han" userId="70263205-781f-48f0-a54e-469ab1d08896" providerId="ADAL" clId="{99A44C34-6DB4-4D28-A878-85AFF787F6DF}" dt="2026-10-23T07:28:29.833" v="4648" actId="2711"/>
          <ac:spMkLst>
            <pc:docMk/>
            <pc:sldMk cId="2031370532" sldId="428"/>
            <ac:spMk id="4" creationId="{9BC76F8E-415A-FAB6-D611-26F88E3E40ED}"/>
          </ac:spMkLst>
        </pc:spChg>
        <pc:spChg chg="mod">
          <ac:chgData name="Se-Hoon Han" userId="70263205-781f-48f0-a54e-469ab1d08896" providerId="ADAL" clId="{99A44C34-6DB4-4D28-A878-85AFF787F6DF}" dt="2026-10-23T07:28:29.833" v="4648" actId="2711"/>
          <ac:spMkLst>
            <pc:docMk/>
            <pc:sldMk cId="2031370532" sldId="428"/>
            <ac:spMk id="5" creationId="{286A64C6-FD9B-6620-ACC1-98F12B3352A4}"/>
          </ac:spMkLst>
        </pc:spChg>
        <pc:spChg chg="mod">
          <ac:chgData name="Se-Hoon Han" userId="70263205-781f-48f0-a54e-469ab1d08896" providerId="ADAL" clId="{99A44C34-6DB4-4D28-A878-85AFF787F6DF}" dt="2026-10-23T07:28:29.833" v="4648" actId="2711"/>
          <ac:spMkLst>
            <pc:docMk/>
            <pc:sldMk cId="2031370532" sldId="428"/>
            <ac:spMk id="10" creationId="{4ECEA13A-71B7-C5DE-BF90-4B7FA22FA80A}"/>
          </ac:spMkLst>
        </pc:spChg>
      </pc:sldChg>
      <pc:sldChg chg="modSp mod">
        <pc:chgData name="Se-Hoon Han" userId="70263205-781f-48f0-a54e-469ab1d08896" providerId="ADAL" clId="{99A44C34-6DB4-4D28-A878-85AFF787F6DF}" dt="2026-10-23T07:28:39.908" v="4649" actId="2711"/>
        <pc:sldMkLst>
          <pc:docMk/>
          <pc:sldMk cId="488768465" sldId="429"/>
        </pc:sldMkLst>
        <pc:spChg chg="mod">
          <ac:chgData name="Se-Hoon Han" userId="70263205-781f-48f0-a54e-469ab1d08896" providerId="ADAL" clId="{99A44C34-6DB4-4D28-A878-85AFF787F6DF}" dt="2026-10-23T07:28:39.908" v="4649" actId="2711"/>
          <ac:spMkLst>
            <pc:docMk/>
            <pc:sldMk cId="488768465" sldId="429"/>
            <ac:spMk id="2" creationId="{AE6E3353-3227-9D17-17DE-056494B55360}"/>
          </ac:spMkLst>
        </pc:spChg>
        <pc:spChg chg="mod">
          <ac:chgData name="Se-Hoon Han" userId="70263205-781f-48f0-a54e-469ab1d08896" providerId="ADAL" clId="{99A44C34-6DB4-4D28-A878-85AFF787F6DF}" dt="2026-10-23T07:28:39.908" v="4649" actId="2711"/>
          <ac:spMkLst>
            <pc:docMk/>
            <pc:sldMk cId="488768465" sldId="429"/>
            <ac:spMk id="3" creationId="{34BFE6D7-3823-D11E-4CD0-2DC188FA122A}"/>
          </ac:spMkLst>
        </pc:spChg>
        <pc:spChg chg="mod">
          <ac:chgData name="Se-Hoon Han" userId="70263205-781f-48f0-a54e-469ab1d08896" providerId="ADAL" clId="{99A44C34-6DB4-4D28-A878-85AFF787F6DF}" dt="2026-10-23T07:28:39.908" v="4649" actId="2711"/>
          <ac:spMkLst>
            <pc:docMk/>
            <pc:sldMk cId="488768465" sldId="429"/>
            <ac:spMk id="4" creationId="{FDE9E218-F110-DA3C-DE6D-4687D76AC90D}"/>
          </ac:spMkLst>
        </pc:spChg>
      </pc:sldChg>
      <pc:sldChg chg="modSp mod">
        <pc:chgData name="Se-Hoon Han" userId="70263205-781f-48f0-a54e-469ab1d08896" providerId="ADAL" clId="{99A44C34-6DB4-4D28-A878-85AFF787F6DF}" dt="2026-10-23T07:55:37.857" v="6069" actId="113"/>
        <pc:sldMkLst>
          <pc:docMk/>
          <pc:sldMk cId="3552158108" sldId="430"/>
        </pc:sldMkLst>
        <pc:spChg chg="mod">
          <ac:chgData name="Se-Hoon Han" userId="70263205-781f-48f0-a54e-469ab1d08896" providerId="ADAL" clId="{99A44C34-6DB4-4D28-A878-85AFF787F6DF}" dt="2026-10-23T07:28:47.632" v="4650" actId="2711"/>
          <ac:spMkLst>
            <pc:docMk/>
            <pc:sldMk cId="3552158108" sldId="430"/>
            <ac:spMk id="15" creationId="{30FF76B2-23BB-F23D-5A03-1AB5147D2B83}"/>
          </ac:spMkLst>
        </pc:spChg>
        <pc:spChg chg="mod">
          <ac:chgData name="Se-Hoon Han" userId="70263205-781f-48f0-a54e-469ab1d08896" providerId="ADAL" clId="{99A44C34-6DB4-4D28-A878-85AFF787F6DF}" dt="2026-10-23T07:28:47.632" v="4650" actId="2711"/>
          <ac:spMkLst>
            <pc:docMk/>
            <pc:sldMk cId="3552158108" sldId="430"/>
            <ac:spMk id="16" creationId="{578F4448-CE93-81F2-77BC-2E76CBA5C5B3}"/>
          </ac:spMkLst>
        </pc:spChg>
        <pc:spChg chg="mod">
          <ac:chgData name="Se-Hoon Han" userId="70263205-781f-48f0-a54e-469ab1d08896" providerId="ADAL" clId="{99A44C34-6DB4-4D28-A878-85AFF787F6DF}" dt="2026-10-23T07:28:47.632" v="4650" actId="2711"/>
          <ac:spMkLst>
            <pc:docMk/>
            <pc:sldMk cId="3552158108" sldId="430"/>
            <ac:spMk id="17" creationId="{76C6D597-8D20-5D51-9532-4BD1D7F7C529}"/>
          </ac:spMkLst>
        </pc:spChg>
        <pc:spChg chg="mod">
          <ac:chgData name="Se-Hoon Han" userId="70263205-781f-48f0-a54e-469ab1d08896" providerId="ADAL" clId="{99A44C34-6DB4-4D28-A878-85AFF787F6DF}" dt="2026-10-23T07:55:37.857" v="6069" actId="113"/>
          <ac:spMkLst>
            <pc:docMk/>
            <pc:sldMk cId="3552158108" sldId="430"/>
            <ac:spMk id="18" creationId="{F9497090-6619-6BCF-D6F5-AAC98A6DDE24}"/>
          </ac:spMkLst>
        </pc:spChg>
        <pc:spChg chg="mod">
          <ac:chgData name="Se-Hoon Han" userId="70263205-781f-48f0-a54e-469ab1d08896" providerId="ADAL" clId="{99A44C34-6DB4-4D28-A878-85AFF787F6DF}" dt="2026-10-23T07:28:47.632" v="4650" actId="2711"/>
          <ac:spMkLst>
            <pc:docMk/>
            <pc:sldMk cId="3552158108" sldId="430"/>
            <ac:spMk id="19" creationId="{8788F2E1-0703-8FE7-AD3B-7777CB634C62}"/>
          </ac:spMkLst>
        </pc:spChg>
        <pc:spChg chg="mod">
          <ac:chgData name="Se-Hoon Han" userId="70263205-781f-48f0-a54e-469ab1d08896" providerId="ADAL" clId="{99A44C34-6DB4-4D28-A878-85AFF787F6DF}" dt="2026-10-23T07:28:55.576" v="4652" actId="403"/>
          <ac:spMkLst>
            <pc:docMk/>
            <pc:sldMk cId="3552158108" sldId="430"/>
            <ac:spMk id="20" creationId="{40F7342D-7B38-E4F7-FB0E-601171281FC2}"/>
          </ac:spMkLst>
        </pc:spChg>
        <pc:spChg chg="mod">
          <ac:chgData name="Se-Hoon Han" userId="70263205-781f-48f0-a54e-469ab1d08896" providerId="ADAL" clId="{99A44C34-6DB4-4D28-A878-85AFF787F6DF}" dt="2026-10-23T07:28:47.632" v="4650" actId="2711"/>
          <ac:spMkLst>
            <pc:docMk/>
            <pc:sldMk cId="3552158108" sldId="430"/>
            <ac:spMk id="21" creationId="{16FF46CB-4837-4BAE-A586-05760A65B7EE}"/>
          </ac:spMkLst>
        </pc:spChg>
        <pc:spChg chg="mod">
          <ac:chgData name="Se-Hoon Han" userId="70263205-781f-48f0-a54e-469ab1d08896" providerId="ADAL" clId="{99A44C34-6DB4-4D28-A878-85AFF787F6DF}" dt="2026-10-23T07:28:57.988" v="4653" actId="403"/>
          <ac:spMkLst>
            <pc:docMk/>
            <pc:sldMk cId="3552158108" sldId="430"/>
            <ac:spMk id="22" creationId="{92381973-E2E0-8BF5-80DC-B909AA1C9B62}"/>
          </ac:spMkLst>
        </pc:spChg>
        <pc:spChg chg="mod">
          <ac:chgData name="Se-Hoon Han" userId="70263205-781f-48f0-a54e-469ab1d08896" providerId="ADAL" clId="{99A44C34-6DB4-4D28-A878-85AFF787F6DF}" dt="2026-10-23T07:28:47.632" v="4650" actId="2711"/>
          <ac:spMkLst>
            <pc:docMk/>
            <pc:sldMk cId="3552158108" sldId="430"/>
            <ac:spMk id="23" creationId="{7CE08BE2-C19B-446C-6396-B9980B9285CC}"/>
          </ac:spMkLst>
        </pc:spChg>
      </pc:sldChg>
      <pc:sldChg chg="modSp mod">
        <pc:chgData name="Se-Hoon Han" userId="70263205-781f-48f0-a54e-469ab1d08896" providerId="ADAL" clId="{99A44C34-6DB4-4D28-A878-85AFF787F6DF}" dt="2026-10-23T07:29:05.465" v="4654" actId="2711"/>
        <pc:sldMkLst>
          <pc:docMk/>
          <pc:sldMk cId="488768465" sldId="431"/>
        </pc:sldMkLst>
        <pc:spChg chg="mod">
          <ac:chgData name="Se-Hoon Han" userId="70263205-781f-48f0-a54e-469ab1d08896" providerId="ADAL" clId="{99A44C34-6DB4-4D28-A878-85AFF787F6DF}" dt="2026-10-23T07:29:05.465" v="4654" actId="2711"/>
          <ac:spMkLst>
            <pc:docMk/>
            <pc:sldMk cId="488768465" sldId="431"/>
            <ac:spMk id="2" creationId="{AE6E3353-3227-9D17-17DE-056494B55360}"/>
          </ac:spMkLst>
        </pc:spChg>
        <pc:spChg chg="mod">
          <ac:chgData name="Se-Hoon Han" userId="70263205-781f-48f0-a54e-469ab1d08896" providerId="ADAL" clId="{99A44C34-6DB4-4D28-A878-85AFF787F6DF}" dt="2026-10-23T07:29:05.465" v="4654" actId="2711"/>
          <ac:spMkLst>
            <pc:docMk/>
            <pc:sldMk cId="488768465" sldId="431"/>
            <ac:spMk id="3" creationId="{34BFE6D7-3823-D11E-4CD0-2DC188FA122A}"/>
          </ac:spMkLst>
        </pc:spChg>
        <pc:spChg chg="mod">
          <ac:chgData name="Se-Hoon Han" userId="70263205-781f-48f0-a54e-469ab1d08896" providerId="ADAL" clId="{99A44C34-6DB4-4D28-A878-85AFF787F6DF}" dt="2026-10-23T07:29:05.465" v="4654" actId="2711"/>
          <ac:spMkLst>
            <pc:docMk/>
            <pc:sldMk cId="488768465" sldId="431"/>
            <ac:spMk id="4" creationId="{FDE9E218-F110-DA3C-DE6D-4687D76AC90D}"/>
          </ac:spMkLst>
        </pc:spChg>
      </pc:sldChg>
      <pc:sldChg chg="delSp modSp mod">
        <pc:chgData name="Se-Hoon Han" userId="70263205-781f-48f0-a54e-469ab1d08896" providerId="ADAL" clId="{99A44C34-6DB4-4D28-A878-85AFF787F6DF}" dt="2026-10-23T07:32:01.676" v="4677" actId="255"/>
        <pc:sldMkLst>
          <pc:docMk/>
          <pc:sldMk cId="426986721" sldId="432"/>
        </pc:sldMkLst>
        <pc:spChg chg="mod">
          <ac:chgData name="Se-Hoon Han" userId="70263205-781f-48f0-a54e-469ab1d08896" providerId="ADAL" clId="{99A44C34-6DB4-4D28-A878-85AFF787F6DF}" dt="2026-10-23T07:29:14.164" v="4655" actId="2711"/>
          <ac:spMkLst>
            <pc:docMk/>
            <pc:sldMk cId="426986721" sldId="432"/>
            <ac:spMk id="2" creationId="{76177376-9F2C-7B83-B3A4-46E2A58E3F3E}"/>
          </ac:spMkLst>
        </pc:spChg>
        <pc:spChg chg="mod">
          <ac:chgData name="Se-Hoon Han" userId="70263205-781f-48f0-a54e-469ab1d08896" providerId="ADAL" clId="{99A44C34-6DB4-4D28-A878-85AFF787F6DF}" dt="2026-10-23T07:29:14.164" v="4655" actId="2711"/>
          <ac:spMkLst>
            <pc:docMk/>
            <pc:sldMk cId="426986721" sldId="432"/>
            <ac:spMk id="3" creationId="{51FE68D4-DD01-DF6C-0EAA-B9859C5F3EA9}"/>
          </ac:spMkLst>
        </pc:spChg>
        <pc:spChg chg="mod">
          <ac:chgData name="Se-Hoon Han" userId="70263205-781f-48f0-a54e-469ab1d08896" providerId="ADAL" clId="{99A44C34-6DB4-4D28-A878-85AFF787F6DF}" dt="2026-10-23T07:29:14.164" v="4655" actId="2711"/>
          <ac:spMkLst>
            <pc:docMk/>
            <pc:sldMk cId="426986721" sldId="432"/>
            <ac:spMk id="10" creationId="{ED207A9C-6D3C-3B5C-37B9-66BA4C43FD8B}"/>
          </ac:spMkLst>
        </pc:spChg>
        <pc:spChg chg="mod">
          <ac:chgData name="Se-Hoon Han" userId="70263205-781f-48f0-a54e-469ab1d08896" providerId="ADAL" clId="{99A44C34-6DB4-4D28-A878-85AFF787F6DF}" dt="2026-10-23T07:29:14.164" v="4655" actId="2711"/>
          <ac:spMkLst>
            <pc:docMk/>
            <pc:sldMk cId="426986721" sldId="432"/>
            <ac:spMk id="11" creationId="{14A40072-9CD5-749A-912B-BED81473E8DD}"/>
          </ac:spMkLst>
        </pc:spChg>
        <pc:spChg chg="del mod">
          <ac:chgData name="Se-Hoon Han" userId="70263205-781f-48f0-a54e-469ab1d08896" providerId="ADAL" clId="{99A44C34-6DB4-4D28-A878-85AFF787F6DF}" dt="2026-10-23T06:58:42.368" v="3687" actId="478"/>
          <ac:spMkLst>
            <pc:docMk/>
            <pc:sldMk cId="426986721" sldId="432"/>
            <ac:spMk id="91" creationId="{00000000-0000-0000-0000-000000000000}"/>
          </ac:spMkLst>
        </pc:spChg>
        <pc:graphicFrameChg chg="mod modGraphic">
          <ac:chgData name="Se-Hoon Han" userId="70263205-781f-48f0-a54e-469ab1d08896" providerId="ADAL" clId="{99A44C34-6DB4-4D28-A878-85AFF787F6DF}" dt="2026-10-23T07:32:01.676" v="4677" actId="255"/>
          <ac:graphicFrameMkLst>
            <pc:docMk/>
            <pc:sldMk cId="426986721" sldId="432"/>
            <ac:graphicFrameMk id="90" creationId="{00000000-0000-0000-0000-000000000000}"/>
          </ac:graphicFrameMkLst>
        </pc:graphicFrameChg>
      </pc:sldChg>
      <pc:sldChg chg="del">
        <pc:chgData name="Se-Hoon Han" userId="70263205-781f-48f0-a54e-469ab1d08896" providerId="ADAL" clId="{99A44C34-6DB4-4D28-A878-85AFF787F6DF}" dt="2026-10-23T07:09:16.057" v="4634" actId="47"/>
        <pc:sldMkLst>
          <pc:docMk/>
          <pc:sldMk cId="426986721" sldId="433"/>
        </pc:sldMkLst>
      </pc:sldChg>
      <pc:sldChg chg="modSp mod">
        <pc:chgData name="Se-Hoon Han" userId="70263205-781f-48f0-a54e-469ab1d08896" providerId="ADAL" clId="{99A44C34-6DB4-4D28-A878-85AFF787F6DF}" dt="2026-10-23T07:29:36.866" v="4657" actId="2711"/>
        <pc:sldMkLst>
          <pc:docMk/>
          <pc:sldMk cId="488768465" sldId="434"/>
        </pc:sldMkLst>
        <pc:spChg chg="mod">
          <ac:chgData name="Se-Hoon Han" userId="70263205-781f-48f0-a54e-469ab1d08896" providerId="ADAL" clId="{99A44C34-6DB4-4D28-A878-85AFF787F6DF}" dt="2026-10-23T07:29:36.866" v="4657" actId="2711"/>
          <ac:spMkLst>
            <pc:docMk/>
            <pc:sldMk cId="488768465" sldId="434"/>
            <ac:spMk id="2" creationId="{AE6E3353-3227-9D17-17DE-056494B55360}"/>
          </ac:spMkLst>
        </pc:spChg>
        <pc:spChg chg="mod">
          <ac:chgData name="Se-Hoon Han" userId="70263205-781f-48f0-a54e-469ab1d08896" providerId="ADAL" clId="{99A44C34-6DB4-4D28-A878-85AFF787F6DF}" dt="2026-10-23T07:29:36.866" v="4657" actId="2711"/>
          <ac:spMkLst>
            <pc:docMk/>
            <pc:sldMk cId="488768465" sldId="434"/>
            <ac:spMk id="3" creationId="{34BFE6D7-3823-D11E-4CD0-2DC188FA122A}"/>
          </ac:spMkLst>
        </pc:spChg>
        <pc:spChg chg="mod">
          <ac:chgData name="Se-Hoon Han" userId="70263205-781f-48f0-a54e-469ab1d08896" providerId="ADAL" clId="{99A44C34-6DB4-4D28-A878-85AFF787F6DF}" dt="2026-10-23T07:29:36.866" v="4657" actId="2711"/>
          <ac:spMkLst>
            <pc:docMk/>
            <pc:sldMk cId="488768465" sldId="434"/>
            <ac:spMk id="4" creationId="{FDE9E218-F110-DA3C-DE6D-4687D76AC90D}"/>
          </ac:spMkLst>
        </pc:spChg>
      </pc:sldChg>
      <pc:sldChg chg="delSp modSp del mod">
        <pc:chgData name="Se-Hoon Han" userId="70263205-781f-48f0-a54e-469ab1d08896" providerId="ADAL" clId="{99A44C34-6DB4-4D28-A878-85AFF787F6DF}" dt="2026-10-23T03:57:45.428" v="1240" actId="47"/>
        <pc:sldMkLst>
          <pc:docMk/>
          <pc:sldMk cId="426986721" sldId="435"/>
        </pc:sldMkLst>
        <pc:spChg chg="del">
          <ac:chgData name="Se-Hoon Han" userId="70263205-781f-48f0-a54e-469ab1d08896" providerId="ADAL" clId="{99A44C34-6DB4-4D28-A878-85AFF787F6DF}" dt="2026-10-23T02:06:26.008" v="176" actId="478"/>
          <ac:spMkLst>
            <pc:docMk/>
            <pc:sldMk cId="426986721" sldId="435"/>
            <ac:spMk id="91" creationId="{00000000-0000-0000-0000-000000000000}"/>
          </ac:spMkLst>
        </pc:spChg>
        <pc:graphicFrameChg chg="modGraphic">
          <ac:chgData name="Se-Hoon Han" userId="70263205-781f-48f0-a54e-469ab1d08896" providerId="ADAL" clId="{99A44C34-6DB4-4D28-A878-85AFF787F6DF}" dt="2026-10-23T02:05:34.926" v="175" actId="2165"/>
          <ac:graphicFrameMkLst>
            <pc:docMk/>
            <pc:sldMk cId="426986721" sldId="435"/>
            <ac:graphicFrameMk id="90" creationId="{00000000-0000-0000-0000-000000000000}"/>
          </ac:graphicFrameMkLst>
        </pc:graphicFrameChg>
      </pc:sldChg>
      <pc:sldChg chg="delSp modSp mod">
        <pc:chgData name="Se-Hoon Han" userId="70263205-781f-48f0-a54e-469ab1d08896" providerId="ADAL" clId="{99A44C34-6DB4-4D28-A878-85AFF787F6DF}" dt="2026-10-23T07:40:58.057" v="4920" actId="20577"/>
        <pc:sldMkLst>
          <pc:docMk/>
          <pc:sldMk cId="614940156" sldId="436"/>
        </pc:sldMkLst>
        <pc:spChg chg="mod">
          <ac:chgData name="Se-Hoon Han" userId="70263205-781f-48f0-a54e-469ab1d08896" providerId="ADAL" clId="{99A44C34-6DB4-4D28-A878-85AFF787F6DF}" dt="2026-10-23T07:29:42.370" v="4658" actId="2711"/>
          <ac:spMkLst>
            <pc:docMk/>
            <pc:sldMk cId="614940156" sldId="436"/>
            <ac:spMk id="2" creationId="{D7649DCD-4E76-7730-5B23-D4DF5FAF320B}"/>
          </ac:spMkLst>
        </pc:spChg>
        <pc:spChg chg="mod">
          <ac:chgData name="Se-Hoon Han" userId="70263205-781f-48f0-a54e-469ab1d08896" providerId="ADAL" clId="{99A44C34-6DB4-4D28-A878-85AFF787F6DF}" dt="2026-10-23T07:29:42.370" v="4658" actId="2711"/>
          <ac:spMkLst>
            <pc:docMk/>
            <pc:sldMk cId="614940156" sldId="436"/>
            <ac:spMk id="3" creationId="{7B3E529F-5328-DC5D-FAB1-63A89A50A4F6}"/>
          </ac:spMkLst>
        </pc:spChg>
        <pc:spChg chg="mod">
          <ac:chgData name="Se-Hoon Han" userId="70263205-781f-48f0-a54e-469ab1d08896" providerId="ADAL" clId="{99A44C34-6DB4-4D28-A878-85AFF787F6DF}" dt="2026-10-23T07:29:42.370" v="4658" actId="2711"/>
          <ac:spMkLst>
            <pc:docMk/>
            <pc:sldMk cId="614940156" sldId="436"/>
            <ac:spMk id="4" creationId="{F9779939-DF27-B8B3-8AD1-3CF4A0173945}"/>
          </ac:spMkLst>
        </pc:spChg>
        <pc:spChg chg="mod">
          <ac:chgData name="Se-Hoon Han" userId="70263205-781f-48f0-a54e-469ab1d08896" providerId="ADAL" clId="{99A44C34-6DB4-4D28-A878-85AFF787F6DF}" dt="2026-10-23T07:29:42.370" v="4658" actId="2711"/>
          <ac:spMkLst>
            <pc:docMk/>
            <pc:sldMk cId="614940156" sldId="436"/>
            <ac:spMk id="6" creationId="{F93B12F7-0974-78C5-8F4E-DBAA82EF2891}"/>
          </ac:spMkLst>
        </pc:spChg>
        <pc:spChg chg="mod">
          <ac:chgData name="Se-Hoon Han" userId="70263205-781f-48f0-a54e-469ab1d08896" providerId="ADAL" clId="{99A44C34-6DB4-4D28-A878-85AFF787F6DF}" dt="2026-10-23T07:40:58.057" v="4920" actId="20577"/>
          <ac:spMkLst>
            <pc:docMk/>
            <pc:sldMk cId="614940156" sldId="436"/>
            <ac:spMk id="7" creationId="{9DA851A3-E7A5-741E-9E9C-6C2730DC0EC1}"/>
          </ac:spMkLst>
        </pc:spChg>
        <pc:spChg chg="mod">
          <ac:chgData name="Se-Hoon Han" userId="70263205-781f-48f0-a54e-469ab1d08896" providerId="ADAL" clId="{99A44C34-6DB4-4D28-A878-85AFF787F6DF}" dt="2026-10-23T07:32:27.220" v="4680" actId="255"/>
          <ac:spMkLst>
            <pc:docMk/>
            <pc:sldMk cId="614940156" sldId="436"/>
            <ac:spMk id="8" creationId="{ABF4674E-9223-31E3-9C4E-FE8C39BF3D03}"/>
          </ac:spMkLst>
        </pc:spChg>
        <pc:spChg chg="mod">
          <ac:chgData name="Se-Hoon Han" userId="70263205-781f-48f0-a54e-469ab1d08896" providerId="ADAL" clId="{99A44C34-6DB4-4D28-A878-85AFF787F6DF}" dt="2026-10-23T07:29:42.370" v="4658" actId="2711"/>
          <ac:spMkLst>
            <pc:docMk/>
            <pc:sldMk cId="614940156" sldId="436"/>
            <ac:spMk id="10" creationId="{A9C99B86-8FD0-2B92-081A-A01291B8038E}"/>
          </ac:spMkLst>
        </pc:spChg>
        <pc:spChg chg="mod">
          <ac:chgData name="Se-Hoon Han" userId="70263205-781f-48f0-a54e-469ab1d08896" providerId="ADAL" clId="{99A44C34-6DB4-4D28-A878-85AFF787F6DF}" dt="2026-10-23T07:29:42.370" v="4658" actId="2711"/>
          <ac:spMkLst>
            <pc:docMk/>
            <pc:sldMk cId="614940156" sldId="436"/>
            <ac:spMk id="11" creationId="{825A1EA7-C8F5-E1F1-FC57-E4F1FE778ED1}"/>
          </ac:spMkLst>
        </pc:spChg>
        <pc:spChg chg="del mod">
          <ac:chgData name="Se-Hoon Han" userId="70263205-781f-48f0-a54e-469ab1d08896" providerId="ADAL" clId="{99A44C34-6DB4-4D28-A878-85AFF787F6DF}" dt="2026-10-23T04:43:14.655" v="1709" actId="478"/>
          <ac:spMkLst>
            <pc:docMk/>
            <pc:sldMk cId="614940156" sldId="436"/>
            <ac:spMk id="91" creationId="{00000000-0000-0000-0000-000000000000}"/>
          </ac:spMkLst>
        </pc:spChg>
        <pc:graphicFrameChg chg="mod modGraphic">
          <ac:chgData name="Se-Hoon Han" userId="70263205-781f-48f0-a54e-469ab1d08896" providerId="ADAL" clId="{99A44C34-6DB4-4D28-A878-85AFF787F6DF}" dt="2026-10-23T07:39:46.235" v="4764"/>
          <ac:graphicFrameMkLst>
            <pc:docMk/>
            <pc:sldMk cId="614940156" sldId="436"/>
            <ac:graphicFrameMk id="90" creationId="{00000000-0000-0000-0000-000000000000}"/>
          </ac:graphicFrameMkLst>
        </pc:graphicFrameChg>
      </pc:sldChg>
      <pc:sldChg chg="modSp mod">
        <pc:chgData name="Se-Hoon Han" userId="70263205-781f-48f0-a54e-469ab1d08896" providerId="ADAL" clId="{99A44C34-6DB4-4D28-A878-85AFF787F6DF}" dt="2026-10-23T07:36:22.743" v="4741" actId="113"/>
        <pc:sldMkLst>
          <pc:docMk/>
          <pc:sldMk cId="614940156" sldId="437"/>
        </pc:sldMkLst>
        <pc:spChg chg="mod">
          <ac:chgData name="Se-Hoon Han" userId="70263205-781f-48f0-a54e-469ab1d08896" providerId="ADAL" clId="{99A44C34-6DB4-4D28-A878-85AFF787F6DF}" dt="2026-10-23T07:30:23.382" v="4667" actId="2711"/>
          <ac:spMkLst>
            <pc:docMk/>
            <pc:sldMk cId="614940156" sldId="437"/>
            <ac:spMk id="2" creationId="{D7649DCD-4E76-7730-5B23-D4DF5FAF320B}"/>
          </ac:spMkLst>
        </pc:spChg>
        <pc:spChg chg="mod">
          <ac:chgData name="Se-Hoon Han" userId="70263205-781f-48f0-a54e-469ab1d08896" providerId="ADAL" clId="{99A44C34-6DB4-4D28-A878-85AFF787F6DF}" dt="2026-10-23T07:30:23.382" v="4667" actId="2711"/>
          <ac:spMkLst>
            <pc:docMk/>
            <pc:sldMk cId="614940156" sldId="437"/>
            <ac:spMk id="3" creationId="{7B3E529F-5328-DC5D-FAB1-63A89A50A4F6}"/>
          </ac:spMkLst>
        </pc:spChg>
        <pc:spChg chg="mod">
          <ac:chgData name="Se-Hoon Han" userId="70263205-781f-48f0-a54e-469ab1d08896" providerId="ADAL" clId="{99A44C34-6DB4-4D28-A878-85AFF787F6DF}" dt="2026-10-23T07:30:23.382" v="4667" actId="2711"/>
          <ac:spMkLst>
            <pc:docMk/>
            <pc:sldMk cId="614940156" sldId="437"/>
            <ac:spMk id="4" creationId="{F9779939-DF27-B8B3-8AD1-3CF4A0173945}"/>
          </ac:spMkLst>
        </pc:spChg>
        <pc:spChg chg="mod">
          <ac:chgData name="Se-Hoon Han" userId="70263205-781f-48f0-a54e-469ab1d08896" providerId="ADAL" clId="{99A44C34-6DB4-4D28-A878-85AFF787F6DF}" dt="2026-10-23T07:30:23.382" v="4667" actId="2711"/>
          <ac:spMkLst>
            <pc:docMk/>
            <pc:sldMk cId="614940156" sldId="437"/>
            <ac:spMk id="6" creationId="{F93B12F7-0974-78C5-8F4E-DBAA82EF2891}"/>
          </ac:spMkLst>
        </pc:spChg>
        <pc:spChg chg="mod">
          <ac:chgData name="Se-Hoon Han" userId="70263205-781f-48f0-a54e-469ab1d08896" providerId="ADAL" clId="{99A44C34-6DB4-4D28-A878-85AFF787F6DF}" dt="2026-10-23T07:36:21.671" v="4739" actId="113"/>
          <ac:spMkLst>
            <pc:docMk/>
            <pc:sldMk cId="614940156" sldId="437"/>
            <ac:spMk id="7" creationId="{9DA851A3-E7A5-741E-9E9C-6C2730DC0EC1}"/>
          </ac:spMkLst>
        </pc:spChg>
        <pc:spChg chg="mod">
          <ac:chgData name="Se-Hoon Han" userId="70263205-781f-48f0-a54e-469ab1d08896" providerId="ADAL" clId="{99A44C34-6DB4-4D28-A878-85AFF787F6DF}" dt="2026-10-23T07:36:22.743" v="4741" actId="113"/>
          <ac:spMkLst>
            <pc:docMk/>
            <pc:sldMk cId="614940156" sldId="437"/>
            <ac:spMk id="8" creationId="{ABF4674E-9223-31E3-9C4E-FE8C39BF3D03}"/>
          </ac:spMkLst>
        </pc:spChg>
        <pc:spChg chg="mod">
          <ac:chgData name="Se-Hoon Han" userId="70263205-781f-48f0-a54e-469ab1d08896" providerId="ADAL" clId="{99A44C34-6DB4-4D28-A878-85AFF787F6DF}" dt="2026-10-23T07:30:23.382" v="4667" actId="2711"/>
          <ac:spMkLst>
            <pc:docMk/>
            <pc:sldMk cId="614940156" sldId="437"/>
            <ac:spMk id="10" creationId="{A9C99B86-8FD0-2B92-081A-A01291B8038E}"/>
          </ac:spMkLst>
        </pc:spChg>
        <pc:spChg chg="mod">
          <ac:chgData name="Se-Hoon Han" userId="70263205-781f-48f0-a54e-469ab1d08896" providerId="ADAL" clId="{99A44C34-6DB4-4D28-A878-85AFF787F6DF}" dt="2026-10-23T07:30:23.382" v="4667" actId="2711"/>
          <ac:spMkLst>
            <pc:docMk/>
            <pc:sldMk cId="614940156" sldId="437"/>
            <ac:spMk id="11" creationId="{825A1EA7-C8F5-E1F1-FC57-E4F1FE778ED1}"/>
          </ac:spMkLst>
        </pc:spChg>
      </pc:sldChg>
      <pc:sldChg chg="addSp delSp modSp mod">
        <pc:chgData name="Se-Hoon Han" userId="70263205-781f-48f0-a54e-469ab1d08896" providerId="ADAL" clId="{99A44C34-6DB4-4D28-A878-85AFF787F6DF}" dt="2026-10-23T07:42:08.413" v="5064" actId="20577"/>
        <pc:sldMkLst>
          <pc:docMk/>
          <pc:sldMk cId="614940156" sldId="438"/>
        </pc:sldMkLst>
        <pc:spChg chg="mod">
          <ac:chgData name="Se-Hoon Han" userId="70263205-781f-48f0-a54e-469ab1d08896" providerId="ADAL" clId="{99A44C34-6DB4-4D28-A878-85AFF787F6DF}" dt="2026-10-23T07:30:31.518" v="4668" actId="2711"/>
          <ac:spMkLst>
            <pc:docMk/>
            <pc:sldMk cId="614940156" sldId="438"/>
            <ac:spMk id="2" creationId="{D7649DCD-4E76-7730-5B23-D4DF5FAF320B}"/>
          </ac:spMkLst>
        </pc:spChg>
        <pc:spChg chg="mod">
          <ac:chgData name="Se-Hoon Han" userId="70263205-781f-48f0-a54e-469ab1d08896" providerId="ADAL" clId="{99A44C34-6DB4-4D28-A878-85AFF787F6DF}" dt="2026-10-23T07:30:31.518" v="4668" actId="2711"/>
          <ac:spMkLst>
            <pc:docMk/>
            <pc:sldMk cId="614940156" sldId="438"/>
            <ac:spMk id="3" creationId="{7B3E529F-5328-DC5D-FAB1-63A89A50A4F6}"/>
          </ac:spMkLst>
        </pc:spChg>
        <pc:spChg chg="mod">
          <ac:chgData name="Se-Hoon Han" userId="70263205-781f-48f0-a54e-469ab1d08896" providerId="ADAL" clId="{99A44C34-6DB4-4D28-A878-85AFF787F6DF}" dt="2026-10-23T07:30:31.518" v="4668" actId="2711"/>
          <ac:spMkLst>
            <pc:docMk/>
            <pc:sldMk cId="614940156" sldId="438"/>
            <ac:spMk id="4" creationId="{F9779939-DF27-B8B3-8AD1-3CF4A0173945}"/>
          </ac:spMkLst>
        </pc:spChg>
        <pc:spChg chg="del">
          <ac:chgData name="Se-Hoon Han" userId="70263205-781f-48f0-a54e-469ab1d08896" providerId="ADAL" clId="{99A44C34-6DB4-4D28-A878-85AFF787F6DF}" dt="2026-10-23T02:21:00.197" v="504" actId="478"/>
          <ac:spMkLst>
            <pc:docMk/>
            <pc:sldMk cId="614940156" sldId="438"/>
            <ac:spMk id="6" creationId="{F93B12F7-0974-78C5-8F4E-DBAA82EF2891}"/>
          </ac:spMkLst>
        </pc:spChg>
        <pc:spChg chg="del">
          <ac:chgData name="Se-Hoon Han" userId="70263205-781f-48f0-a54e-469ab1d08896" providerId="ADAL" clId="{99A44C34-6DB4-4D28-A878-85AFF787F6DF}" dt="2026-10-23T02:21:00.197" v="504" actId="478"/>
          <ac:spMkLst>
            <pc:docMk/>
            <pc:sldMk cId="614940156" sldId="438"/>
            <ac:spMk id="7" creationId="{9DA851A3-E7A5-741E-9E9C-6C2730DC0EC1}"/>
          </ac:spMkLst>
        </pc:spChg>
        <pc:spChg chg="mod">
          <ac:chgData name="Se-Hoon Han" userId="70263205-781f-48f0-a54e-469ab1d08896" providerId="ADAL" clId="{99A44C34-6DB4-4D28-A878-85AFF787F6DF}" dt="2026-10-23T07:32:54.675" v="4685" actId="255"/>
          <ac:spMkLst>
            <pc:docMk/>
            <pc:sldMk cId="614940156" sldId="438"/>
            <ac:spMk id="8" creationId="{ABF4674E-9223-31E3-9C4E-FE8C39BF3D03}"/>
          </ac:spMkLst>
        </pc:spChg>
        <pc:spChg chg="add mod">
          <ac:chgData name="Se-Hoon Han" userId="70263205-781f-48f0-a54e-469ab1d08896" providerId="ADAL" clId="{99A44C34-6DB4-4D28-A878-85AFF787F6DF}" dt="2026-10-23T07:30:31.518" v="4668" actId="2711"/>
          <ac:spMkLst>
            <pc:docMk/>
            <pc:sldMk cId="614940156" sldId="438"/>
            <ac:spMk id="9" creationId="{360C5747-CF92-616A-A101-37B11D9CECC7}"/>
          </ac:spMkLst>
        </pc:spChg>
        <pc:spChg chg="mod">
          <ac:chgData name="Se-Hoon Han" userId="70263205-781f-48f0-a54e-469ab1d08896" providerId="ADAL" clId="{99A44C34-6DB4-4D28-A878-85AFF787F6DF}" dt="2026-10-23T07:30:31.518" v="4668" actId="2711"/>
          <ac:spMkLst>
            <pc:docMk/>
            <pc:sldMk cId="614940156" sldId="438"/>
            <ac:spMk id="10" creationId="{A9C99B86-8FD0-2B92-081A-A01291B8038E}"/>
          </ac:spMkLst>
        </pc:spChg>
        <pc:spChg chg="mod">
          <ac:chgData name="Se-Hoon Han" userId="70263205-781f-48f0-a54e-469ab1d08896" providerId="ADAL" clId="{99A44C34-6DB4-4D28-A878-85AFF787F6DF}" dt="2026-10-23T07:30:31.518" v="4668" actId="2711"/>
          <ac:spMkLst>
            <pc:docMk/>
            <pc:sldMk cId="614940156" sldId="438"/>
            <ac:spMk id="11" creationId="{825A1EA7-C8F5-E1F1-FC57-E4F1FE778ED1}"/>
          </ac:spMkLst>
        </pc:spChg>
        <pc:spChg chg="add mod">
          <ac:chgData name="Se-Hoon Han" userId="70263205-781f-48f0-a54e-469ab1d08896" providerId="ADAL" clId="{99A44C34-6DB4-4D28-A878-85AFF787F6DF}" dt="2026-10-23T07:42:08.413" v="5064" actId="20577"/>
          <ac:spMkLst>
            <pc:docMk/>
            <pc:sldMk cId="614940156" sldId="438"/>
            <ac:spMk id="13" creationId="{AB8AD063-1277-368B-D922-FDC36709273B}"/>
          </ac:spMkLst>
        </pc:spChg>
      </pc:sldChg>
      <pc:sldChg chg="modSp mod">
        <pc:chgData name="Se-Hoon Han" userId="70263205-781f-48f0-a54e-469ab1d08896" providerId="ADAL" clId="{99A44C34-6DB4-4D28-A878-85AFF787F6DF}" dt="2026-10-23T07:30:36.231" v="4669" actId="2711"/>
        <pc:sldMkLst>
          <pc:docMk/>
          <pc:sldMk cId="488768465" sldId="439"/>
        </pc:sldMkLst>
        <pc:spChg chg="mod">
          <ac:chgData name="Se-Hoon Han" userId="70263205-781f-48f0-a54e-469ab1d08896" providerId="ADAL" clId="{99A44C34-6DB4-4D28-A878-85AFF787F6DF}" dt="2026-10-23T07:30:36.231" v="4669" actId="2711"/>
          <ac:spMkLst>
            <pc:docMk/>
            <pc:sldMk cId="488768465" sldId="439"/>
            <ac:spMk id="2" creationId="{AE6E3353-3227-9D17-17DE-056494B55360}"/>
          </ac:spMkLst>
        </pc:spChg>
        <pc:spChg chg="mod">
          <ac:chgData name="Se-Hoon Han" userId="70263205-781f-48f0-a54e-469ab1d08896" providerId="ADAL" clId="{99A44C34-6DB4-4D28-A878-85AFF787F6DF}" dt="2026-10-23T07:30:36.231" v="4669" actId="2711"/>
          <ac:spMkLst>
            <pc:docMk/>
            <pc:sldMk cId="488768465" sldId="439"/>
            <ac:spMk id="3" creationId="{34BFE6D7-3823-D11E-4CD0-2DC188FA122A}"/>
          </ac:spMkLst>
        </pc:spChg>
        <pc:spChg chg="mod">
          <ac:chgData name="Se-Hoon Han" userId="70263205-781f-48f0-a54e-469ab1d08896" providerId="ADAL" clId="{99A44C34-6DB4-4D28-A878-85AFF787F6DF}" dt="2026-10-23T07:30:36.231" v="4669" actId="2711"/>
          <ac:spMkLst>
            <pc:docMk/>
            <pc:sldMk cId="488768465" sldId="439"/>
            <ac:spMk id="4" creationId="{FDE9E218-F110-DA3C-DE6D-4687D76AC90D}"/>
          </ac:spMkLst>
        </pc:spChg>
      </pc:sldChg>
      <pc:sldChg chg="modSp del mod">
        <pc:chgData name="Se-Hoon Han" userId="70263205-781f-48f0-a54e-469ab1d08896" providerId="ADAL" clId="{99A44C34-6DB4-4D28-A878-85AFF787F6DF}" dt="2026-10-23T04:11:21.586" v="1341" actId="47"/>
        <pc:sldMkLst>
          <pc:docMk/>
          <pc:sldMk cId="426986721" sldId="440"/>
        </pc:sldMkLst>
        <pc:graphicFrameChg chg="modGraphic">
          <ac:chgData name="Se-Hoon Han" userId="70263205-781f-48f0-a54e-469ab1d08896" providerId="ADAL" clId="{99A44C34-6DB4-4D28-A878-85AFF787F6DF}" dt="2026-10-23T03:19:29.285" v="529" actId="20577"/>
          <ac:graphicFrameMkLst>
            <pc:docMk/>
            <pc:sldMk cId="426986721" sldId="440"/>
            <ac:graphicFrameMk id="90" creationId="{00000000-0000-0000-0000-000000000000}"/>
          </ac:graphicFrameMkLst>
        </pc:graphicFrameChg>
      </pc:sldChg>
      <pc:sldChg chg="addSp delSp modSp mod">
        <pc:chgData name="Se-Hoon Han" userId="70263205-781f-48f0-a54e-469ab1d08896" providerId="ADAL" clId="{99A44C34-6DB4-4D28-A878-85AFF787F6DF}" dt="2026-10-23T08:08:37.743" v="6587" actId="20577"/>
        <pc:sldMkLst>
          <pc:docMk/>
          <pc:sldMk cId="614940156" sldId="441"/>
        </pc:sldMkLst>
        <pc:spChg chg="mod">
          <ac:chgData name="Se-Hoon Han" userId="70263205-781f-48f0-a54e-469ab1d08896" providerId="ADAL" clId="{99A44C34-6DB4-4D28-A878-85AFF787F6DF}" dt="2026-10-23T07:30:40.242" v="4670" actId="2711"/>
          <ac:spMkLst>
            <pc:docMk/>
            <pc:sldMk cId="614940156" sldId="441"/>
            <ac:spMk id="2" creationId="{D7649DCD-4E76-7730-5B23-D4DF5FAF320B}"/>
          </ac:spMkLst>
        </pc:spChg>
        <pc:spChg chg="mod">
          <ac:chgData name="Se-Hoon Han" userId="70263205-781f-48f0-a54e-469ab1d08896" providerId="ADAL" clId="{99A44C34-6DB4-4D28-A878-85AFF787F6DF}" dt="2026-10-23T07:30:40.242" v="4670" actId="2711"/>
          <ac:spMkLst>
            <pc:docMk/>
            <pc:sldMk cId="614940156" sldId="441"/>
            <ac:spMk id="3" creationId="{7B3E529F-5328-DC5D-FAB1-63A89A50A4F6}"/>
          </ac:spMkLst>
        </pc:spChg>
        <pc:spChg chg="del mod">
          <ac:chgData name="Se-Hoon Han" userId="70263205-781f-48f0-a54e-469ab1d08896" providerId="ADAL" clId="{99A44C34-6DB4-4D28-A878-85AFF787F6DF}" dt="2026-10-23T07:57:03.903" v="6071" actId="478"/>
          <ac:spMkLst>
            <pc:docMk/>
            <pc:sldMk cId="614940156" sldId="441"/>
            <ac:spMk id="4" creationId="{F9779939-DF27-B8B3-8AD1-3CF4A0173945}"/>
          </ac:spMkLst>
        </pc:spChg>
        <pc:spChg chg="del mod">
          <ac:chgData name="Se-Hoon Han" userId="70263205-781f-48f0-a54e-469ab1d08896" providerId="ADAL" clId="{99A44C34-6DB4-4D28-A878-85AFF787F6DF}" dt="2026-10-23T07:57:03.903" v="6071" actId="478"/>
          <ac:spMkLst>
            <pc:docMk/>
            <pc:sldMk cId="614940156" sldId="441"/>
            <ac:spMk id="6" creationId="{F93B12F7-0974-78C5-8F4E-DBAA82EF2891}"/>
          </ac:spMkLst>
        </pc:spChg>
        <pc:spChg chg="del mod">
          <ac:chgData name="Se-Hoon Han" userId="70263205-781f-48f0-a54e-469ab1d08896" providerId="ADAL" clId="{99A44C34-6DB4-4D28-A878-85AFF787F6DF}" dt="2026-10-23T07:57:03.903" v="6071" actId="478"/>
          <ac:spMkLst>
            <pc:docMk/>
            <pc:sldMk cId="614940156" sldId="441"/>
            <ac:spMk id="7" creationId="{9DA851A3-E7A5-741E-9E9C-6C2730DC0EC1}"/>
          </ac:spMkLst>
        </pc:spChg>
        <pc:spChg chg="del mod">
          <ac:chgData name="Se-Hoon Han" userId="70263205-781f-48f0-a54e-469ab1d08896" providerId="ADAL" clId="{99A44C34-6DB4-4D28-A878-85AFF787F6DF}" dt="2026-10-23T07:57:03.903" v="6071" actId="478"/>
          <ac:spMkLst>
            <pc:docMk/>
            <pc:sldMk cId="614940156" sldId="441"/>
            <ac:spMk id="8" creationId="{ABF4674E-9223-31E3-9C4E-FE8C39BF3D03}"/>
          </ac:spMkLst>
        </pc:spChg>
        <pc:spChg chg="mod">
          <ac:chgData name="Se-Hoon Han" userId="70263205-781f-48f0-a54e-469ab1d08896" providerId="ADAL" clId="{99A44C34-6DB4-4D28-A878-85AFF787F6DF}" dt="2026-10-23T07:30:40.242" v="4670" actId="2711"/>
          <ac:spMkLst>
            <pc:docMk/>
            <pc:sldMk cId="614940156" sldId="441"/>
            <ac:spMk id="10" creationId="{A9C99B86-8FD0-2B92-081A-A01291B8038E}"/>
          </ac:spMkLst>
        </pc:spChg>
        <pc:spChg chg="mod">
          <ac:chgData name="Se-Hoon Han" userId="70263205-781f-48f0-a54e-469ab1d08896" providerId="ADAL" clId="{99A44C34-6DB4-4D28-A878-85AFF787F6DF}" dt="2026-10-23T08:08:37.743" v="6587" actId="20577"/>
          <ac:spMkLst>
            <pc:docMk/>
            <pc:sldMk cId="614940156" sldId="441"/>
            <ac:spMk id="11" creationId="{825A1EA7-C8F5-E1F1-FC57-E4F1FE778ED1}"/>
          </ac:spMkLst>
        </pc:spChg>
        <pc:spChg chg="add del mod">
          <ac:chgData name="Se-Hoon Han" userId="70263205-781f-48f0-a54e-469ab1d08896" providerId="ADAL" clId="{99A44C34-6DB4-4D28-A878-85AFF787F6DF}" dt="2026-10-23T07:57:16.800" v="6074" actId="478"/>
          <ac:spMkLst>
            <pc:docMk/>
            <pc:sldMk cId="614940156" sldId="441"/>
            <ac:spMk id="13" creationId="{F7DF167B-F821-5FAB-935F-B4F841CA0B01}"/>
          </ac:spMkLst>
        </pc:spChg>
        <pc:spChg chg="add del mod">
          <ac:chgData name="Se-Hoon Han" userId="70263205-781f-48f0-a54e-469ab1d08896" providerId="ADAL" clId="{99A44C34-6DB4-4D28-A878-85AFF787F6DF}" dt="2026-10-23T07:57:16.800" v="6074" actId="478"/>
          <ac:spMkLst>
            <pc:docMk/>
            <pc:sldMk cId="614940156" sldId="441"/>
            <ac:spMk id="15" creationId="{BA624133-FB9C-0534-FB42-834D7CB4CEC5}"/>
          </ac:spMkLst>
        </pc:spChg>
        <pc:spChg chg="add del mod">
          <ac:chgData name="Se-Hoon Han" userId="70263205-781f-48f0-a54e-469ab1d08896" providerId="ADAL" clId="{99A44C34-6DB4-4D28-A878-85AFF787F6DF}" dt="2026-10-23T07:57:16.800" v="6074" actId="478"/>
          <ac:spMkLst>
            <pc:docMk/>
            <pc:sldMk cId="614940156" sldId="441"/>
            <ac:spMk id="17" creationId="{3738F219-0D4F-19C9-F28B-27BFB514C097}"/>
          </ac:spMkLst>
        </pc:spChg>
        <pc:spChg chg="add del mod">
          <ac:chgData name="Se-Hoon Han" userId="70263205-781f-48f0-a54e-469ab1d08896" providerId="ADAL" clId="{99A44C34-6DB4-4D28-A878-85AFF787F6DF}" dt="2026-10-23T07:57:16.800" v="6074" actId="478"/>
          <ac:spMkLst>
            <pc:docMk/>
            <pc:sldMk cId="614940156" sldId="441"/>
            <ac:spMk id="19" creationId="{B40E5FCD-B00E-EE6E-B507-C39109D5103E}"/>
          </ac:spMkLst>
        </pc:spChg>
        <pc:graphicFrameChg chg="add mod">
          <ac:chgData name="Se-Hoon Han" userId="70263205-781f-48f0-a54e-469ab1d08896" providerId="ADAL" clId="{99A44C34-6DB4-4D28-A878-85AFF787F6DF}" dt="2026-10-23T05:17:00.270" v="2739"/>
          <ac:graphicFrameMkLst>
            <pc:docMk/>
            <pc:sldMk cId="614940156" sldId="441"/>
            <ac:graphicFrameMk id="5" creationId="{833E4639-9395-CC88-548A-05B7357239BE}"/>
          </ac:graphicFrameMkLst>
        </pc:graphicFrameChg>
        <pc:graphicFrameChg chg="add mod">
          <ac:chgData name="Se-Hoon Han" userId="70263205-781f-48f0-a54e-469ab1d08896" providerId="ADAL" clId="{99A44C34-6DB4-4D28-A878-85AFF787F6DF}" dt="2026-10-23T05:17:02.555" v="2740"/>
          <ac:graphicFrameMkLst>
            <pc:docMk/>
            <pc:sldMk cId="614940156" sldId="441"/>
            <ac:graphicFrameMk id="9" creationId="{49E36A68-D084-E61E-82B8-F59901E59E28}"/>
          </ac:graphicFrameMkLst>
        </pc:graphicFrameChg>
        <pc:graphicFrameChg chg="add del">
          <ac:chgData name="Se-Hoon Han" userId="70263205-781f-48f0-a54e-469ab1d08896" providerId="ADAL" clId="{99A44C34-6DB4-4D28-A878-85AFF787F6DF}" dt="2026-10-23T07:57:10.898" v="6073" actId="22"/>
          <ac:graphicFrameMkLst>
            <pc:docMk/>
            <pc:sldMk cId="614940156" sldId="441"/>
            <ac:graphicFrameMk id="21" creationId="{30245D8D-7E48-125D-B36F-22E80A94CEC8}"/>
          </ac:graphicFrameMkLst>
        </pc:graphicFrameChg>
        <pc:graphicFrameChg chg="add mod modGraphic">
          <ac:chgData name="Se-Hoon Han" userId="70263205-781f-48f0-a54e-469ab1d08896" providerId="ADAL" clId="{99A44C34-6DB4-4D28-A878-85AFF787F6DF}" dt="2026-10-23T08:07:04.503" v="6511" actId="20577"/>
          <ac:graphicFrameMkLst>
            <pc:docMk/>
            <pc:sldMk cId="614940156" sldId="441"/>
            <ac:graphicFrameMk id="23" creationId="{127FBFCC-F30B-562D-460A-C06D2413FAF6}"/>
          </ac:graphicFrameMkLst>
        </pc:graphicFrameChg>
      </pc:sldChg>
      <pc:sldChg chg="modSp del mod">
        <pc:chgData name="Se-Hoon Han" userId="70263205-781f-48f0-a54e-469ab1d08896" providerId="ADAL" clId="{99A44C34-6DB4-4D28-A878-85AFF787F6DF}" dt="2026-10-23T08:08:18.025" v="6513" actId="47"/>
        <pc:sldMkLst>
          <pc:docMk/>
          <pc:sldMk cId="614940156" sldId="442"/>
        </pc:sldMkLst>
        <pc:spChg chg="mod">
          <ac:chgData name="Se-Hoon Han" userId="70263205-781f-48f0-a54e-469ab1d08896" providerId="ADAL" clId="{99A44C34-6DB4-4D28-A878-85AFF787F6DF}" dt="2026-10-23T07:30:45.591" v="4671" actId="2711"/>
          <ac:spMkLst>
            <pc:docMk/>
            <pc:sldMk cId="614940156" sldId="442"/>
            <ac:spMk id="2" creationId="{D7649DCD-4E76-7730-5B23-D4DF5FAF320B}"/>
          </ac:spMkLst>
        </pc:spChg>
        <pc:spChg chg="mod">
          <ac:chgData name="Se-Hoon Han" userId="70263205-781f-48f0-a54e-469ab1d08896" providerId="ADAL" clId="{99A44C34-6DB4-4D28-A878-85AFF787F6DF}" dt="2026-10-23T07:30:45.591" v="4671" actId="2711"/>
          <ac:spMkLst>
            <pc:docMk/>
            <pc:sldMk cId="614940156" sldId="442"/>
            <ac:spMk id="3" creationId="{7B3E529F-5328-DC5D-FAB1-63A89A50A4F6}"/>
          </ac:spMkLst>
        </pc:spChg>
        <pc:spChg chg="mod">
          <ac:chgData name="Se-Hoon Han" userId="70263205-781f-48f0-a54e-469ab1d08896" providerId="ADAL" clId="{99A44C34-6DB4-4D28-A878-85AFF787F6DF}" dt="2026-10-23T07:30:45.591" v="4671" actId="2711"/>
          <ac:spMkLst>
            <pc:docMk/>
            <pc:sldMk cId="614940156" sldId="442"/>
            <ac:spMk id="4" creationId="{F9779939-DF27-B8B3-8AD1-3CF4A0173945}"/>
          </ac:spMkLst>
        </pc:spChg>
        <pc:spChg chg="mod">
          <ac:chgData name="Se-Hoon Han" userId="70263205-781f-48f0-a54e-469ab1d08896" providerId="ADAL" clId="{99A44C34-6DB4-4D28-A878-85AFF787F6DF}" dt="2026-10-23T07:30:45.591" v="4671" actId="2711"/>
          <ac:spMkLst>
            <pc:docMk/>
            <pc:sldMk cId="614940156" sldId="442"/>
            <ac:spMk id="6" creationId="{F93B12F7-0974-78C5-8F4E-DBAA82EF2891}"/>
          </ac:spMkLst>
        </pc:spChg>
        <pc:spChg chg="mod">
          <ac:chgData name="Se-Hoon Han" userId="70263205-781f-48f0-a54e-469ab1d08896" providerId="ADAL" clId="{99A44C34-6DB4-4D28-A878-85AFF787F6DF}" dt="2026-10-23T07:35:44.221" v="4735" actId="13926"/>
          <ac:spMkLst>
            <pc:docMk/>
            <pc:sldMk cId="614940156" sldId="442"/>
            <ac:spMk id="7" creationId="{9DA851A3-E7A5-741E-9E9C-6C2730DC0EC1}"/>
          </ac:spMkLst>
        </pc:spChg>
        <pc:spChg chg="mod">
          <ac:chgData name="Se-Hoon Han" userId="70263205-781f-48f0-a54e-469ab1d08896" providerId="ADAL" clId="{99A44C34-6DB4-4D28-A878-85AFF787F6DF}" dt="2026-10-23T07:33:07.097" v="4687" actId="255"/>
          <ac:spMkLst>
            <pc:docMk/>
            <pc:sldMk cId="614940156" sldId="442"/>
            <ac:spMk id="8" creationId="{ABF4674E-9223-31E3-9C4E-FE8C39BF3D03}"/>
          </ac:spMkLst>
        </pc:spChg>
        <pc:spChg chg="mod">
          <ac:chgData name="Se-Hoon Han" userId="70263205-781f-48f0-a54e-469ab1d08896" providerId="ADAL" clId="{99A44C34-6DB4-4D28-A878-85AFF787F6DF}" dt="2026-10-23T07:33:07.097" v="4687" actId="255"/>
          <ac:spMkLst>
            <pc:docMk/>
            <pc:sldMk cId="614940156" sldId="442"/>
            <ac:spMk id="10" creationId="{A9C99B86-8FD0-2B92-081A-A01291B8038E}"/>
          </ac:spMkLst>
        </pc:spChg>
        <pc:spChg chg="mod">
          <ac:chgData name="Se-Hoon Han" userId="70263205-781f-48f0-a54e-469ab1d08896" providerId="ADAL" clId="{99A44C34-6DB4-4D28-A878-85AFF787F6DF}" dt="2026-10-23T07:30:45.591" v="4671" actId="2711"/>
          <ac:spMkLst>
            <pc:docMk/>
            <pc:sldMk cId="614940156" sldId="442"/>
            <ac:spMk id="11" creationId="{825A1EA7-C8F5-E1F1-FC57-E4F1FE778ED1}"/>
          </ac:spMkLst>
        </pc:spChg>
      </pc:sldChg>
      <pc:sldChg chg="del">
        <pc:chgData name="Se-Hoon Han" userId="70263205-781f-48f0-a54e-469ab1d08896" providerId="ADAL" clId="{99A44C34-6DB4-4D28-A878-85AFF787F6DF}" dt="2026-10-23T03:40:00.993" v="893" actId="47"/>
        <pc:sldMkLst>
          <pc:docMk/>
          <pc:sldMk cId="614940156" sldId="443"/>
        </pc:sldMkLst>
      </pc:sldChg>
      <pc:sldChg chg="modSp mod">
        <pc:chgData name="Se-Hoon Han" userId="70263205-781f-48f0-a54e-469ab1d08896" providerId="ADAL" clId="{99A44C34-6DB4-4D28-A878-85AFF787F6DF}" dt="2026-10-23T07:45:04.315" v="5205" actId="20577"/>
        <pc:sldMkLst>
          <pc:docMk/>
          <pc:sldMk cId="614940156" sldId="444"/>
        </pc:sldMkLst>
        <pc:spChg chg="mod">
          <ac:chgData name="Se-Hoon Han" userId="70263205-781f-48f0-a54e-469ab1d08896" providerId="ADAL" clId="{99A44C34-6DB4-4D28-A878-85AFF787F6DF}" dt="2026-10-23T07:31:06.188" v="4673" actId="2711"/>
          <ac:spMkLst>
            <pc:docMk/>
            <pc:sldMk cId="614940156" sldId="444"/>
            <ac:spMk id="2" creationId="{D7649DCD-4E76-7730-5B23-D4DF5FAF320B}"/>
          </ac:spMkLst>
        </pc:spChg>
        <pc:spChg chg="mod">
          <ac:chgData name="Se-Hoon Han" userId="70263205-781f-48f0-a54e-469ab1d08896" providerId="ADAL" clId="{99A44C34-6DB4-4D28-A878-85AFF787F6DF}" dt="2026-10-23T07:31:06.188" v="4673" actId="2711"/>
          <ac:spMkLst>
            <pc:docMk/>
            <pc:sldMk cId="614940156" sldId="444"/>
            <ac:spMk id="3" creationId="{7B3E529F-5328-DC5D-FAB1-63A89A50A4F6}"/>
          </ac:spMkLst>
        </pc:spChg>
        <pc:spChg chg="mod">
          <ac:chgData name="Se-Hoon Han" userId="70263205-781f-48f0-a54e-469ab1d08896" providerId="ADAL" clId="{99A44C34-6DB4-4D28-A878-85AFF787F6DF}" dt="2026-10-23T07:31:06.188" v="4673" actId="2711"/>
          <ac:spMkLst>
            <pc:docMk/>
            <pc:sldMk cId="614940156" sldId="444"/>
            <ac:spMk id="4" creationId="{F9779939-DF27-B8B3-8AD1-3CF4A0173945}"/>
          </ac:spMkLst>
        </pc:spChg>
        <pc:spChg chg="mod">
          <ac:chgData name="Se-Hoon Han" userId="70263205-781f-48f0-a54e-469ab1d08896" providerId="ADAL" clId="{99A44C34-6DB4-4D28-A878-85AFF787F6DF}" dt="2026-10-23T07:31:06.188" v="4673" actId="2711"/>
          <ac:spMkLst>
            <pc:docMk/>
            <pc:sldMk cId="614940156" sldId="444"/>
            <ac:spMk id="6" creationId="{F93B12F7-0974-78C5-8F4E-DBAA82EF2891}"/>
          </ac:spMkLst>
        </pc:spChg>
        <pc:spChg chg="mod">
          <ac:chgData name="Se-Hoon Han" userId="70263205-781f-48f0-a54e-469ab1d08896" providerId="ADAL" clId="{99A44C34-6DB4-4D28-A878-85AFF787F6DF}" dt="2026-10-23T07:45:04.315" v="5205" actId="20577"/>
          <ac:spMkLst>
            <pc:docMk/>
            <pc:sldMk cId="614940156" sldId="444"/>
            <ac:spMk id="7" creationId="{9DA851A3-E7A5-741E-9E9C-6C2730DC0EC1}"/>
          </ac:spMkLst>
        </pc:spChg>
        <pc:spChg chg="mod">
          <ac:chgData name="Se-Hoon Han" userId="70263205-781f-48f0-a54e-469ab1d08896" providerId="ADAL" clId="{99A44C34-6DB4-4D28-A878-85AFF787F6DF}" dt="2026-10-23T07:44:22.363" v="5146" actId="20577"/>
          <ac:spMkLst>
            <pc:docMk/>
            <pc:sldMk cId="614940156" sldId="444"/>
            <ac:spMk id="8" creationId="{ABF4674E-9223-31E3-9C4E-FE8C39BF3D03}"/>
          </ac:spMkLst>
        </pc:spChg>
        <pc:spChg chg="mod">
          <ac:chgData name="Se-Hoon Han" userId="70263205-781f-48f0-a54e-469ab1d08896" providerId="ADAL" clId="{99A44C34-6DB4-4D28-A878-85AFF787F6DF}" dt="2026-10-23T07:31:06.188" v="4673" actId="2711"/>
          <ac:spMkLst>
            <pc:docMk/>
            <pc:sldMk cId="614940156" sldId="444"/>
            <ac:spMk id="10" creationId="{A9C99B86-8FD0-2B92-081A-A01291B8038E}"/>
          </ac:spMkLst>
        </pc:spChg>
        <pc:spChg chg="mod">
          <ac:chgData name="Se-Hoon Han" userId="70263205-781f-48f0-a54e-469ab1d08896" providerId="ADAL" clId="{99A44C34-6DB4-4D28-A878-85AFF787F6DF}" dt="2026-10-23T07:31:06.188" v="4673" actId="2711"/>
          <ac:spMkLst>
            <pc:docMk/>
            <pc:sldMk cId="614940156" sldId="444"/>
            <ac:spMk id="11" creationId="{825A1EA7-C8F5-E1F1-FC57-E4F1FE778ED1}"/>
          </ac:spMkLst>
        </pc:spChg>
      </pc:sldChg>
      <pc:sldChg chg="del">
        <pc:chgData name="Se-Hoon Han" userId="70263205-781f-48f0-a54e-469ab1d08896" providerId="ADAL" clId="{99A44C34-6DB4-4D28-A878-85AFF787F6DF}" dt="2026-10-23T03:43:12.792" v="1005" actId="47"/>
        <pc:sldMkLst>
          <pc:docMk/>
          <pc:sldMk cId="614940156" sldId="445"/>
        </pc:sldMkLst>
      </pc:sldChg>
      <pc:sldChg chg="del">
        <pc:chgData name="Se-Hoon Han" userId="70263205-781f-48f0-a54e-469ab1d08896" providerId="ADAL" clId="{99A44C34-6DB4-4D28-A878-85AFF787F6DF}" dt="2026-10-23T03:43:20" v="1006" actId="47"/>
        <pc:sldMkLst>
          <pc:docMk/>
          <pc:sldMk cId="614940156" sldId="446"/>
        </pc:sldMkLst>
      </pc:sldChg>
      <pc:sldChg chg="modSp mod">
        <pc:chgData name="Se-Hoon Han" userId="70263205-781f-48f0-a54e-469ab1d08896" providerId="ADAL" clId="{99A44C34-6DB4-4D28-A878-85AFF787F6DF}" dt="2026-10-23T07:48:27.415" v="5286" actId="20577"/>
        <pc:sldMkLst>
          <pc:docMk/>
          <pc:sldMk cId="614940156" sldId="447"/>
        </pc:sldMkLst>
        <pc:spChg chg="mod">
          <ac:chgData name="Se-Hoon Han" userId="70263205-781f-48f0-a54e-469ab1d08896" providerId="ADAL" clId="{99A44C34-6DB4-4D28-A878-85AFF787F6DF}" dt="2026-10-23T07:31:11.373" v="4674" actId="2711"/>
          <ac:spMkLst>
            <pc:docMk/>
            <pc:sldMk cId="614940156" sldId="447"/>
            <ac:spMk id="2" creationId="{D7649DCD-4E76-7730-5B23-D4DF5FAF320B}"/>
          </ac:spMkLst>
        </pc:spChg>
        <pc:spChg chg="mod">
          <ac:chgData name="Se-Hoon Han" userId="70263205-781f-48f0-a54e-469ab1d08896" providerId="ADAL" clId="{99A44C34-6DB4-4D28-A878-85AFF787F6DF}" dt="2026-10-23T07:31:11.373" v="4674" actId="2711"/>
          <ac:spMkLst>
            <pc:docMk/>
            <pc:sldMk cId="614940156" sldId="447"/>
            <ac:spMk id="3" creationId="{7B3E529F-5328-DC5D-FAB1-63A89A50A4F6}"/>
          </ac:spMkLst>
        </pc:spChg>
        <pc:spChg chg="mod">
          <ac:chgData name="Se-Hoon Han" userId="70263205-781f-48f0-a54e-469ab1d08896" providerId="ADAL" clId="{99A44C34-6DB4-4D28-A878-85AFF787F6DF}" dt="2026-10-23T07:31:11.373" v="4674" actId="2711"/>
          <ac:spMkLst>
            <pc:docMk/>
            <pc:sldMk cId="614940156" sldId="447"/>
            <ac:spMk id="4" creationId="{F9779939-DF27-B8B3-8AD1-3CF4A0173945}"/>
          </ac:spMkLst>
        </pc:spChg>
        <pc:spChg chg="mod">
          <ac:chgData name="Se-Hoon Han" userId="70263205-781f-48f0-a54e-469ab1d08896" providerId="ADAL" clId="{99A44C34-6DB4-4D28-A878-85AFF787F6DF}" dt="2026-10-23T07:31:11.373" v="4674" actId="2711"/>
          <ac:spMkLst>
            <pc:docMk/>
            <pc:sldMk cId="614940156" sldId="447"/>
            <ac:spMk id="6" creationId="{F93B12F7-0974-78C5-8F4E-DBAA82EF2891}"/>
          </ac:spMkLst>
        </pc:spChg>
        <pc:spChg chg="mod">
          <ac:chgData name="Se-Hoon Han" userId="70263205-781f-48f0-a54e-469ab1d08896" providerId="ADAL" clId="{99A44C34-6DB4-4D28-A878-85AFF787F6DF}" dt="2026-10-23T07:48:27.415" v="5286" actId="20577"/>
          <ac:spMkLst>
            <pc:docMk/>
            <pc:sldMk cId="614940156" sldId="447"/>
            <ac:spMk id="7" creationId="{9DA851A3-E7A5-741E-9E9C-6C2730DC0EC1}"/>
          </ac:spMkLst>
        </pc:spChg>
        <pc:spChg chg="mod">
          <ac:chgData name="Se-Hoon Han" userId="70263205-781f-48f0-a54e-469ab1d08896" providerId="ADAL" clId="{99A44C34-6DB4-4D28-A878-85AFF787F6DF}" dt="2026-10-23T07:46:02.612" v="5230" actId="20577"/>
          <ac:spMkLst>
            <pc:docMk/>
            <pc:sldMk cId="614940156" sldId="447"/>
            <ac:spMk id="8" creationId="{ABF4674E-9223-31E3-9C4E-FE8C39BF3D03}"/>
          </ac:spMkLst>
        </pc:spChg>
        <pc:spChg chg="mod">
          <ac:chgData name="Se-Hoon Han" userId="70263205-781f-48f0-a54e-469ab1d08896" providerId="ADAL" clId="{99A44C34-6DB4-4D28-A878-85AFF787F6DF}" dt="2026-10-23T07:31:11.373" v="4674" actId="2711"/>
          <ac:spMkLst>
            <pc:docMk/>
            <pc:sldMk cId="614940156" sldId="447"/>
            <ac:spMk id="10" creationId="{A9C99B86-8FD0-2B92-081A-A01291B8038E}"/>
          </ac:spMkLst>
        </pc:spChg>
        <pc:spChg chg="mod">
          <ac:chgData name="Se-Hoon Han" userId="70263205-781f-48f0-a54e-469ab1d08896" providerId="ADAL" clId="{99A44C34-6DB4-4D28-A878-85AFF787F6DF}" dt="2026-10-23T07:31:11.373" v="4674" actId="2711"/>
          <ac:spMkLst>
            <pc:docMk/>
            <pc:sldMk cId="614940156" sldId="447"/>
            <ac:spMk id="11" creationId="{825A1EA7-C8F5-E1F1-FC57-E4F1FE778ED1}"/>
          </ac:spMkLst>
        </pc:spChg>
      </pc:sldChg>
      <pc:sldChg chg="del">
        <pc:chgData name="Se-Hoon Han" userId="70263205-781f-48f0-a54e-469ab1d08896" providerId="ADAL" clId="{99A44C34-6DB4-4D28-A878-85AFF787F6DF}" dt="2026-10-23T03:44:29.815" v="1009" actId="47"/>
        <pc:sldMkLst>
          <pc:docMk/>
          <pc:sldMk cId="614940156" sldId="448"/>
        </pc:sldMkLst>
      </pc:sldChg>
      <pc:sldChg chg="del">
        <pc:chgData name="Se-Hoon Han" userId="70263205-781f-48f0-a54e-469ab1d08896" providerId="ADAL" clId="{99A44C34-6DB4-4D28-A878-85AFF787F6DF}" dt="2026-10-23T03:43:34.059" v="1007" actId="47"/>
        <pc:sldMkLst>
          <pc:docMk/>
          <pc:sldMk cId="426986721" sldId="449"/>
        </pc:sldMkLst>
      </pc:sldChg>
      <pc:sldChg chg="del">
        <pc:chgData name="Se-Hoon Han" userId="70263205-781f-48f0-a54e-469ab1d08896" providerId="ADAL" clId="{99A44C34-6DB4-4D28-A878-85AFF787F6DF}" dt="2026-10-23T03:43:39.131" v="1008" actId="47"/>
        <pc:sldMkLst>
          <pc:docMk/>
          <pc:sldMk cId="426986721" sldId="450"/>
        </pc:sldMkLst>
      </pc:sldChg>
      <pc:sldChg chg="modSp mod">
        <pc:chgData name="Se-Hoon Han" userId="70263205-781f-48f0-a54e-469ab1d08896" providerId="ADAL" clId="{99A44C34-6DB4-4D28-A878-85AFF787F6DF}" dt="2026-10-23T07:31:17.634" v="4675" actId="2711"/>
        <pc:sldMkLst>
          <pc:docMk/>
          <pc:sldMk cId="488768465" sldId="451"/>
        </pc:sldMkLst>
        <pc:spChg chg="mod">
          <ac:chgData name="Se-Hoon Han" userId="70263205-781f-48f0-a54e-469ab1d08896" providerId="ADAL" clId="{99A44C34-6DB4-4D28-A878-85AFF787F6DF}" dt="2026-10-23T07:31:17.634" v="4675" actId="2711"/>
          <ac:spMkLst>
            <pc:docMk/>
            <pc:sldMk cId="488768465" sldId="451"/>
            <ac:spMk id="2" creationId="{AE6E3353-3227-9D17-17DE-056494B55360}"/>
          </ac:spMkLst>
        </pc:spChg>
        <pc:spChg chg="mod">
          <ac:chgData name="Se-Hoon Han" userId="70263205-781f-48f0-a54e-469ab1d08896" providerId="ADAL" clId="{99A44C34-6DB4-4D28-A878-85AFF787F6DF}" dt="2026-10-23T07:31:17.634" v="4675" actId="2711"/>
          <ac:spMkLst>
            <pc:docMk/>
            <pc:sldMk cId="488768465" sldId="451"/>
            <ac:spMk id="3" creationId="{34BFE6D7-3823-D11E-4CD0-2DC188FA122A}"/>
          </ac:spMkLst>
        </pc:spChg>
        <pc:spChg chg="mod">
          <ac:chgData name="Se-Hoon Han" userId="70263205-781f-48f0-a54e-469ab1d08896" providerId="ADAL" clId="{99A44C34-6DB4-4D28-A878-85AFF787F6DF}" dt="2026-10-23T07:31:17.634" v="4675" actId="2711"/>
          <ac:spMkLst>
            <pc:docMk/>
            <pc:sldMk cId="488768465" sldId="451"/>
            <ac:spMk id="4" creationId="{FDE9E218-F110-DA3C-DE6D-4687D76AC90D}"/>
          </ac:spMkLst>
        </pc:spChg>
      </pc:sldChg>
      <pc:sldChg chg="modSp mod">
        <pc:chgData name="Se-Hoon Han" userId="70263205-781f-48f0-a54e-469ab1d08896" providerId="ADAL" clId="{99A44C34-6DB4-4D28-A878-85AFF787F6DF}" dt="2026-10-23T07:55:26.557" v="6067" actId="13926"/>
        <pc:sldMkLst>
          <pc:docMk/>
          <pc:sldMk cId="614940156" sldId="452"/>
        </pc:sldMkLst>
        <pc:spChg chg="mod">
          <ac:chgData name="Se-Hoon Han" userId="70263205-781f-48f0-a54e-469ab1d08896" providerId="ADAL" clId="{99A44C34-6DB4-4D28-A878-85AFF787F6DF}" dt="2026-10-23T07:31:25.190" v="4676" actId="2711"/>
          <ac:spMkLst>
            <pc:docMk/>
            <pc:sldMk cId="614940156" sldId="452"/>
            <ac:spMk id="2" creationId="{D7649DCD-4E76-7730-5B23-D4DF5FAF320B}"/>
          </ac:spMkLst>
        </pc:spChg>
        <pc:spChg chg="mod">
          <ac:chgData name="Se-Hoon Han" userId="70263205-781f-48f0-a54e-469ab1d08896" providerId="ADAL" clId="{99A44C34-6DB4-4D28-A878-85AFF787F6DF}" dt="2026-10-23T07:31:25.190" v="4676" actId="2711"/>
          <ac:spMkLst>
            <pc:docMk/>
            <pc:sldMk cId="614940156" sldId="452"/>
            <ac:spMk id="3" creationId="{7B3E529F-5328-DC5D-FAB1-63A89A50A4F6}"/>
          </ac:spMkLst>
        </pc:spChg>
        <pc:spChg chg="mod">
          <ac:chgData name="Se-Hoon Han" userId="70263205-781f-48f0-a54e-469ab1d08896" providerId="ADAL" clId="{99A44C34-6DB4-4D28-A878-85AFF787F6DF}" dt="2026-10-23T07:31:25.190" v="4676" actId="2711"/>
          <ac:spMkLst>
            <pc:docMk/>
            <pc:sldMk cId="614940156" sldId="452"/>
            <ac:spMk id="4" creationId="{F9779939-DF27-B8B3-8AD1-3CF4A0173945}"/>
          </ac:spMkLst>
        </pc:spChg>
        <pc:spChg chg="mod">
          <ac:chgData name="Se-Hoon Han" userId="70263205-781f-48f0-a54e-469ab1d08896" providerId="ADAL" clId="{99A44C34-6DB4-4D28-A878-85AFF787F6DF}" dt="2026-10-23T07:31:25.190" v="4676" actId="2711"/>
          <ac:spMkLst>
            <pc:docMk/>
            <pc:sldMk cId="614940156" sldId="452"/>
            <ac:spMk id="6" creationId="{F93B12F7-0974-78C5-8F4E-DBAA82EF2891}"/>
          </ac:spMkLst>
        </pc:spChg>
        <pc:spChg chg="mod">
          <ac:chgData name="Se-Hoon Han" userId="70263205-781f-48f0-a54e-469ab1d08896" providerId="ADAL" clId="{99A44C34-6DB4-4D28-A878-85AFF787F6DF}" dt="2026-10-23T07:33:27.114" v="4690" actId="255"/>
          <ac:spMkLst>
            <pc:docMk/>
            <pc:sldMk cId="614940156" sldId="452"/>
            <ac:spMk id="7" creationId="{9DA851A3-E7A5-741E-9E9C-6C2730DC0EC1}"/>
          </ac:spMkLst>
        </pc:spChg>
        <pc:spChg chg="mod">
          <ac:chgData name="Se-Hoon Han" userId="70263205-781f-48f0-a54e-469ab1d08896" providerId="ADAL" clId="{99A44C34-6DB4-4D28-A878-85AFF787F6DF}" dt="2026-10-23T07:55:26.557" v="6067" actId="13926"/>
          <ac:spMkLst>
            <pc:docMk/>
            <pc:sldMk cId="614940156" sldId="452"/>
            <ac:spMk id="8" creationId="{ABF4674E-9223-31E3-9C4E-FE8C39BF3D03}"/>
          </ac:spMkLst>
        </pc:spChg>
        <pc:spChg chg="mod">
          <ac:chgData name="Se-Hoon Han" userId="70263205-781f-48f0-a54e-469ab1d08896" providerId="ADAL" clId="{99A44C34-6DB4-4D28-A878-85AFF787F6DF}" dt="2026-10-23T07:33:27.114" v="4690" actId="255"/>
          <ac:spMkLst>
            <pc:docMk/>
            <pc:sldMk cId="614940156" sldId="452"/>
            <ac:spMk id="10" creationId="{A9C99B86-8FD0-2B92-081A-A01291B8038E}"/>
          </ac:spMkLst>
        </pc:spChg>
        <pc:spChg chg="mod">
          <ac:chgData name="Se-Hoon Han" userId="70263205-781f-48f0-a54e-469ab1d08896" providerId="ADAL" clId="{99A44C34-6DB4-4D28-A878-85AFF787F6DF}" dt="2026-10-23T07:31:25.190" v="4676" actId="2711"/>
          <ac:spMkLst>
            <pc:docMk/>
            <pc:sldMk cId="614940156" sldId="452"/>
            <ac:spMk id="11" creationId="{825A1EA7-C8F5-E1F1-FC57-E4F1FE778ED1}"/>
          </ac:spMkLst>
        </pc:spChg>
      </pc:sldChg>
      <pc:sldChg chg="add del">
        <pc:chgData name="Se-Hoon Han" userId="70263205-781f-48f0-a54e-469ab1d08896" providerId="ADAL" clId="{99A44C34-6DB4-4D28-A878-85AFF787F6DF}" dt="2026-10-23T08:08:17.171" v="6512" actId="47"/>
        <pc:sldMkLst>
          <pc:docMk/>
          <pc:sldMk cId="392504776" sldId="45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9AAD27-AF1E-3276-F64C-E24DD3C9D6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C106297-72C7-0612-7611-0739473673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71FD7E-7453-412A-9D9A-67248BEACEC8}" type="datetimeFigureOut">
              <a:rPr lang="en-GB" smtClean="0"/>
              <a:t>23/10/2026</a:t>
            </a:fld>
            <a:endParaRPr lang="en-GB"/>
          </a:p>
        </p:txBody>
      </p:sp>
      <p:sp>
        <p:nvSpPr>
          <p:cNvPr id="4" name="Footer Placeholder 3">
            <a:extLst>
              <a:ext uri="{FF2B5EF4-FFF2-40B4-BE49-F238E27FC236}">
                <a16:creationId xmlns:a16="http://schemas.microsoft.com/office/drawing/2014/main" id="{657DE446-DCD2-634E-6E7D-2B6CC9FA70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6E7209B-478D-FE16-8BB2-A67423D4E2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D9B360-C774-49CA-835F-5A4EA981ED5F}" type="slidenum">
              <a:rPr lang="en-GB" smtClean="0"/>
              <a:t>‹#›</a:t>
            </a:fld>
            <a:endParaRPr lang="en-GB"/>
          </a:p>
        </p:txBody>
      </p:sp>
    </p:spTree>
    <p:extLst>
      <p:ext uri="{BB962C8B-B14F-4D97-AF65-F5344CB8AC3E}">
        <p14:creationId xmlns:p14="http://schemas.microsoft.com/office/powerpoint/2010/main" val="370500622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735BF1-9CEA-4069-8947-4F338367F244}" type="datetimeFigureOut">
              <a:rPr lang="en-GB" smtClean="0"/>
              <a:t>23/10/2026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652C4-8DDB-4486-9682-2F893AB472AD}" type="slidenum">
              <a:rPr lang="en-GB" smtClean="0"/>
              <a:t>‹#›</a:t>
            </a:fld>
            <a:endParaRPr lang="en-GB"/>
          </a:p>
        </p:txBody>
      </p:sp>
    </p:spTree>
    <p:extLst>
      <p:ext uri="{BB962C8B-B14F-4D97-AF65-F5344CB8AC3E}">
        <p14:creationId xmlns:p14="http://schemas.microsoft.com/office/powerpoint/2010/main" val="159252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hyperlink" Target="https://twitter.com/ForvisMazarsGrp" TargetMode="External"/><Relationship Id="rId7" Type="http://schemas.openxmlformats.org/officeDocument/2006/relationships/image" Target="../media/image1.wmf"/><Relationship Id="rId2" Type="http://schemas.openxmlformats.org/officeDocument/2006/relationships/hyperlink" Target="https://www.linkedin.com/company/forvis-mazars-group/" TargetMode="External"/><Relationship Id="rId1" Type="http://schemas.openxmlformats.org/officeDocument/2006/relationships/slideMaster" Target="../slideMasters/slideMaster1.xml"/><Relationship Id="rId6" Type="http://schemas.openxmlformats.org/officeDocument/2006/relationships/hyperlink" Target="https://www.youtube.com/@ForvisMazarsGroup" TargetMode="External"/><Relationship Id="rId5" Type="http://schemas.openxmlformats.org/officeDocument/2006/relationships/hyperlink" Target="https://www.facebook.com/ForvisMazarsGroup/" TargetMode="External"/><Relationship Id="rId4" Type="http://schemas.openxmlformats.org/officeDocument/2006/relationships/hyperlink" Target="https://www.instagram.com/forvismazarsgroup/" TargetMode="External"/></Relationships>
</file>

<file path=ppt/slideLayouts/_rels/slideLayout71.xml.rels><?xml version="1.0" encoding="UTF-8" standalone="yes"?>
<Relationships xmlns="http://schemas.openxmlformats.org/package/2006/relationships"><Relationship Id="rId3" Type="http://schemas.openxmlformats.org/officeDocument/2006/relationships/hyperlink" Target="https://twitter.com/ForvisMazarsGrp" TargetMode="External"/><Relationship Id="rId2" Type="http://schemas.openxmlformats.org/officeDocument/2006/relationships/hyperlink" Target="https://www.linkedin.com/company/forvis-mazars-group/" TargetMode="External"/><Relationship Id="rId1" Type="http://schemas.openxmlformats.org/officeDocument/2006/relationships/slideMaster" Target="../slideMasters/slideMaster1.xml"/><Relationship Id="rId6" Type="http://schemas.openxmlformats.org/officeDocument/2006/relationships/hyperlink" Target="https://www.youtube.com/@ForvisMazarsGroup" TargetMode="External"/><Relationship Id="rId5" Type="http://schemas.openxmlformats.org/officeDocument/2006/relationships/hyperlink" Target="https://www.facebook.com/ForvisMazarsGroup/" TargetMode="External"/><Relationship Id="rId4" Type="http://schemas.openxmlformats.org/officeDocument/2006/relationships/hyperlink" Target="https://www.instagram.com/forvismazarsgroup/" TargetMode="External"/></Relationships>
</file>

<file path=ppt/slideLayouts/_rels/slideLayout72.xml.rels><?xml version="1.0" encoding="UTF-8" standalone="yes"?>
<Relationships xmlns="http://schemas.openxmlformats.org/package/2006/relationships"><Relationship Id="rId3" Type="http://schemas.openxmlformats.org/officeDocument/2006/relationships/hyperlink" Target="https://twitter.com/ForvisMazarsGrp" TargetMode="External"/><Relationship Id="rId2" Type="http://schemas.openxmlformats.org/officeDocument/2006/relationships/hyperlink" Target="https://www.linkedin.com/company/forvis-mazars-group/" TargetMode="External"/><Relationship Id="rId1" Type="http://schemas.openxmlformats.org/officeDocument/2006/relationships/slideMaster" Target="../slideMasters/slideMaster1.xml"/><Relationship Id="rId6" Type="http://schemas.openxmlformats.org/officeDocument/2006/relationships/hyperlink" Target="https://www.youtube.com/@ForvisMazarsGroup" TargetMode="External"/><Relationship Id="rId5" Type="http://schemas.openxmlformats.org/officeDocument/2006/relationships/hyperlink" Target="https://www.facebook.com/ForvisMazarsGroup/" TargetMode="External"/><Relationship Id="rId4" Type="http://schemas.openxmlformats.org/officeDocument/2006/relationships/hyperlink" Target="https://www.instagram.com/forvismazarsgroup/" TargetMode="Externa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 large frame -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47878-4CC5-2F38-EC5C-CE288DFC692B}"/>
              </a:ext>
            </a:extLst>
          </p:cNvPr>
          <p:cNvSpPr>
            <a:spLocks noGrp="1"/>
          </p:cNvSpPr>
          <p:nvPr>
            <p:ph type="ctrTitle" hasCustomPrompt="1"/>
          </p:nvPr>
        </p:nvSpPr>
        <p:spPr>
          <a:xfrm>
            <a:off x="306000" y="4550400"/>
            <a:ext cx="11581200" cy="360000"/>
          </a:xfrm>
        </p:spPr>
        <p:txBody>
          <a:bodyPr anchor="t"/>
          <a:lstStyle>
            <a:lvl1pPr algn="l">
              <a:defRPr sz="2400"/>
            </a:lvl1pPr>
          </a:lstStyle>
          <a:p>
            <a:r>
              <a:rPr lang="en-US" dirty="0"/>
              <a:t>Title</a:t>
            </a:r>
            <a:endParaRPr lang="en-GB" dirty="0"/>
          </a:p>
        </p:txBody>
      </p:sp>
      <p:sp>
        <p:nvSpPr>
          <p:cNvPr id="3" name="Subtitle 2">
            <a:extLst>
              <a:ext uri="{FF2B5EF4-FFF2-40B4-BE49-F238E27FC236}">
                <a16:creationId xmlns:a16="http://schemas.microsoft.com/office/drawing/2014/main" id="{FC404444-F2E0-6C9C-4C6D-05AB61391266}"/>
              </a:ext>
            </a:extLst>
          </p:cNvPr>
          <p:cNvSpPr>
            <a:spLocks noGrp="1"/>
          </p:cNvSpPr>
          <p:nvPr>
            <p:ph type="subTitle" idx="1" hasCustomPrompt="1"/>
          </p:nvPr>
        </p:nvSpPr>
        <p:spPr>
          <a:xfrm>
            <a:off x="306000" y="4910400"/>
            <a:ext cx="11581200" cy="360000"/>
          </a:xfr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9" name="Picture Placeholder 8">
            <a:extLst>
              <a:ext uri="{FF2B5EF4-FFF2-40B4-BE49-F238E27FC236}">
                <a16:creationId xmlns:a16="http://schemas.microsoft.com/office/drawing/2014/main" id="{5842C18B-1D7A-8DC7-E58C-751F7B000828}"/>
              </a:ext>
            </a:extLst>
          </p:cNvPr>
          <p:cNvSpPr>
            <a:spLocks noGrp="1"/>
          </p:cNvSpPr>
          <p:nvPr>
            <p:ph type="pic" sz="quarter" idx="10"/>
          </p:nvPr>
        </p:nvSpPr>
        <p:spPr>
          <a:xfrm>
            <a:off x="305400" y="304800"/>
            <a:ext cx="11581200" cy="38808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1" name="Text Placeholder 10">
            <a:extLst>
              <a:ext uri="{FF2B5EF4-FFF2-40B4-BE49-F238E27FC236}">
                <a16:creationId xmlns:a16="http://schemas.microsoft.com/office/drawing/2014/main" id="{A4795539-9F7B-3A76-36CE-3A8633FDF0EB}"/>
              </a:ext>
            </a:extLst>
          </p:cNvPr>
          <p:cNvSpPr>
            <a:spLocks noGrp="1"/>
          </p:cNvSpPr>
          <p:nvPr>
            <p:ph type="body" sz="quarter" idx="11" hasCustomPrompt="1"/>
          </p:nvPr>
        </p:nvSpPr>
        <p:spPr>
          <a:xfrm>
            <a:off x="306000" y="6249600"/>
            <a:ext cx="9000000" cy="360000"/>
          </a:xfrm>
        </p:spPr>
        <p:txBody>
          <a:bodyPr/>
          <a:lstStyle>
            <a:lvl1pPr marL="0" indent="0">
              <a:buNone/>
              <a:defRPr sz="2000">
                <a:solidFill>
                  <a:schemeClr val="tx1"/>
                </a:solidFill>
              </a:defRPr>
            </a:lvl1pPr>
          </a:lstStyle>
          <a:p>
            <a:pPr lvl="0"/>
            <a:r>
              <a:rPr lang="en-US" dirty="0"/>
              <a:t>Name, Date, Year</a:t>
            </a:r>
            <a:endParaRPr lang="en-GB" dirty="0"/>
          </a:p>
        </p:txBody>
      </p:sp>
      <p:pic>
        <p:nvPicPr>
          <p:cNvPr id="4" name="Grafik 11">
            <a:extLst>
              <a:ext uri="{FF2B5EF4-FFF2-40B4-BE49-F238E27FC236}">
                <a16:creationId xmlns:a16="http://schemas.microsoft.com/office/drawing/2014/main" id="{DB710B25-B2C0-3F46-B52E-75BA79935C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Tree>
    <p:extLst>
      <p:ext uri="{BB962C8B-B14F-4D97-AF65-F5344CB8AC3E}">
        <p14:creationId xmlns:p14="http://schemas.microsoft.com/office/powerpoint/2010/main" val="265792447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 large frame - true blu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47878-4CC5-2F38-EC5C-CE288DFC692B}"/>
              </a:ext>
            </a:extLst>
          </p:cNvPr>
          <p:cNvSpPr>
            <a:spLocks noGrp="1"/>
          </p:cNvSpPr>
          <p:nvPr>
            <p:ph type="ctrTitle" hasCustomPrompt="1"/>
          </p:nvPr>
        </p:nvSpPr>
        <p:spPr>
          <a:xfrm>
            <a:off x="306000" y="4550400"/>
            <a:ext cx="11581200" cy="360000"/>
          </a:xfrm>
        </p:spPr>
        <p:txBody>
          <a:bodyPr anchor="t"/>
          <a:lstStyle>
            <a:lvl1pPr algn="l">
              <a:defRPr sz="2400">
                <a:solidFill>
                  <a:schemeClr val="bg1"/>
                </a:solidFill>
              </a:defRPr>
            </a:lvl1pPr>
          </a:lstStyle>
          <a:p>
            <a:r>
              <a:rPr lang="en-US" dirty="0"/>
              <a:t>Title</a:t>
            </a:r>
            <a:endParaRPr lang="en-GB" dirty="0"/>
          </a:p>
        </p:txBody>
      </p:sp>
      <p:sp>
        <p:nvSpPr>
          <p:cNvPr id="3" name="Subtitle 2">
            <a:extLst>
              <a:ext uri="{FF2B5EF4-FFF2-40B4-BE49-F238E27FC236}">
                <a16:creationId xmlns:a16="http://schemas.microsoft.com/office/drawing/2014/main" id="{FC404444-F2E0-6C9C-4C6D-05AB61391266}"/>
              </a:ext>
            </a:extLst>
          </p:cNvPr>
          <p:cNvSpPr>
            <a:spLocks noGrp="1"/>
          </p:cNvSpPr>
          <p:nvPr>
            <p:ph type="subTitle" idx="1" hasCustomPrompt="1"/>
          </p:nvPr>
        </p:nvSpPr>
        <p:spPr>
          <a:xfrm>
            <a:off x="306000" y="4910400"/>
            <a:ext cx="11581200" cy="360000"/>
          </a:xfrm>
        </p:spPr>
        <p:txBody>
          <a:bodyPr/>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9" name="Picture Placeholder 8">
            <a:extLst>
              <a:ext uri="{FF2B5EF4-FFF2-40B4-BE49-F238E27FC236}">
                <a16:creationId xmlns:a16="http://schemas.microsoft.com/office/drawing/2014/main" id="{5842C18B-1D7A-8DC7-E58C-751F7B000828}"/>
              </a:ext>
            </a:extLst>
          </p:cNvPr>
          <p:cNvSpPr>
            <a:spLocks noGrp="1"/>
          </p:cNvSpPr>
          <p:nvPr>
            <p:ph type="pic" sz="quarter" idx="10"/>
          </p:nvPr>
        </p:nvSpPr>
        <p:spPr>
          <a:xfrm>
            <a:off x="305400" y="304800"/>
            <a:ext cx="11581200" cy="38808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1" name="Text Placeholder 10">
            <a:extLst>
              <a:ext uri="{FF2B5EF4-FFF2-40B4-BE49-F238E27FC236}">
                <a16:creationId xmlns:a16="http://schemas.microsoft.com/office/drawing/2014/main" id="{A4795539-9F7B-3A76-36CE-3A8633FDF0EB}"/>
              </a:ext>
            </a:extLst>
          </p:cNvPr>
          <p:cNvSpPr>
            <a:spLocks noGrp="1"/>
          </p:cNvSpPr>
          <p:nvPr>
            <p:ph type="body" sz="quarter" idx="11" hasCustomPrompt="1"/>
          </p:nvPr>
        </p:nvSpPr>
        <p:spPr>
          <a:xfrm>
            <a:off x="306000" y="6249600"/>
            <a:ext cx="9000000" cy="360000"/>
          </a:xfrm>
        </p:spPr>
        <p:txBody>
          <a:bodyPr/>
          <a:lstStyle>
            <a:lvl1pPr marL="0" indent="0">
              <a:buNone/>
              <a:defRPr sz="2000">
                <a:solidFill>
                  <a:schemeClr val="bg1"/>
                </a:solidFill>
              </a:defRPr>
            </a:lvl1pPr>
          </a:lstStyle>
          <a:p>
            <a:pPr lvl="0"/>
            <a:r>
              <a:rPr lang="en-US" dirty="0"/>
              <a:t>Name, Date, Year</a:t>
            </a:r>
            <a:endParaRPr lang="en-GB" dirty="0"/>
          </a:p>
        </p:txBody>
      </p:sp>
      <p:sp>
        <p:nvSpPr>
          <p:cNvPr id="6" name="TextBox 5">
            <a:extLst>
              <a:ext uri="{FF2B5EF4-FFF2-40B4-BE49-F238E27FC236}">
                <a16:creationId xmlns:a16="http://schemas.microsoft.com/office/drawing/2014/main" id="{26222313-E3E8-84C6-CDEF-E7A032ED39D8}"/>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grpSp>
        <p:nvGrpSpPr>
          <p:cNvPr id="4" name="Gruppieren 4">
            <a:extLst>
              <a:ext uri="{FF2B5EF4-FFF2-40B4-BE49-F238E27FC236}">
                <a16:creationId xmlns:a16="http://schemas.microsoft.com/office/drawing/2014/main" id="{60F69E8D-6EAC-C523-6D4F-3094B23E4F76}"/>
              </a:ext>
            </a:extLst>
          </p:cNvPr>
          <p:cNvGrpSpPr>
            <a:grpSpLocks noChangeAspect="1"/>
          </p:cNvGrpSpPr>
          <p:nvPr userDrawn="1"/>
        </p:nvGrpSpPr>
        <p:grpSpPr>
          <a:xfrm>
            <a:off x="10811963" y="6165234"/>
            <a:ext cx="1080000" cy="453765"/>
            <a:chOff x="1721984" y="2257682"/>
            <a:chExt cx="7247953" cy="3045250"/>
          </a:xfrm>
        </p:grpSpPr>
        <p:sp>
          <p:nvSpPr>
            <p:cNvPr id="5" name="Freihandform: Form 5">
              <a:extLst>
                <a:ext uri="{FF2B5EF4-FFF2-40B4-BE49-F238E27FC236}">
                  <a16:creationId xmlns:a16="http://schemas.microsoft.com/office/drawing/2014/main" id="{D8CCB833-4D26-6E84-CE0F-C6BDD9B360C0}"/>
                </a:ext>
              </a:extLst>
            </p:cNvPr>
            <p:cNvSpPr/>
            <p:nvPr/>
          </p:nvSpPr>
          <p:spPr>
            <a:xfrm>
              <a:off x="1721984" y="4167798"/>
              <a:ext cx="1948179" cy="1135134"/>
            </a:xfrm>
            <a:custGeom>
              <a:avLst/>
              <a:gdLst>
                <a:gd name="connsiteX0" fmla="*/ 1948179 w 1948179"/>
                <a:gd name="connsiteY0" fmla="*/ 391066 h 1135134"/>
                <a:gd name="connsiteX1" fmla="*/ 1641834 w 1948179"/>
                <a:gd name="connsiteY1" fmla="*/ 0 h 1135134"/>
                <a:gd name="connsiteX2" fmla="*/ 1272508 w 1948179"/>
                <a:gd name="connsiteY2" fmla="*/ 302012 h 1135134"/>
                <a:gd name="connsiteX3" fmla="*/ 1257305 w 1948179"/>
                <a:gd name="connsiteY3" fmla="*/ 302012 h 1135134"/>
                <a:gd name="connsiteX4" fmla="*/ 955329 w 1948179"/>
                <a:gd name="connsiteY4" fmla="*/ 0 h 1135134"/>
                <a:gd name="connsiteX5" fmla="*/ 581633 w 1948179"/>
                <a:gd name="connsiteY5" fmla="*/ 312846 h 1135134"/>
                <a:gd name="connsiteX6" fmla="*/ 566177 w 1948179"/>
                <a:gd name="connsiteY6" fmla="*/ 312846 h 1135134"/>
                <a:gd name="connsiteX7" fmla="*/ 333646 w 1948179"/>
                <a:gd name="connsiteY7" fmla="*/ 28240 h 1135134"/>
                <a:gd name="connsiteX8" fmla="*/ 223972 w 1948179"/>
                <a:gd name="connsiteY8" fmla="*/ 10870 h 1135134"/>
                <a:gd name="connsiteX9" fmla="*/ 0 w 1948179"/>
                <a:gd name="connsiteY9" fmla="*/ 10870 h 1135134"/>
                <a:gd name="connsiteX10" fmla="*/ 0 w 1948179"/>
                <a:gd name="connsiteY10" fmla="*/ 257990 h 1135134"/>
                <a:gd name="connsiteX11" fmla="*/ 283991 w 1948179"/>
                <a:gd name="connsiteY11" fmla="*/ 258099 h 1135134"/>
                <a:gd name="connsiteX12" fmla="*/ 283991 w 1948179"/>
                <a:gd name="connsiteY12" fmla="*/ 1116717 h 1135134"/>
                <a:gd name="connsiteX13" fmla="*/ 585967 w 1948179"/>
                <a:gd name="connsiteY13" fmla="*/ 1116717 h 1135134"/>
                <a:gd name="connsiteX14" fmla="*/ 585967 w 1948179"/>
                <a:gd name="connsiteY14" fmla="*/ 562710 h 1135134"/>
                <a:gd name="connsiteX15" fmla="*/ 597342 w 1948179"/>
                <a:gd name="connsiteY15" fmla="*/ 466506 h 1135134"/>
                <a:gd name="connsiteX16" fmla="*/ 820592 w 1948179"/>
                <a:gd name="connsiteY16" fmla="*/ 254198 h 1135134"/>
                <a:gd name="connsiteX17" fmla="*/ 968330 w 1948179"/>
                <a:gd name="connsiteY17" fmla="*/ 473656 h 1135134"/>
                <a:gd name="connsiteX18" fmla="*/ 968330 w 1948179"/>
                <a:gd name="connsiteY18" fmla="*/ 1116753 h 1135134"/>
                <a:gd name="connsiteX19" fmla="*/ 1270305 w 1948179"/>
                <a:gd name="connsiteY19" fmla="*/ 1116753 h 1135134"/>
                <a:gd name="connsiteX20" fmla="*/ 1270305 w 1948179"/>
                <a:gd name="connsiteY20" fmla="*/ 549710 h 1135134"/>
                <a:gd name="connsiteX21" fmla="*/ 1511467 w 1948179"/>
                <a:gd name="connsiteY21" fmla="*/ 254234 h 1135134"/>
                <a:gd name="connsiteX22" fmla="*/ 1644001 w 1948179"/>
                <a:gd name="connsiteY22" fmla="*/ 473692 h 1135134"/>
                <a:gd name="connsiteX23" fmla="*/ 1644001 w 1948179"/>
                <a:gd name="connsiteY23" fmla="*/ 833231 h 1135134"/>
                <a:gd name="connsiteX24" fmla="*/ 1948179 w 1948179"/>
                <a:gd name="connsiteY24" fmla="*/ 1135135 h 1135134"/>
                <a:gd name="connsiteX25" fmla="*/ 1948179 w 1948179"/>
                <a:gd name="connsiteY25" fmla="*/ 391102 h 113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48179" h="1135134">
                  <a:moveTo>
                    <a:pt x="1948179" y="391066"/>
                  </a:moveTo>
                  <a:cubicBezTo>
                    <a:pt x="1948179" y="149904"/>
                    <a:pt x="1852589" y="0"/>
                    <a:pt x="1641834" y="0"/>
                  </a:cubicBezTo>
                  <a:cubicBezTo>
                    <a:pt x="1468023" y="0"/>
                    <a:pt x="1335489" y="108627"/>
                    <a:pt x="1272508" y="302012"/>
                  </a:cubicBezTo>
                  <a:lnTo>
                    <a:pt x="1257305" y="302012"/>
                  </a:lnTo>
                  <a:cubicBezTo>
                    <a:pt x="1239934" y="128201"/>
                    <a:pt x="1142141" y="0"/>
                    <a:pt x="955329" y="0"/>
                  </a:cubicBezTo>
                  <a:cubicBezTo>
                    <a:pt x="768517" y="0"/>
                    <a:pt x="640317" y="115128"/>
                    <a:pt x="581633" y="312846"/>
                  </a:cubicBezTo>
                  <a:lnTo>
                    <a:pt x="566177" y="312846"/>
                  </a:lnTo>
                  <a:cubicBezTo>
                    <a:pt x="527067" y="181539"/>
                    <a:pt x="455238" y="69770"/>
                    <a:pt x="333646" y="28240"/>
                  </a:cubicBezTo>
                  <a:cubicBezTo>
                    <a:pt x="300820" y="17009"/>
                    <a:pt x="264382" y="10870"/>
                    <a:pt x="223972" y="10870"/>
                  </a:cubicBezTo>
                  <a:lnTo>
                    <a:pt x="0" y="10870"/>
                  </a:lnTo>
                  <a:lnTo>
                    <a:pt x="0" y="257990"/>
                  </a:lnTo>
                  <a:lnTo>
                    <a:pt x="283991" y="258099"/>
                  </a:lnTo>
                  <a:lnTo>
                    <a:pt x="283991" y="1116717"/>
                  </a:lnTo>
                  <a:lnTo>
                    <a:pt x="585967" y="1116717"/>
                  </a:lnTo>
                  <a:lnTo>
                    <a:pt x="585967" y="562710"/>
                  </a:lnTo>
                  <a:cubicBezTo>
                    <a:pt x="586725" y="527536"/>
                    <a:pt x="590806" y="495613"/>
                    <a:pt x="597342" y="466506"/>
                  </a:cubicBezTo>
                  <a:cubicBezTo>
                    <a:pt x="629158" y="324727"/>
                    <a:pt x="723268" y="254198"/>
                    <a:pt x="820592" y="254198"/>
                  </a:cubicBezTo>
                  <a:cubicBezTo>
                    <a:pt x="917916" y="254198"/>
                    <a:pt x="968330" y="297642"/>
                    <a:pt x="968330" y="473656"/>
                  </a:cubicBezTo>
                  <a:lnTo>
                    <a:pt x="968330" y="1116753"/>
                  </a:lnTo>
                  <a:lnTo>
                    <a:pt x="1270305" y="1116753"/>
                  </a:lnTo>
                  <a:lnTo>
                    <a:pt x="1270305" y="549710"/>
                  </a:lnTo>
                  <a:cubicBezTo>
                    <a:pt x="1292045" y="330288"/>
                    <a:pt x="1405006" y="254234"/>
                    <a:pt x="1511467" y="254234"/>
                  </a:cubicBezTo>
                  <a:cubicBezTo>
                    <a:pt x="1617927" y="254234"/>
                    <a:pt x="1644001" y="328121"/>
                    <a:pt x="1644001" y="473692"/>
                  </a:cubicBezTo>
                  <a:lnTo>
                    <a:pt x="1644001" y="833231"/>
                  </a:lnTo>
                  <a:cubicBezTo>
                    <a:pt x="1644001" y="1005923"/>
                    <a:pt x="1755662" y="1125384"/>
                    <a:pt x="1948179" y="1135135"/>
                  </a:cubicBezTo>
                  <a:lnTo>
                    <a:pt x="1948179" y="391102"/>
                  </a:lnTo>
                  <a:close/>
                </a:path>
              </a:pathLst>
            </a:custGeom>
            <a:solidFill>
              <a:schemeClr val="bg1"/>
            </a:solidFill>
            <a:ln w="0" cap="flat">
              <a:noFill/>
              <a:prstDash val="solid"/>
              <a:miter/>
            </a:ln>
          </p:spPr>
          <p:txBody>
            <a:bodyPr rtlCol="0" anchor="ctr"/>
            <a:lstStyle/>
            <a:p>
              <a:endParaRPr lang="de-DE"/>
            </a:p>
          </p:txBody>
        </p:sp>
        <p:sp>
          <p:nvSpPr>
            <p:cNvPr id="7" name="Freihandform: Form 7">
              <a:extLst>
                <a:ext uri="{FF2B5EF4-FFF2-40B4-BE49-F238E27FC236}">
                  <a16:creationId xmlns:a16="http://schemas.microsoft.com/office/drawing/2014/main" id="{9D8EF2C9-8044-BF09-7BD5-FC217FC1C36E}"/>
                </a:ext>
              </a:extLst>
            </p:cNvPr>
            <p:cNvSpPr/>
            <p:nvPr/>
          </p:nvSpPr>
          <p:spPr>
            <a:xfrm>
              <a:off x="5035697" y="4193979"/>
              <a:ext cx="910332" cy="1088477"/>
            </a:xfrm>
            <a:custGeom>
              <a:avLst/>
              <a:gdLst>
                <a:gd name="connsiteX0" fmla="*/ 326785 w 910332"/>
                <a:gd name="connsiteY0" fmla="*/ 851469 h 1088477"/>
                <a:gd name="connsiteX1" fmla="*/ 897296 w 910332"/>
                <a:gd name="connsiteY1" fmla="*/ 235817 h 1088477"/>
                <a:gd name="connsiteX2" fmla="*/ 897296 w 910332"/>
                <a:gd name="connsiteY2" fmla="*/ 5381 h 1088477"/>
                <a:gd name="connsiteX3" fmla="*/ 897296 w 910332"/>
                <a:gd name="connsiteY3" fmla="*/ 5381 h 1088477"/>
                <a:gd name="connsiteX4" fmla="*/ 897296 w 910332"/>
                <a:gd name="connsiteY4" fmla="*/ 0 h 1088477"/>
                <a:gd name="connsiteX5" fmla="*/ 22535 w 910332"/>
                <a:gd name="connsiteY5" fmla="*/ 0 h 1088477"/>
                <a:gd name="connsiteX6" fmla="*/ 22535 w 910332"/>
                <a:gd name="connsiteY6" fmla="*/ 225958 h 1088477"/>
                <a:gd name="connsiteX7" fmla="*/ 600629 w 910332"/>
                <a:gd name="connsiteY7" fmla="*/ 225958 h 1088477"/>
                <a:gd name="connsiteX8" fmla="*/ 0 w 910332"/>
                <a:gd name="connsiteY8" fmla="*/ 868947 h 1088477"/>
                <a:gd name="connsiteX9" fmla="*/ 0 w 910332"/>
                <a:gd name="connsiteY9" fmla="*/ 1088477 h 1088477"/>
                <a:gd name="connsiteX10" fmla="*/ 910333 w 910332"/>
                <a:gd name="connsiteY10" fmla="*/ 1088477 h 1088477"/>
                <a:gd name="connsiteX11" fmla="*/ 910333 w 910332"/>
                <a:gd name="connsiteY11" fmla="*/ 851469 h 1088477"/>
                <a:gd name="connsiteX12" fmla="*/ 326785 w 910332"/>
                <a:gd name="connsiteY12" fmla="*/ 851469 h 108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0332" h="1088477">
                  <a:moveTo>
                    <a:pt x="326785" y="851469"/>
                  </a:moveTo>
                  <a:lnTo>
                    <a:pt x="897296" y="235817"/>
                  </a:lnTo>
                  <a:lnTo>
                    <a:pt x="897296" y="5381"/>
                  </a:lnTo>
                  <a:lnTo>
                    <a:pt x="897296" y="5381"/>
                  </a:lnTo>
                  <a:lnTo>
                    <a:pt x="897296" y="0"/>
                  </a:lnTo>
                  <a:lnTo>
                    <a:pt x="22535" y="0"/>
                  </a:lnTo>
                  <a:lnTo>
                    <a:pt x="22535" y="225958"/>
                  </a:lnTo>
                  <a:lnTo>
                    <a:pt x="600629" y="225958"/>
                  </a:lnTo>
                  <a:lnTo>
                    <a:pt x="0" y="868947"/>
                  </a:lnTo>
                  <a:lnTo>
                    <a:pt x="0" y="1088477"/>
                  </a:lnTo>
                  <a:lnTo>
                    <a:pt x="910333" y="1088477"/>
                  </a:lnTo>
                  <a:lnTo>
                    <a:pt x="910333" y="851469"/>
                  </a:lnTo>
                  <a:lnTo>
                    <a:pt x="326785" y="851469"/>
                  </a:lnTo>
                  <a:close/>
                </a:path>
              </a:pathLst>
            </a:custGeom>
            <a:solidFill>
              <a:schemeClr val="bg1"/>
            </a:solidFill>
            <a:ln w="0" cap="flat">
              <a:noFill/>
              <a:prstDash val="solid"/>
              <a:miter/>
            </a:ln>
          </p:spPr>
          <p:txBody>
            <a:bodyPr rtlCol="0" anchor="ctr"/>
            <a:lstStyle/>
            <a:p>
              <a:endParaRPr lang="de-DE"/>
            </a:p>
          </p:txBody>
        </p:sp>
        <p:sp>
          <p:nvSpPr>
            <p:cNvPr id="10" name="Freihandform: Form 9">
              <a:extLst>
                <a:ext uri="{FF2B5EF4-FFF2-40B4-BE49-F238E27FC236}">
                  <a16:creationId xmlns:a16="http://schemas.microsoft.com/office/drawing/2014/main" id="{75FFCF2B-36B1-E9E1-6454-DB5E5126A9E2}"/>
                </a:ext>
              </a:extLst>
            </p:cNvPr>
            <p:cNvSpPr/>
            <p:nvPr/>
          </p:nvSpPr>
          <p:spPr>
            <a:xfrm>
              <a:off x="6099401" y="4169495"/>
              <a:ext cx="1028023" cy="1115344"/>
            </a:xfrm>
            <a:custGeom>
              <a:avLst/>
              <a:gdLst>
                <a:gd name="connsiteX0" fmla="*/ 670832 w 1028023"/>
                <a:gd name="connsiteY0" fmla="*/ 897368 h 1115344"/>
                <a:gd name="connsiteX1" fmla="*/ 328879 w 1028023"/>
                <a:gd name="connsiteY1" fmla="*/ 1115345 h 1115344"/>
                <a:gd name="connsiteX2" fmla="*/ 0 w 1028023"/>
                <a:gd name="connsiteY2" fmla="*/ 836373 h 1115344"/>
                <a:gd name="connsiteX3" fmla="*/ 389874 w 1028023"/>
                <a:gd name="connsiteY3" fmla="*/ 498754 h 1115344"/>
                <a:gd name="connsiteX4" fmla="*/ 668665 w 1028023"/>
                <a:gd name="connsiteY4" fmla="*/ 415984 h 1115344"/>
                <a:gd name="connsiteX5" fmla="*/ 668665 w 1028023"/>
                <a:gd name="connsiteY5" fmla="*/ 392041 h 1115344"/>
                <a:gd name="connsiteX6" fmla="*/ 483515 w 1028023"/>
                <a:gd name="connsiteY6" fmla="*/ 224333 h 1115344"/>
                <a:gd name="connsiteX7" fmla="*/ 235203 w 1028023"/>
                <a:gd name="connsiteY7" fmla="*/ 383338 h 1115344"/>
                <a:gd name="connsiteX8" fmla="*/ 8703 w 1028023"/>
                <a:gd name="connsiteY8" fmla="*/ 261349 h 1115344"/>
                <a:gd name="connsiteX9" fmla="*/ 513994 w 1028023"/>
                <a:gd name="connsiteY9" fmla="*/ 0 h 1115344"/>
                <a:gd name="connsiteX10" fmla="*/ 964863 w 1028023"/>
                <a:gd name="connsiteY10" fmla="*/ 409483 h 1115344"/>
                <a:gd name="connsiteX11" fmla="*/ 964863 w 1028023"/>
                <a:gd name="connsiteY11" fmla="*/ 762342 h 1115344"/>
                <a:gd name="connsiteX12" fmla="*/ 1028024 w 1028023"/>
                <a:gd name="connsiteY12" fmla="*/ 1112528 h 1115344"/>
                <a:gd name="connsiteX13" fmla="*/ 725290 w 1028023"/>
                <a:gd name="connsiteY13" fmla="*/ 1112528 h 1115344"/>
                <a:gd name="connsiteX14" fmla="*/ 670832 w 1028023"/>
                <a:gd name="connsiteY14" fmla="*/ 897404 h 1115344"/>
                <a:gd name="connsiteX15" fmla="*/ 676104 w 1028023"/>
                <a:gd name="connsiteY15" fmla="*/ 711603 h 1115344"/>
                <a:gd name="connsiteX16" fmla="*/ 676104 w 1028023"/>
                <a:gd name="connsiteY16" fmla="*/ 543715 h 1115344"/>
                <a:gd name="connsiteX17" fmla="*/ 676104 w 1028023"/>
                <a:gd name="connsiteY17" fmla="*/ 543715 h 1115344"/>
                <a:gd name="connsiteX18" fmla="*/ 532339 w 1028023"/>
                <a:gd name="connsiteY18" fmla="*/ 605468 h 1115344"/>
                <a:gd name="connsiteX19" fmla="*/ 308006 w 1028023"/>
                <a:gd name="connsiteY19" fmla="*/ 783468 h 1115344"/>
                <a:gd name="connsiteX20" fmla="*/ 440865 w 1028023"/>
                <a:gd name="connsiteY20" fmla="*/ 918494 h 1115344"/>
                <a:gd name="connsiteX21" fmla="*/ 676104 w 1028023"/>
                <a:gd name="connsiteY21" fmla="*/ 711567 h 111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8023" h="1115344">
                  <a:moveTo>
                    <a:pt x="670832" y="897368"/>
                  </a:moveTo>
                  <a:cubicBezTo>
                    <a:pt x="620093" y="1041639"/>
                    <a:pt x="485681" y="1115345"/>
                    <a:pt x="328879" y="1115345"/>
                  </a:cubicBezTo>
                  <a:cubicBezTo>
                    <a:pt x="119786" y="1115345"/>
                    <a:pt x="0" y="1017154"/>
                    <a:pt x="0" y="836373"/>
                  </a:cubicBezTo>
                  <a:cubicBezTo>
                    <a:pt x="0" y="629447"/>
                    <a:pt x="163374" y="544509"/>
                    <a:pt x="389874" y="498754"/>
                  </a:cubicBezTo>
                  <a:cubicBezTo>
                    <a:pt x="577191" y="459536"/>
                    <a:pt x="659962" y="439963"/>
                    <a:pt x="668665" y="415984"/>
                  </a:cubicBezTo>
                  <a:lnTo>
                    <a:pt x="668665" y="392041"/>
                  </a:lnTo>
                  <a:cubicBezTo>
                    <a:pt x="668665" y="287494"/>
                    <a:pt x="616410" y="224333"/>
                    <a:pt x="483515" y="224333"/>
                  </a:cubicBezTo>
                  <a:cubicBezTo>
                    <a:pt x="350619" y="224333"/>
                    <a:pt x="270052" y="302734"/>
                    <a:pt x="235203" y="383338"/>
                  </a:cubicBezTo>
                  <a:lnTo>
                    <a:pt x="8703" y="261349"/>
                  </a:lnTo>
                  <a:cubicBezTo>
                    <a:pt x="87104" y="100177"/>
                    <a:pt x="278791" y="0"/>
                    <a:pt x="513994" y="0"/>
                  </a:cubicBezTo>
                  <a:cubicBezTo>
                    <a:pt x="821098" y="0"/>
                    <a:pt x="964863" y="143729"/>
                    <a:pt x="964863" y="409483"/>
                  </a:cubicBezTo>
                  <a:lnTo>
                    <a:pt x="964863" y="762342"/>
                  </a:lnTo>
                  <a:cubicBezTo>
                    <a:pt x="964863" y="988841"/>
                    <a:pt x="991008" y="1082013"/>
                    <a:pt x="1028024" y="1112528"/>
                  </a:cubicBezTo>
                  <a:lnTo>
                    <a:pt x="725290" y="1112528"/>
                  </a:lnTo>
                  <a:cubicBezTo>
                    <a:pt x="699144" y="1088585"/>
                    <a:pt x="677368" y="1021560"/>
                    <a:pt x="670832" y="897404"/>
                  </a:cubicBezTo>
                  <a:close/>
                  <a:moveTo>
                    <a:pt x="676104" y="711603"/>
                  </a:moveTo>
                  <a:lnTo>
                    <a:pt x="676104" y="543715"/>
                  </a:lnTo>
                  <a:lnTo>
                    <a:pt x="676104" y="543715"/>
                  </a:lnTo>
                  <a:cubicBezTo>
                    <a:pt x="646564" y="571016"/>
                    <a:pt x="610776" y="581525"/>
                    <a:pt x="532339" y="605468"/>
                  </a:cubicBezTo>
                  <a:cubicBezTo>
                    <a:pt x="384241" y="646853"/>
                    <a:pt x="308006" y="685458"/>
                    <a:pt x="308006" y="783468"/>
                  </a:cubicBezTo>
                  <a:cubicBezTo>
                    <a:pt x="308006" y="870608"/>
                    <a:pt x="369001" y="918494"/>
                    <a:pt x="440865" y="918494"/>
                  </a:cubicBezTo>
                  <a:cubicBezTo>
                    <a:pt x="549782" y="918494"/>
                    <a:pt x="654328" y="837926"/>
                    <a:pt x="676104" y="711567"/>
                  </a:cubicBezTo>
                  <a:close/>
                </a:path>
              </a:pathLst>
            </a:custGeom>
            <a:solidFill>
              <a:schemeClr val="bg1"/>
            </a:solidFill>
            <a:ln w="0" cap="flat">
              <a:noFill/>
              <a:prstDash val="solid"/>
              <a:miter/>
            </a:ln>
          </p:spPr>
          <p:txBody>
            <a:bodyPr rtlCol="0" anchor="ctr"/>
            <a:lstStyle/>
            <a:p>
              <a:endParaRPr lang="de-DE"/>
            </a:p>
          </p:txBody>
        </p:sp>
        <p:sp>
          <p:nvSpPr>
            <p:cNvPr id="12" name="Freihandform: Form 11">
              <a:extLst>
                <a:ext uri="{FF2B5EF4-FFF2-40B4-BE49-F238E27FC236}">
                  <a16:creationId xmlns:a16="http://schemas.microsoft.com/office/drawing/2014/main" id="{00229647-D500-1E99-3780-98C950CF9967}"/>
                </a:ext>
              </a:extLst>
            </p:cNvPr>
            <p:cNvSpPr/>
            <p:nvPr/>
          </p:nvSpPr>
          <p:spPr>
            <a:xfrm>
              <a:off x="4301487" y="2782401"/>
              <a:ext cx="1066448" cy="1110650"/>
            </a:xfrm>
            <a:custGeom>
              <a:avLst/>
              <a:gdLst>
                <a:gd name="connsiteX0" fmla="*/ 0 w 1066448"/>
                <a:gd name="connsiteY0" fmla="*/ 556390 h 1110650"/>
                <a:gd name="connsiteX1" fmla="*/ 541657 w 1066448"/>
                <a:gd name="connsiteY1" fmla="*/ 0 h 1110650"/>
                <a:gd name="connsiteX2" fmla="*/ 1066448 w 1066448"/>
                <a:gd name="connsiteY2" fmla="*/ 545846 h 1110650"/>
                <a:gd name="connsiteX3" fmla="*/ 526923 w 1066448"/>
                <a:gd name="connsiteY3" fmla="*/ 1110650 h 1110650"/>
                <a:gd name="connsiteX4" fmla="*/ 36 w 1066448"/>
                <a:gd name="connsiteY4" fmla="*/ 556354 h 1110650"/>
                <a:gd name="connsiteX5" fmla="*/ 765051 w 1066448"/>
                <a:gd name="connsiteY5" fmla="*/ 550071 h 1110650"/>
                <a:gd name="connsiteX6" fmla="*/ 537431 w 1066448"/>
                <a:gd name="connsiteY6" fmla="*/ 216569 h 1110650"/>
                <a:gd name="connsiteX7" fmla="*/ 305587 w 1066448"/>
                <a:gd name="connsiteY7" fmla="*/ 547976 h 1110650"/>
                <a:gd name="connsiteX8" fmla="*/ 528981 w 1066448"/>
                <a:gd name="connsiteY8" fmla="*/ 892023 h 1110650"/>
                <a:gd name="connsiteX9" fmla="*/ 765051 w 1066448"/>
                <a:gd name="connsiteY9" fmla="*/ 550071 h 111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448" h="1110650">
                  <a:moveTo>
                    <a:pt x="0" y="556390"/>
                  </a:moveTo>
                  <a:cubicBezTo>
                    <a:pt x="0" y="238164"/>
                    <a:pt x="198115" y="0"/>
                    <a:pt x="541657" y="0"/>
                  </a:cubicBezTo>
                  <a:cubicBezTo>
                    <a:pt x="885198" y="0"/>
                    <a:pt x="1066448" y="214980"/>
                    <a:pt x="1066448" y="545846"/>
                  </a:cubicBezTo>
                  <a:cubicBezTo>
                    <a:pt x="1066448" y="876711"/>
                    <a:pt x="868333" y="1110650"/>
                    <a:pt x="526923" y="1110650"/>
                  </a:cubicBezTo>
                  <a:cubicBezTo>
                    <a:pt x="185512" y="1110650"/>
                    <a:pt x="36" y="893576"/>
                    <a:pt x="36" y="556354"/>
                  </a:cubicBezTo>
                  <a:close/>
                  <a:moveTo>
                    <a:pt x="765051" y="550071"/>
                  </a:moveTo>
                  <a:cubicBezTo>
                    <a:pt x="765051" y="335091"/>
                    <a:pt x="689177" y="216569"/>
                    <a:pt x="537431" y="216569"/>
                  </a:cubicBezTo>
                  <a:cubicBezTo>
                    <a:pt x="385685" y="216569"/>
                    <a:pt x="305587" y="335127"/>
                    <a:pt x="305587" y="547976"/>
                  </a:cubicBezTo>
                  <a:cubicBezTo>
                    <a:pt x="305587" y="760825"/>
                    <a:pt x="379329" y="892023"/>
                    <a:pt x="528981" y="892023"/>
                  </a:cubicBezTo>
                  <a:cubicBezTo>
                    <a:pt x="678633" y="892023"/>
                    <a:pt x="765051" y="769276"/>
                    <a:pt x="765051" y="550071"/>
                  </a:cubicBezTo>
                  <a:close/>
                </a:path>
              </a:pathLst>
            </a:custGeom>
            <a:solidFill>
              <a:schemeClr val="bg1"/>
            </a:solidFill>
            <a:ln w="0" cap="flat">
              <a:noFill/>
              <a:prstDash val="solid"/>
              <a:miter/>
            </a:ln>
          </p:spPr>
          <p:txBody>
            <a:bodyPr rtlCol="0" anchor="ctr"/>
            <a:lstStyle/>
            <a:p>
              <a:endParaRPr lang="de-DE"/>
            </a:p>
          </p:txBody>
        </p:sp>
        <p:sp>
          <p:nvSpPr>
            <p:cNvPr id="13" name="Freihandform: Form 12">
              <a:extLst>
                <a:ext uri="{FF2B5EF4-FFF2-40B4-BE49-F238E27FC236}">
                  <a16:creationId xmlns:a16="http://schemas.microsoft.com/office/drawing/2014/main" id="{DDE1FB26-5287-29DD-E7CC-ABE2C5D80182}"/>
                </a:ext>
              </a:extLst>
            </p:cNvPr>
            <p:cNvSpPr/>
            <p:nvPr/>
          </p:nvSpPr>
          <p:spPr>
            <a:xfrm>
              <a:off x="6410838" y="2808294"/>
              <a:ext cx="1066231" cy="1086021"/>
            </a:xfrm>
            <a:custGeom>
              <a:avLst/>
              <a:gdLst>
                <a:gd name="connsiteX0" fmla="*/ 0 w 1066231"/>
                <a:gd name="connsiteY0" fmla="*/ 1228 h 1086021"/>
                <a:gd name="connsiteX1" fmla="*/ 283955 w 1066231"/>
                <a:gd name="connsiteY1" fmla="*/ 1228 h 1086021"/>
                <a:gd name="connsiteX2" fmla="*/ 526381 w 1066231"/>
                <a:gd name="connsiteY2" fmla="*/ 790691 h 1086021"/>
                <a:gd name="connsiteX3" fmla="*/ 539381 w 1066231"/>
                <a:gd name="connsiteY3" fmla="*/ 790691 h 1086021"/>
                <a:gd name="connsiteX4" fmla="*/ 777545 w 1066231"/>
                <a:gd name="connsiteY4" fmla="*/ 0 h 1086021"/>
                <a:gd name="connsiteX5" fmla="*/ 1066232 w 1066231"/>
                <a:gd name="connsiteY5" fmla="*/ 0 h 1086021"/>
                <a:gd name="connsiteX6" fmla="*/ 675346 w 1066231"/>
                <a:gd name="connsiteY6" fmla="*/ 1086021 h 1086021"/>
                <a:gd name="connsiteX7" fmla="*/ 394821 w 1066231"/>
                <a:gd name="connsiteY7" fmla="*/ 1084866 h 1086021"/>
                <a:gd name="connsiteX8" fmla="*/ 0 w 1066231"/>
                <a:gd name="connsiteY8" fmla="*/ 1228 h 108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231" h="1086021">
                  <a:moveTo>
                    <a:pt x="0" y="1228"/>
                  </a:moveTo>
                  <a:lnTo>
                    <a:pt x="283955" y="1228"/>
                  </a:lnTo>
                  <a:lnTo>
                    <a:pt x="526381" y="790691"/>
                  </a:lnTo>
                  <a:lnTo>
                    <a:pt x="539381" y="790691"/>
                  </a:lnTo>
                  <a:lnTo>
                    <a:pt x="777545" y="0"/>
                  </a:lnTo>
                  <a:lnTo>
                    <a:pt x="1066232" y="0"/>
                  </a:lnTo>
                  <a:lnTo>
                    <a:pt x="675346" y="1086021"/>
                  </a:lnTo>
                  <a:lnTo>
                    <a:pt x="394821" y="1084866"/>
                  </a:lnTo>
                  <a:lnTo>
                    <a:pt x="0" y="1228"/>
                  </a:lnTo>
                  <a:close/>
                </a:path>
              </a:pathLst>
            </a:custGeom>
            <a:solidFill>
              <a:schemeClr val="bg1"/>
            </a:solidFill>
            <a:ln w="0" cap="flat">
              <a:noFill/>
              <a:prstDash val="solid"/>
              <a:miter/>
            </a:ln>
          </p:spPr>
          <p:txBody>
            <a:bodyPr rtlCol="0" anchor="ctr"/>
            <a:lstStyle/>
            <a:p>
              <a:endParaRPr lang="de-DE"/>
            </a:p>
          </p:txBody>
        </p:sp>
        <p:sp>
          <p:nvSpPr>
            <p:cNvPr id="14" name="Freihandform: Form 13">
              <a:extLst>
                <a:ext uri="{FF2B5EF4-FFF2-40B4-BE49-F238E27FC236}">
                  <a16:creationId xmlns:a16="http://schemas.microsoft.com/office/drawing/2014/main" id="{42DD437E-E732-01DD-B08A-1341F623BBD1}"/>
                </a:ext>
              </a:extLst>
            </p:cNvPr>
            <p:cNvSpPr/>
            <p:nvPr/>
          </p:nvSpPr>
          <p:spPr>
            <a:xfrm>
              <a:off x="3393430" y="2257682"/>
              <a:ext cx="851865" cy="1636633"/>
            </a:xfrm>
            <a:custGeom>
              <a:avLst/>
              <a:gdLst>
                <a:gd name="connsiteX0" fmla="*/ 561374 w 851865"/>
                <a:gd name="connsiteY0" fmla="*/ 396700 h 1636633"/>
                <a:gd name="connsiteX1" fmla="*/ 717454 w 851865"/>
                <a:gd name="connsiteY1" fmla="*/ 227619 h 1636633"/>
                <a:gd name="connsiteX2" fmla="*/ 851866 w 851865"/>
                <a:gd name="connsiteY2" fmla="*/ 247120 h 1636633"/>
                <a:gd name="connsiteX3" fmla="*/ 851866 w 851865"/>
                <a:gd name="connsiteY3" fmla="*/ 26001 h 1636633"/>
                <a:gd name="connsiteX4" fmla="*/ 648117 w 851865"/>
                <a:gd name="connsiteY4" fmla="*/ 0 h 1636633"/>
                <a:gd name="connsiteX5" fmla="*/ 277419 w 851865"/>
                <a:gd name="connsiteY5" fmla="*/ 381496 h 1636633"/>
                <a:gd name="connsiteX6" fmla="*/ 277419 w 851865"/>
                <a:gd name="connsiteY6" fmla="*/ 550576 h 1636633"/>
                <a:gd name="connsiteX7" fmla="*/ 85226 w 851865"/>
                <a:gd name="connsiteY7" fmla="*/ 550576 h 1636633"/>
                <a:gd name="connsiteX8" fmla="*/ 0 w 851865"/>
                <a:gd name="connsiteY8" fmla="*/ 784696 h 1636633"/>
                <a:gd name="connsiteX9" fmla="*/ 277419 w 851865"/>
                <a:gd name="connsiteY9" fmla="*/ 784696 h 1636633"/>
                <a:gd name="connsiteX10" fmla="*/ 277419 w 851865"/>
                <a:gd name="connsiteY10" fmla="*/ 1636634 h 1636633"/>
                <a:gd name="connsiteX11" fmla="*/ 561410 w 851865"/>
                <a:gd name="connsiteY11" fmla="*/ 1636634 h 1636633"/>
                <a:gd name="connsiteX12" fmla="*/ 561410 w 851865"/>
                <a:gd name="connsiteY12" fmla="*/ 767831 h 1636633"/>
                <a:gd name="connsiteX13" fmla="*/ 552743 w 851865"/>
                <a:gd name="connsiteY13" fmla="*/ 784732 h 1636633"/>
                <a:gd name="connsiteX14" fmla="*/ 822650 w 851865"/>
                <a:gd name="connsiteY14" fmla="*/ 784732 h 1636633"/>
                <a:gd name="connsiteX15" fmla="*/ 822650 w 851865"/>
                <a:gd name="connsiteY15" fmla="*/ 550612 h 1636633"/>
                <a:gd name="connsiteX16" fmla="*/ 552743 w 851865"/>
                <a:gd name="connsiteY16" fmla="*/ 550612 h 1636633"/>
                <a:gd name="connsiteX17" fmla="*/ 561410 w 851865"/>
                <a:gd name="connsiteY17" fmla="*/ 585281 h 1636633"/>
                <a:gd name="connsiteX18" fmla="*/ 561410 w 851865"/>
                <a:gd name="connsiteY18" fmla="*/ 396700 h 163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1865" h="1636633">
                  <a:moveTo>
                    <a:pt x="561374" y="396700"/>
                  </a:moveTo>
                  <a:cubicBezTo>
                    <a:pt x="561374" y="273157"/>
                    <a:pt x="602543" y="227619"/>
                    <a:pt x="717454" y="227619"/>
                  </a:cubicBezTo>
                  <a:cubicBezTo>
                    <a:pt x="769492" y="227619"/>
                    <a:pt x="814995" y="236286"/>
                    <a:pt x="851866" y="247120"/>
                  </a:cubicBezTo>
                  <a:lnTo>
                    <a:pt x="851866" y="26001"/>
                  </a:lnTo>
                  <a:cubicBezTo>
                    <a:pt x="810697" y="15167"/>
                    <a:pt x="758658" y="0"/>
                    <a:pt x="648117" y="0"/>
                  </a:cubicBezTo>
                  <a:cubicBezTo>
                    <a:pt x="403164" y="0"/>
                    <a:pt x="277419" y="145246"/>
                    <a:pt x="277419" y="381496"/>
                  </a:cubicBezTo>
                  <a:lnTo>
                    <a:pt x="277419" y="550576"/>
                  </a:lnTo>
                  <a:lnTo>
                    <a:pt x="85226" y="550576"/>
                  </a:lnTo>
                  <a:lnTo>
                    <a:pt x="0" y="784696"/>
                  </a:lnTo>
                  <a:lnTo>
                    <a:pt x="277419" y="784696"/>
                  </a:lnTo>
                  <a:lnTo>
                    <a:pt x="277419" y="1636634"/>
                  </a:lnTo>
                  <a:lnTo>
                    <a:pt x="561410" y="1636634"/>
                  </a:lnTo>
                  <a:lnTo>
                    <a:pt x="561410" y="767831"/>
                  </a:lnTo>
                  <a:lnTo>
                    <a:pt x="552743" y="784732"/>
                  </a:lnTo>
                  <a:lnTo>
                    <a:pt x="822650" y="784732"/>
                  </a:lnTo>
                  <a:lnTo>
                    <a:pt x="822650" y="550612"/>
                  </a:lnTo>
                  <a:lnTo>
                    <a:pt x="552743" y="550612"/>
                  </a:lnTo>
                  <a:lnTo>
                    <a:pt x="561410" y="585281"/>
                  </a:lnTo>
                  <a:lnTo>
                    <a:pt x="561410" y="396700"/>
                  </a:lnTo>
                  <a:close/>
                </a:path>
              </a:pathLst>
            </a:custGeom>
            <a:solidFill>
              <a:schemeClr val="bg1"/>
            </a:solidFill>
            <a:ln w="0" cap="flat">
              <a:noFill/>
              <a:prstDash val="solid"/>
              <a:miter/>
            </a:ln>
          </p:spPr>
          <p:txBody>
            <a:bodyPr rtlCol="0" anchor="ctr"/>
            <a:lstStyle/>
            <a:p>
              <a:endParaRPr lang="de-DE"/>
            </a:p>
          </p:txBody>
        </p:sp>
        <p:sp>
          <p:nvSpPr>
            <p:cNvPr id="15" name="Freihandform: Form 14">
              <a:extLst>
                <a:ext uri="{FF2B5EF4-FFF2-40B4-BE49-F238E27FC236}">
                  <a16:creationId xmlns:a16="http://schemas.microsoft.com/office/drawing/2014/main" id="{659FA363-CC0C-311C-EA78-2108E0955EE7}"/>
                </a:ext>
              </a:extLst>
            </p:cNvPr>
            <p:cNvSpPr/>
            <p:nvPr/>
          </p:nvSpPr>
          <p:spPr>
            <a:xfrm>
              <a:off x="5437019" y="2809522"/>
              <a:ext cx="840273" cy="1083529"/>
            </a:xfrm>
            <a:custGeom>
              <a:avLst/>
              <a:gdLst>
                <a:gd name="connsiteX0" fmla="*/ 826190 w 840273"/>
                <a:gd name="connsiteY0" fmla="*/ 2492 h 1083529"/>
                <a:gd name="connsiteX1" fmla="*/ 462100 w 840273"/>
                <a:gd name="connsiteY1" fmla="*/ 341700 h 1083529"/>
                <a:gd name="connsiteX2" fmla="*/ 453108 w 840273"/>
                <a:gd name="connsiteY2" fmla="*/ 341772 h 1083529"/>
                <a:gd name="connsiteX3" fmla="*/ 464158 w 840273"/>
                <a:gd name="connsiteY3" fmla="*/ 154780 h 1083529"/>
                <a:gd name="connsiteX4" fmla="*/ 463870 w 840273"/>
                <a:gd name="connsiteY4" fmla="*/ 0 h 1083529"/>
                <a:gd name="connsiteX5" fmla="*/ 82410 w 840273"/>
                <a:gd name="connsiteY5" fmla="*/ 0 h 1083529"/>
                <a:gd name="connsiteX6" fmla="*/ 0 w 840273"/>
                <a:gd name="connsiteY6" fmla="*/ 224875 h 1083529"/>
                <a:gd name="connsiteX7" fmla="*/ 212849 w 840273"/>
                <a:gd name="connsiteY7" fmla="*/ 224875 h 1083529"/>
                <a:gd name="connsiteX8" fmla="*/ 212849 w 840273"/>
                <a:gd name="connsiteY8" fmla="*/ 1083530 h 1083529"/>
                <a:gd name="connsiteX9" fmla="*/ 488535 w 840273"/>
                <a:gd name="connsiteY9" fmla="*/ 1083530 h 1083529"/>
                <a:gd name="connsiteX10" fmla="*/ 488535 w 840273"/>
                <a:gd name="connsiteY10" fmla="*/ 684266 h 1083529"/>
                <a:gd name="connsiteX11" fmla="*/ 760970 w 840273"/>
                <a:gd name="connsiteY11" fmla="*/ 332708 h 1083529"/>
                <a:gd name="connsiteX12" fmla="*/ 840274 w 840273"/>
                <a:gd name="connsiteY12" fmla="*/ 332708 h 1083529"/>
                <a:gd name="connsiteX13" fmla="*/ 840274 w 840273"/>
                <a:gd name="connsiteY13" fmla="*/ 2456 h 1083529"/>
                <a:gd name="connsiteX14" fmla="*/ 826153 w 840273"/>
                <a:gd name="connsiteY14" fmla="*/ 2456 h 108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0273" h="1083529">
                  <a:moveTo>
                    <a:pt x="826190" y="2492"/>
                  </a:moveTo>
                  <a:cubicBezTo>
                    <a:pt x="640786" y="2492"/>
                    <a:pt x="490918" y="119786"/>
                    <a:pt x="462100" y="341700"/>
                  </a:cubicBezTo>
                  <a:lnTo>
                    <a:pt x="453108" y="341772"/>
                  </a:lnTo>
                  <a:lnTo>
                    <a:pt x="464158" y="154780"/>
                  </a:lnTo>
                  <a:lnTo>
                    <a:pt x="463870" y="0"/>
                  </a:lnTo>
                  <a:lnTo>
                    <a:pt x="82410" y="0"/>
                  </a:lnTo>
                  <a:lnTo>
                    <a:pt x="0" y="224875"/>
                  </a:lnTo>
                  <a:lnTo>
                    <a:pt x="212849" y="224875"/>
                  </a:lnTo>
                  <a:lnTo>
                    <a:pt x="212849" y="1083530"/>
                  </a:lnTo>
                  <a:lnTo>
                    <a:pt x="488535" y="1083530"/>
                  </a:lnTo>
                  <a:lnTo>
                    <a:pt x="488535" y="684266"/>
                  </a:lnTo>
                  <a:cubicBezTo>
                    <a:pt x="488535" y="440432"/>
                    <a:pt x="517894" y="332708"/>
                    <a:pt x="760970" y="332708"/>
                  </a:cubicBezTo>
                  <a:lnTo>
                    <a:pt x="840274" y="332708"/>
                  </a:lnTo>
                  <a:lnTo>
                    <a:pt x="840274" y="2456"/>
                  </a:lnTo>
                  <a:lnTo>
                    <a:pt x="826153" y="2456"/>
                  </a:lnTo>
                  <a:close/>
                </a:path>
              </a:pathLst>
            </a:custGeom>
            <a:solidFill>
              <a:schemeClr val="bg1"/>
            </a:solidFill>
            <a:ln w="0" cap="flat">
              <a:noFill/>
              <a:prstDash val="solid"/>
              <a:miter/>
            </a:ln>
          </p:spPr>
          <p:txBody>
            <a:bodyPr rtlCol="0" anchor="ctr"/>
            <a:lstStyle/>
            <a:p>
              <a:endParaRPr lang="de-DE"/>
            </a:p>
          </p:txBody>
        </p:sp>
        <p:sp>
          <p:nvSpPr>
            <p:cNvPr id="16" name="Freihandform: Form 15">
              <a:extLst>
                <a:ext uri="{FF2B5EF4-FFF2-40B4-BE49-F238E27FC236}">
                  <a16:creationId xmlns:a16="http://schemas.microsoft.com/office/drawing/2014/main" id="{3B195A27-C87C-7EC1-7C14-C3570A80454C}"/>
                </a:ext>
              </a:extLst>
            </p:cNvPr>
            <p:cNvSpPr/>
            <p:nvPr/>
          </p:nvSpPr>
          <p:spPr>
            <a:xfrm>
              <a:off x="7188817" y="4190765"/>
              <a:ext cx="848471" cy="1094074"/>
            </a:xfrm>
            <a:custGeom>
              <a:avLst/>
              <a:gdLst>
                <a:gd name="connsiteX0" fmla="*/ 834171 w 848471"/>
                <a:gd name="connsiteY0" fmla="*/ 2528 h 1094074"/>
                <a:gd name="connsiteX1" fmla="*/ 466542 w 848471"/>
                <a:gd name="connsiteY1" fmla="*/ 345022 h 1094074"/>
                <a:gd name="connsiteX2" fmla="*/ 457478 w 848471"/>
                <a:gd name="connsiteY2" fmla="*/ 345094 h 1094074"/>
                <a:gd name="connsiteX3" fmla="*/ 468636 w 848471"/>
                <a:gd name="connsiteY3" fmla="*/ 156296 h 1094074"/>
                <a:gd name="connsiteX4" fmla="*/ 468348 w 848471"/>
                <a:gd name="connsiteY4" fmla="*/ 0 h 1094074"/>
                <a:gd name="connsiteX5" fmla="*/ 83204 w 848471"/>
                <a:gd name="connsiteY5" fmla="*/ 0 h 1094074"/>
                <a:gd name="connsiteX6" fmla="*/ 0 w 848471"/>
                <a:gd name="connsiteY6" fmla="*/ 227078 h 1094074"/>
                <a:gd name="connsiteX7" fmla="*/ 214944 w 848471"/>
                <a:gd name="connsiteY7" fmla="*/ 227078 h 1094074"/>
                <a:gd name="connsiteX8" fmla="*/ 214944 w 848471"/>
                <a:gd name="connsiteY8" fmla="*/ 1094075 h 1094074"/>
                <a:gd name="connsiteX9" fmla="*/ 493302 w 848471"/>
                <a:gd name="connsiteY9" fmla="*/ 1094075 h 1094074"/>
                <a:gd name="connsiteX10" fmla="*/ 493302 w 848471"/>
                <a:gd name="connsiteY10" fmla="*/ 690911 h 1094074"/>
                <a:gd name="connsiteX11" fmla="*/ 768409 w 848471"/>
                <a:gd name="connsiteY11" fmla="*/ 335958 h 1094074"/>
                <a:gd name="connsiteX12" fmla="*/ 848471 w 848471"/>
                <a:gd name="connsiteY12" fmla="*/ 335958 h 1094074"/>
                <a:gd name="connsiteX13" fmla="*/ 848471 w 848471"/>
                <a:gd name="connsiteY13" fmla="*/ 2528 h 1094074"/>
                <a:gd name="connsiteX14" fmla="*/ 834207 w 848471"/>
                <a:gd name="connsiteY14" fmla="*/ 2528 h 109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8471" h="1094074">
                  <a:moveTo>
                    <a:pt x="834171" y="2528"/>
                  </a:moveTo>
                  <a:cubicBezTo>
                    <a:pt x="646962" y="2528"/>
                    <a:pt x="495649" y="120942"/>
                    <a:pt x="466542" y="345022"/>
                  </a:cubicBezTo>
                  <a:lnTo>
                    <a:pt x="457478" y="345094"/>
                  </a:lnTo>
                  <a:lnTo>
                    <a:pt x="468636" y="156296"/>
                  </a:lnTo>
                  <a:lnTo>
                    <a:pt x="468348" y="0"/>
                  </a:lnTo>
                  <a:lnTo>
                    <a:pt x="83204" y="0"/>
                  </a:lnTo>
                  <a:lnTo>
                    <a:pt x="0" y="227078"/>
                  </a:lnTo>
                  <a:lnTo>
                    <a:pt x="214944" y="227078"/>
                  </a:lnTo>
                  <a:lnTo>
                    <a:pt x="214944" y="1094075"/>
                  </a:lnTo>
                  <a:lnTo>
                    <a:pt x="493302" y="1094075"/>
                  </a:lnTo>
                  <a:lnTo>
                    <a:pt x="493302" y="690911"/>
                  </a:lnTo>
                  <a:cubicBezTo>
                    <a:pt x="493302" y="444730"/>
                    <a:pt x="522950" y="335958"/>
                    <a:pt x="768409" y="335958"/>
                  </a:cubicBezTo>
                  <a:lnTo>
                    <a:pt x="848471" y="335958"/>
                  </a:lnTo>
                  <a:lnTo>
                    <a:pt x="848471" y="2528"/>
                  </a:lnTo>
                  <a:lnTo>
                    <a:pt x="834207" y="2528"/>
                  </a:lnTo>
                  <a:close/>
                </a:path>
              </a:pathLst>
            </a:custGeom>
            <a:solidFill>
              <a:schemeClr val="bg1"/>
            </a:solidFill>
            <a:ln w="0" cap="flat">
              <a:noFill/>
              <a:prstDash val="solid"/>
              <a:miter/>
            </a:ln>
          </p:spPr>
          <p:txBody>
            <a:bodyPr rtlCol="0" anchor="ctr"/>
            <a:lstStyle/>
            <a:p>
              <a:endParaRPr lang="de-DE"/>
            </a:p>
          </p:txBody>
        </p:sp>
        <p:sp>
          <p:nvSpPr>
            <p:cNvPr id="17" name="Freihandform: Form 16">
              <a:extLst>
                <a:ext uri="{FF2B5EF4-FFF2-40B4-BE49-F238E27FC236}">
                  <a16:creationId xmlns:a16="http://schemas.microsoft.com/office/drawing/2014/main" id="{6BE52C14-7F20-D492-16F6-2D84936494E8}"/>
                </a:ext>
              </a:extLst>
            </p:cNvPr>
            <p:cNvSpPr/>
            <p:nvPr/>
          </p:nvSpPr>
          <p:spPr>
            <a:xfrm>
              <a:off x="7359955" y="2808294"/>
              <a:ext cx="682026" cy="1086021"/>
            </a:xfrm>
            <a:custGeom>
              <a:avLst/>
              <a:gdLst>
                <a:gd name="connsiteX0" fmla="*/ 0 w 682026"/>
                <a:gd name="connsiteY0" fmla="*/ 1086021 h 1086021"/>
                <a:gd name="connsiteX1" fmla="*/ 286772 w 682026"/>
                <a:gd name="connsiteY1" fmla="*/ 1086021 h 1086021"/>
                <a:gd name="connsiteX2" fmla="*/ 682027 w 682026"/>
                <a:gd name="connsiteY2" fmla="*/ 0 h 1086021"/>
                <a:gd name="connsiteX3" fmla="*/ 395291 w 682026"/>
                <a:gd name="connsiteY3" fmla="*/ 0 h 1086021"/>
                <a:gd name="connsiteX4" fmla="*/ 0 w 682026"/>
                <a:gd name="connsiteY4" fmla="*/ 1086021 h 108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026" h="1086021">
                  <a:moveTo>
                    <a:pt x="0" y="1086021"/>
                  </a:moveTo>
                  <a:lnTo>
                    <a:pt x="286772" y="1086021"/>
                  </a:lnTo>
                  <a:lnTo>
                    <a:pt x="682027" y="0"/>
                  </a:lnTo>
                  <a:lnTo>
                    <a:pt x="395291" y="0"/>
                  </a:lnTo>
                  <a:lnTo>
                    <a:pt x="0" y="1086021"/>
                  </a:lnTo>
                  <a:close/>
                </a:path>
              </a:pathLst>
            </a:custGeom>
            <a:solidFill>
              <a:schemeClr val="bg1"/>
            </a:solidFill>
            <a:ln w="0" cap="flat">
              <a:noFill/>
              <a:prstDash val="solid"/>
              <a:miter/>
            </a:ln>
          </p:spPr>
          <p:txBody>
            <a:bodyPr rtlCol="0" anchor="ctr"/>
            <a:lstStyle/>
            <a:p>
              <a:endParaRPr lang="de-DE"/>
            </a:p>
          </p:txBody>
        </p:sp>
        <p:sp>
          <p:nvSpPr>
            <p:cNvPr id="18" name="Freihandform: Form 17">
              <a:extLst>
                <a:ext uri="{FF2B5EF4-FFF2-40B4-BE49-F238E27FC236}">
                  <a16:creationId xmlns:a16="http://schemas.microsoft.com/office/drawing/2014/main" id="{626B4A82-B6AC-8F7D-83D9-176D53BF0407}"/>
                </a:ext>
              </a:extLst>
            </p:cNvPr>
            <p:cNvSpPr/>
            <p:nvPr/>
          </p:nvSpPr>
          <p:spPr>
            <a:xfrm>
              <a:off x="3838015" y="4167870"/>
              <a:ext cx="1029649" cy="1116969"/>
            </a:xfrm>
            <a:custGeom>
              <a:avLst/>
              <a:gdLst>
                <a:gd name="connsiteX0" fmla="*/ 671879 w 1029649"/>
                <a:gd name="connsiteY0" fmla="*/ 898668 h 1116969"/>
                <a:gd name="connsiteX1" fmla="*/ 329385 w 1029649"/>
                <a:gd name="connsiteY1" fmla="*/ 1116970 h 1116969"/>
                <a:gd name="connsiteX2" fmla="*/ 0 w 1029649"/>
                <a:gd name="connsiteY2" fmla="*/ 837601 h 1116969"/>
                <a:gd name="connsiteX3" fmla="*/ 390452 w 1029649"/>
                <a:gd name="connsiteY3" fmla="*/ 499477 h 1116969"/>
                <a:gd name="connsiteX4" fmla="*/ 669676 w 1029649"/>
                <a:gd name="connsiteY4" fmla="*/ 416598 h 1116969"/>
                <a:gd name="connsiteX5" fmla="*/ 669676 w 1029649"/>
                <a:gd name="connsiteY5" fmla="*/ 392619 h 1116969"/>
                <a:gd name="connsiteX6" fmla="*/ 484273 w 1029649"/>
                <a:gd name="connsiteY6" fmla="*/ 224658 h 1116969"/>
                <a:gd name="connsiteX7" fmla="*/ 235600 w 1029649"/>
                <a:gd name="connsiteY7" fmla="*/ 383916 h 1116969"/>
                <a:gd name="connsiteX8" fmla="*/ 8739 w 1029649"/>
                <a:gd name="connsiteY8" fmla="*/ 261746 h 1116969"/>
                <a:gd name="connsiteX9" fmla="*/ 514825 w 1029649"/>
                <a:gd name="connsiteY9" fmla="*/ 0 h 1116969"/>
                <a:gd name="connsiteX10" fmla="*/ 966379 w 1029649"/>
                <a:gd name="connsiteY10" fmla="*/ 410097 h 1116969"/>
                <a:gd name="connsiteX11" fmla="*/ 966379 w 1029649"/>
                <a:gd name="connsiteY11" fmla="*/ 763498 h 1116969"/>
                <a:gd name="connsiteX12" fmla="*/ 1029649 w 1029649"/>
                <a:gd name="connsiteY12" fmla="*/ 1114189 h 1116969"/>
                <a:gd name="connsiteX13" fmla="*/ 726446 w 1029649"/>
                <a:gd name="connsiteY13" fmla="*/ 1114189 h 1116969"/>
                <a:gd name="connsiteX14" fmla="*/ 671915 w 1029649"/>
                <a:gd name="connsiteY14" fmla="*/ 898740 h 1116969"/>
                <a:gd name="connsiteX15" fmla="*/ 677152 w 1029649"/>
                <a:gd name="connsiteY15" fmla="*/ 712615 h 1116969"/>
                <a:gd name="connsiteX16" fmla="*/ 677152 w 1029649"/>
                <a:gd name="connsiteY16" fmla="*/ 544473 h 1116969"/>
                <a:gd name="connsiteX17" fmla="*/ 677152 w 1029649"/>
                <a:gd name="connsiteY17" fmla="*/ 544473 h 1116969"/>
                <a:gd name="connsiteX18" fmla="*/ 533170 w 1029649"/>
                <a:gd name="connsiteY18" fmla="*/ 606334 h 1116969"/>
                <a:gd name="connsiteX19" fmla="*/ 308476 w 1029649"/>
                <a:gd name="connsiteY19" fmla="*/ 784588 h 1116969"/>
                <a:gd name="connsiteX20" fmla="*/ 441552 w 1029649"/>
                <a:gd name="connsiteY20" fmla="*/ 919830 h 1116969"/>
                <a:gd name="connsiteX21" fmla="*/ 677152 w 1029649"/>
                <a:gd name="connsiteY21" fmla="*/ 712615 h 111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9649" h="1116969">
                  <a:moveTo>
                    <a:pt x="671879" y="898668"/>
                  </a:moveTo>
                  <a:cubicBezTo>
                    <a:pt x="621068" y="1043155"/>
                    <a:pt x="486476" y="1116970"/>
                    <a:pt x="329385" y="1116970"/>
                  </a:cubicBezTo>
                  <a:cubicBezTo>
                    <a:pt x="119967" y="1116970"/>
                    <a:pt x="0" y="1018635"/>
                    <a:pt x="0" y="837601"/>
                  </a:cubicBezTo>
                  <a:cubicBezTo>
                    <a:pt x="0" y="630350"/>
                    <a:pt x="163591" y="545304"/>
                    <a:pt x="390452" y="499477"/>
                  </a:cubicBezTo>
                  <a:cubicBezTo>
                    <a:pt x="578058" y="460222"/>
                    <a:pt x="660937" y="440577"/>
                    <a:pt x="669676" y="416598"/>
                  </a:cubicBezTo>
                  <a:lnTo>
                    <a:pt x="669676" y="392619"/>
                  </a:lnTo>
                  <a:cubicBezTo>
                    <a:pt x="669676" y="287928"/>
                    <a:pt x="617313" y="224658"/>
                    <a:pt x="484273" y="224658"/>
                  </a:cubicBezTo>
                  <a:cubicBezTo>
                    <a:pt x="351233" y="224658"/>
                    <a:pt x="270485" y="303167"/>
                    <a:pt x="235600" y="383916"/>
                  </a:cubicBezTo>
                  <a:lnTo>
                    <a:pt x="8739" y="261746"/>
                  </a:lnTo>
                  <a:cubicBezTo>
                    <a:pt x="87285" y="100321"/>
                    <a:pt x="279224" y="0"/>
                    <a:pt x="514825" y="0"/>
                  </a:cubicBezTo>
                  <a:cubicBezTo>
                    <a:pt x="822398" y="0"/>
                    <a:pt x="966379" y="143982"/>
                    <a:pt x="966379" y="410097"/>
                  </a:cubicBezTo>
                  <a:lnTo>
                    <a:pt x="966379" y="763498"/>
                  </a:lnTo>
                  <a:cubicBezTo>
                    <a:pt x="966379" y="990358"/>
                    <a:pt x="992561" y="1083674"/>
                    <a:pt x="1029649" y="1114189"/>
                  </a:cubicBezTo>
                  <a:lnTo>
                    <a:pt x="726446" y="1114189"/>
                  </a:lnTo>
                  <a:cubicBezTo>
                    <a:pt x="700264" y="1090210"/>
                    <a:pt x="678452" y="1023077"/>
                    <a:pt x="671915" y="898740"/>
                  </a:cubicBezTo>
                  <a:close/>
                  <a:moveTo>
                    <a:pt x="677152" y="712615"/>
                  </a:moveTo>
                  <a:lnTo>
                    <a:pt x="677152" y="544473"/>
                  </a:lnTo>
                  <a:lnTo>
                    <a:pt x="677152" y="544473"/>
                  </a:lnTo>
                  <a:cubicBezTo>
                    <a:pt x="647575" y="571811"/>
                    <a:pt x="611715" y="582356"/>
                    <a:pt x="533170" y="606334"/>
                  </a:cubicBezTo>
                  <a:cubicBezTo>
                    <a:pt x="384855" y="647792"/>
                    <a:pt x="308476" y="686433"/>
                    <a:pt x="308476" y="784588"/>
                  </a:cubicBezTo>
                  <a:cubicBezTo>
                    <a:pt x="308476" y="871836"/>
                    <a:pt x="369543" y="919830"/>
                    <a:pt x="441552" y="919830"/>
                  </a:cubicBezTo>
                  <a:cubicBezTo>
                    <a:pt x="550612" y="919830"/>
                    <a:pt x="655340" y="839118"/>
                    <a:pt x="677152" y="712615"/>
                  </a:cubicBezTo>
                  <a:close/>
                </a:path>
              </a:pathLst>
            </a:custGeom>
            <a:solidFill>
              <a:schemeClr val="bg1"/>
            </a:solidFill>
            <a:ln w="0" cap="flat">
              <a:noFill/>
              <a:prstDash val="solid"/>
              <a:miter/>
            </a:ln>
          </p:spPr>
          <p:txBody>
            <a:bodyPr rtlCol="0" anchor="ctr"/>
            <a:lstStyle/>
            <a:p>
              <a:endParaRPr lang="de-DE"/>
            </a:p>
          </p:txBody>
        </p:sp>
        <p:sp>
          <p:nvSpPr>
            <p:cNvPr id="19" name="Freihandform: Form 18">
              <a:extLst>
                <a:ext uri="{FF2B5EF4-FFF2-40B4-BE49-F238E27FC236}">
                  <a16:creationId xmlns:a16="http://schemas.microsoft.com/office/drawing/2014/main" id="{B8292199-BEAB-8239-63A7-61A652179638}"/>
                </a:ext>
              </a:extLst>
            </p:cNvPr>
            <p:cNvSpPr/>
            <p:nvPr/>
          </p:nvSpPr>
          <p:spPr>
            <a:xfrm>
              <a:off x="8099474" y="4191379"/>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7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6"/>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7"/>
                    <a:pt x="438410" y="1100177"/>
                  </a:cubicBezTo>
                  <a:cubicBezTo>
                    <a:pt x="257159" y="1100177"/>
                    <a:pt x="84323" y="1028530"/>
                    <a:pt x="0" y="889423"/>
                  </a:cubicBezTo>
                  <a:close/>
                </a:path>
              </a:pathLst>
            </a:custGeom>
            <a:solidFill>
              <a:schemeClr val="bg1"/>
            </a:solidFill>
            <a:ln w="0" cap="flat">
              <a:no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D53D3ECF-A5D3-63EF-497C-800A752A7918}"/>
                </a:ext>
              </a:extLst>
            </p:cNvPr>
            <p:cNvSpPr/>
            <p:nvPr/>
          </p:nvSpPr>
          <p:spPr>
            <a:xfrm>
              <a:off x="8099474" y="2807536"/>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8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7"/>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8"/>
                    <a:pt x="438410" y="1100178"/>
                  </a:cubicBezTo>
                  <a:cubicBezTo>
                    <a:pt x="257159" y="1100178"/>
                    <a:pt x="84323" y="1028530"/>
                    <a:pt x="0" y="889423"/>
                  </a:cubicBezTo>
                  <a:close/>
                </a:path>
              </a:pathLst>
            </a:custGeom>
            <a:solidFill>
              <a:schemeClr val="bg1"/>
            </a:solid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23609761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variant - white backgroun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9672C7E-019D-FBA3-7F09-750C25D0C1D5}"/>
              </a:ext>
            </a:extLst>
          </p:cNvPr>
          <p:cNvSpPr>
            <a:spLocks noGrp="1"/>
          </p:cNvSpPr>
          <p:nvPr>
            <p:ph type="pic" sz="quarter" idx="13"/>
          </p:nvPr>
        </p:nvSpPr>
        <p:spPr>
          <a:xfrm>
            <a:off x="304800" y="304800"/>
            <a:ext cx="11588400" cy="54612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 name="Title 1">
            <a:extLst>
              <a:ext uri="{FF2B5EF4-FFF2-40B4-BE49-F238E27FC236}">
                <a16:creationId xmlns:a16="http://schemas.microsoft.com/office/drawing/2014/main" id="{F7276053-E50C-CB63-D92A-41737B158C28}"/>
              </a:ext>
            </a:extLst>
          </p:cNvPr>
          <p:cNvSpPr>
            <a:spLocks noGrp="1"/>
          </p:cNvSpPr>
          <p:nvPr>
            <p:ph type="title"/>
          </p:nvPr>
        </p:nvSpPr>
        <p:spPr>
          <a:xfrm>
            <a:off x="630000" y="4410000"/>
            <a:ext cx="9000000" cy="360000"/>
          </a:xfrm>
        </p:spPr>
        <p:txBody>
          <a:bodyPr anchor="t"/>
          <a:lstStyle>
            <a:lvl1pPr>
              <a:defRPr>
                <a:solidFill>
                  <a:schemeClr val="bg1"/>
                </a:solidFill>
              </a:defRPr>
            </a:lvl1pPr>
          </a:lstStyle>
          <a:p>
            <a:r>
              <a:rPr lang="ko-KR" altLang="en-US"/>
              <a:t>마스터 제목 스타일 편집</a:t>
            </a:r>
            <a:endParaRPr lang="en-GB" dirty="0"/>
          </a:p>
        </p:txBody>
      </p:sp>
      <p:sp>
        <p:nvSpPr>
          <p:cNvPr id="9" name="Subtitle 2">
            <a:extLst>
              <a:ext uri="{FF2B5EF4-FFF2-40B4-BE49-F238E27FC236}">
                <a16:creationId xmlns:a16="http://schemas.microsoft.com/office/drawing/2014/main" id="{D3FFB69B-3E28-CA70-1686-15A872805004}"/>
              </a:ext>
            </a:extLst>
          </p:cNvPr>
          <p:cNvSpPr>
            <a:spLocks noGrp="1"/>
          </p:cNvSpPr>
          <p:nvPr>
            <p:ph type="subTitle" idx="1" hasCustomPrompt="1"/>
          </p:nvPr>
        </p:nvSpPr>
        <p:spPr>
          <a:xfrm>
            <a:off x="630000" y="4789050"/>
            <a:ext cx="9000000" cy="360000"/>
          </a:xfrm>
        </p:spPr>
        <p:txBody>
          <a:bodyPr/>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10" name="Text Placeholder 10">
            <a:extLst>
              <a:ext uri="{FF2B5EF4-FFF2-40B4-BE49-F238E27FC236}">
                <a16:creationId xmlns:a16="http://schemas.microsoft.com/office/drawing/2014/main" id="{7D72957C-E4A1-D746-E9BB-011A50F22C01}"/>
              </a:ext>
            </a:extLst>
          </p:cNvPr>
          <p:cNvSpPr>
            <a:spLocks noGrp="1"/>
          </p:cNvSpPr>
          <p:nvPr>
            <p:ph type="body" sz="quarter" idx="11" hasCustomPrompt="1"/>
          </p:nvPr>
        </p:nvSpPr>
        <p:spPr>
          <a:xfrm>
            <a:off x="630000" y="5277525"/>
            <a:ext cx="9000000" cy="360000"/>
          </a:xfrm>
        </p:spPr>
        <p:txBody>
          <a:bodyPr/>
          <a:lstStyle>
            <a:lvl1pPr marL="0" indent="0">
              <a:buNone/>
              <a:defRPr sz="2000">
                <a:solidFill>
                  <a:schemeClr val="bg1"/>
                </a:solidFill>
              </a:defRPr>
            </a:lvl1pPr>
          </a:lstStyle>
          <a:p>
            <a:pPr lvl="0"/>
            <a:r>
              <a:rPr lang="en-US" dirty="0"/>
              <a:t>Name, Date, Year</a:t>
            </a:r>
            <a:endParaRPr lang="en-GB" dirty="0"/>
          </a:p>
        </p:txBody>
      </p:sp>
      <p:pic>
        <p:nvPicPr>
          <p:cNvPr id="3" name="Grafik 11">
            <a:extLst>
              <a:ext uri="{FF2B5EF4-FFF2-40B4-BE49-F238E27FC236}">
                <a16:creationId xmlns:a16="http://schemas.microsoft.com/office/drawing/2014/main" id="{DA62EBDD-3F1D-BDF5-7D5C-3E151E11F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Tree>
    <p:extLst>
      <p:ext uri="{BB962C8B-B14F-4D97-AF65-F5344CB8AC3E}">
        <p14:creationId xmlns:p14="http://schemas.microsoft.com/office/powerpoint/2010/main" val="76670873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variant - true blue">
    <p:bg>
      <p:bgPr>
        <a:solidFill>
          <a:schemeClr val="tx2"/>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9672C7E-019D-FBA3-7F09-750C25D0C1D5}"/>
              </a:ext>
            </a:extLst>
          </p:cNvPr>
          <p:cNvSpPr>
            <a:spLocks noGrp="1"/>
          </p:cNvSpPr>
          <p:nvPr>
            <p:ph type="pic" sz="quarter" idx="13"/>
          </p:nvPr>
        </p:nvSpPr>
        <p:spPr>
          <a:xfrm>
            <a:off x="304800" y="304800"/>
            <a:ext cx="11588400" cy="54612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 name="Title 1">
            <a:extLst>
              <a:ext uri="{FF2B5EF4-FFF2-40B4-BE49-F238E27FC236}">
                <a16:creationId xmlns:a16="http://schemas.microsoft.com/office/drawing/2014/main" id="{F7276053-E50C-CB63-D92A-41737B158C28}"/>
              </a:ext>
            </a:extLst>
          </p:cNvPr>
          <p:cNvSpPr>
            <a:spLocks noGrp="1"/>
          </p:cNvSpPr>
          <p:nvPr>
            <p:ph type="title"/>
          </p:nvPr>
        </p:nvSpPr>
        <p:spPr>
          <a:xfrm>
            <a:off x="630000" y="4410000"/>
            <a:ext cx="9000000" cy="360000"/>
          </a:xfrm>
        </p:spPr>
        <p:txBody>
          <a:bodyPr anchor="t"/>
          <a:lstStyle>
            <a:lvl1pPr>
              <a:defRPr>
                <a:solidFill>
                  <a:schemeClr val="bg1"/>
                </a:solidFill>
              </a:defRPr>
            </a:lvl1pPr>
          </a:lstStyle>
          <a:p>
            <a:r>
              <a:rPr lang="ko-KR" altLang="en-US"/>
              <a:t>마스터 제목 스타일 편집</a:t>
            </a:r>
            <a:endParaRPr lang="en-GB" dirty="0"/>
          </a:p>
        </p:txBody>
      </p:sp>
      <p:sp>
        <p:nvSpPr>
          <p:cNvPr id="9" name="Subtitle 2">
            <a:extLst>
              <a:ext uri="{FF2B5EF4-FFF2-40B4-BE49-F238E27FC236}">
                <a16:creationId xmlns:a16="http://schemas.microsoft.com/office/drawing/2014/main" id="{D3FFB69B-3E28-CA70-1686-15A872805004}"/>
              </a:ext>
            </a:extLst>
          </p:cNvPr>
          <p:cNvSpPr>
            <a:spLocks noGrp="1"/>
          </p:cNvSpPr>
          <p:nvPr>
            <p:ph type="subTitle" idx="1" hasCustomPrompt="1"/>
          </p:nvPr>
        </p:nvSpPr>
        <p:spPr>
          <a:xfrm>
            <a:off x="630000" y="4789050"/>
            <a:ext cx="9000000" cy="360000"/>
          </a:xfrm>
        </p:spPr>
        <p:txBody>
          <a:bodyPr/>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10" name="Text Placeholder 10">
            <a:extLst>
              <a:ext uri="{FF2B5EF4-FFF2-40B4-BE49-F238E27FC236}">
                <a16:creationId xmlns:a16="http://schemas.microsoft.com/office/drawing/2014/main" id="{7D72957C-E4A1-D746-E9BB-011A50F22C01}"/>
              </a:ext>
            </a:extLst>
          </p:cNvPr>
          <p:cNvSpPr>
            <a:spLocks noGrp="1"/>
          </p:cNvSpPr>
          <p:nvPr>
            <p:ph type="body" sz="quarter" idx="11" hasCustomPrompt="1"/>
          </p:nvPr>
        </p:nvSpPr>
        <p:spPr>
          <a:xfrm>
            <a:off x="630000" y="5277525"/>
            <a:ext cx="9000000" cy="360000"/>
          </a:xfrm>
        </p:spPr>
        <p:txBody>
          <a:bodyPr/>
          <a:lstStyle>
            <a:lvl1pPr marL="0" indent="0">
              <a:buNone/>
              <a:defRPr sz="2000">
                <a:solidFill>
                  <a:schemeClr val="bg1"/>
                </a:solidFill>
              </a:defRPr>
            </a:lvl1pPr>
          </a:lstStyle>
          <a:p>
            <a:pPr lvl="0"/>
            <a:r>
              <a:rPr lang="en-US" dirty="0"/>
              <a:t>Name, Date, Year</a:t>
            </a:r>
            <a:endParaRPr lang="en-GB" dirty="0"/>
          </a:p>
        </p:txBody>
      </p:sp>
      <p:sp>
        <p:nvSpPr>
          <p:cNvPr id="3" name="TextBox 2">
            <a:extLst>
              <a:ext uri="{FF2B5EF4-FFF2-40B4-BE49-F238E27FC236}">
                <a16:creationId xmlns:a16="http://schemas.microsoft.com/office/drawing/2014/main" id="{4924260D-B98A-A7AC-8629-E5E4D4C12FBE}"/>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grpSp>
        <p:nvGrpSpPr>
          <p:cNvPr id="4" name="Gruppieren 4">
            <a:extLst>
              <a:ext uri="{FF2B5EF4-FFF2-40B4-BE49-F238E27FC236}">
                <a16:creationId xmlns:a16="http://schemas.microsoft.com/office/drawing/2014/main" id="{1AF32F02-02F7-7E2F-5EB2-8AB49F02BAA2}"/>
              </a:ext>
            </a:extLst>
          </p:cNvPr>
          <p:cNvGrpSpPr>
            <a:grpSpLocks noChangeAspect="1"/>
          </p:cNvGrpSpPr>
          <p:nvPr userDrawn="1"/>
        </p:nvGrpSpPr>
        <p:grpSpPr>
          <a:xfrm>
            <a:off x="10811963" y="6165234"/>
            <a:ext cx="1080000" cy="453765"/>
            <a:chOff x="1721984" y="2257682"/>
            <a:chExt cx="7247953" cy="3045250"/>
          </a:xfrm>
        </p:grpSpPr>
        <p:sp>
          <p:nvSpPr>
            <p:cNvPr id="6" name="Freihandform: Form 5">
              <a:extLst>
                <a:ext uri="{FF2B5EF4-FFF2-40B4-BE49-F238E27FC236}">
                  <a16:creationId xmlns:a16="http://schemas.microsoft.com/office/drawing/2014/main" id="{A82DF783-91BE-0B1F-594A-9BDE3AF2DF72}"/>
                </a:ext>
              </a:extLst>
            </p:cNvPr>
            <p:cNvSpPr/>
            <p:nvPr/>
          </p:nvSpPr>
          <p:spPr>
            <a:xfrm>
              <a:off x="1721984" y="4167798"/>
              <a:ext cx="1948179" cy="1135134"/>
            </a:xfrm>
            <a:custGeom>
              <a:avLst/>
              <a:gdLst>
                <a:gd name="connsiteX0" fmla="*/ 1948179 w 1948179"/>
                <a:gd name="connsiteY0" fmla="*/ 391066 h 1135134"/>
                <a:gd name="connsiteX1" fmla="*/ 1641834 w 1948179"/>
                <a:gd name="connsiteY1" fmla="*/ 0 h 1135134"/>
                <a:gd name="connsiteX2" fmla="*/ 1272508 w 1948179"/>
                <a:gd name="connsiteY2" fmla="*/ 302012 h 1135134"/>
                <a:gd name="connsiteX3" fmla="*/ 1257305 w 1948179"/>
                <a:gd name="connsiteY3" fmla="*/ 302012 h 1135134"/>
                <a:gd name="connsiteX4" fmla="*/ 955329 w 1948179"/>
                <a:gd name="connsiteY4" fmla="*/ 0 h 1135134"/>
                <a:gd name="connsiteX5" fmla="*/ 581633 w 1948179"/>
                <a:gd name="connsiteY5" fmla="*/ 312846 h 1135134"/>
                <a:gd name="connsiteX6" fmla="*/ 566177 w 1948179"/>
                <a:gd name="connsiteY6" fmla="*/ 312846 h 1135134"/>
                <a:gd name="connsiteX7" fmla="*/ 333646 w 1948179"/>
                <a:gd name="connsiteY7" fmla="*/ 28240 h 1135134"/>
                <a:gd name="connsiteX8" fmla="*/ 223972 w 1948179"/>
                <a:gd name="connsiteY8" fmla="*/ 10870 h 1135134"/>
                <a:gd name="connsiteX9" fmla="*/ 0 w 1948179"/>
                <a:gd name="connsiteY9" fmla="*/ 10870 h 1135134"/>
                <a:gd name="connsiteX10" fmla="*/ 0 w 1948179"/>
                <a:gd name="connsiteY10" fmla="*/ 257990 h 1135134"/>
                <a:gd name="connsiteX11" fmla="*/ 283991 w 1948179"/>
                <a:gd name="connsiteY11" fmla="*/ 258099 h 1135134"/>
                <a:gd name="connsiteX12" fmla="*/ 283991 w 1948179"/>
                <a:gd name="connsiteY12" fmla="*/ 1116717 h 1135134"/>
                <a:gd name="connsiteX13" fmla="*/ 585967 w 1948179"/>
                <a:gd name="connsiteY13" fmla="*/ 1116717 h 1135134"/>
                <a:gd name="connsiteX14" fmla="*/ 585967 w 1948179"/>
                <a:gd name="connsiteY14" fmla="*/ 562710 h 1135134"/>
                <a:gd name="connsiteX15" fmla="*/ 597342 w 1948179"/>
                <a:gd name="connsiteY15" fmla="*/ 466506 h 1135134"/>
                <a:gd name="connsiteX16" fmla="*/ 820592 w 1948179"/>
                <a:gd name="connsiteY16" fmla="*/ 254198 h 1135134"/>
                <a:gd name="connsiteX17" fmla="*/ 968330 w 1948179"/>
                <a:gd name="connsiteY17" fmla="*/ 473656 h 1135134"/>
                <a:gd name="connsiteX18" fmla="*/ 968330 w 1948179"/>
                <a:gd name="connsiteY18" fmla="*/ 1116753 h 1135134"/>
                <a:gd name="connsiteX19" fmla="*/ 1270305 w 1948179"/>
                <a:gd name="connsiteY19" fmla="*/ 1116753 h 1135134"/>
                <a:gd name="connsiteX20" fmla="*/ 1270305 w 1948179"/>
                <a:gd name="connsiteY20" fmla="*/ 549710 h 1135134"/>
                <a:gd name="connsiteX21" fmla="*/ 1511467 w 1948179"/>
                <a:gd name="connsiteY21" fmla="*/ 254234 h 1135134"/>
                <a:gd name="connsiteX22" fmla="*/ 1644001 w 1948179"/>
                <a:gd name="connsiteY22" fmla="*/ 473692 h 1135134"/>
                <a:gd name="connsiteX23" fmla="*/ 1644001 w 1948179"/>
                <a:gd name="connsiteY23" fmla="*/ 833231 h 1135134"/>
                <a:gd name="connsiteX24" fmla="*/ 1948179 w 1948179"/>
                <a:gd name="connsiteY24" fmla="*/ 1135135 h 1135134"/>
                <a:gd name="connsiteX25" fmla="*/ 1948179 w 1948179"/>
                <a:gd name="connsiteY25" fmla="*/ 391102 h 113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48179" h="1135134">
                  <a:moveTo>
                    <a:pt x="1948179" y="391066"/>
                  </a:moveTo>
                  <a:cubicBezTo>
                    <a:pt x="1948179" y="149904"/>
                    <a:pt x="1852589" y="0"/>
                    <a:pt x="1641834" y="0"/>
                  </a:cubicBezTo>
                  <a:cubicBezTo>
                    <a:pt x="1468023" y="0"/>
                    <a:pt x="1335489" y="108627"/>
                    <a:pt x="1272508" y="302012"/>
                  </a:cubicBezTo>
                  <a:lnTo>
                    <a:pt x="1257305" y="302012"/>
                  </a:lnTo>
                  <a:cubicBezTo>
                    <a:pt x="1239934" y="128201"/>
                    <a:pt x="1142141" y="0"/>
                    <a:pt x="955329" y="0"/>
                  </a:cubicBezTo>
                  <a:cubicBezTo>
                    <a:pt x="768517" y="0"/>
                    <a:pt x="640317" y="115128"/>
                    <a:pt x="581633" y="312846"/>
                  </a:cubicBezTo>
                  <a:lnTo>
                    <a:pt x="566177" y="312846"/>
                  </a:lnTo>
                  <a:cubicBezTo>
                    <a:pt x="527067" y="181539"/>
                    <a:pt x="455238" y="69770"/>
                    <a:pt x="333646" y="28240"/>
                  </a:cubicBezTo>
                  <a:cubicBezTo>
                    <a:pt x="300820" y="17009"/>
                    <a:pt x="264382" y="10870"/>
                    <a:pt x="223972" y="10870"/>
                  </a:cubicBezTo>
                  <a:lnTo>
                    <a:pt x="0" y="10870"/>
                  </a:lnTo>
                  <a:lnTo>
                    <a:pt x="0" y="257990"/>
                  </a:lnTo>
                  <a:lnTo>
                    <a:pt x="283991" y="258099"/>
                  </a:lnTo>
                  <a:lnTo>
                    <a:pt x="283991" y="1116717"/>
                  </a:lnTo>
                  <a:lnTo>
                    <a:pt x="585967" y="1116717"/>
                  </a:lnTo>
                  <a:lnTo>
                    <a:pt x="585967" y="562710"/>
                  </a:lnTo>
                  <a:cubicBezTo>
                    <a:pt x="586725" y="527536"/>
                    <a:pt x="590806" y="495613"/>
                    <a:pt x="597342" y="466506"/>
                  </a:cubicBezTo>
                  <a:cubicBezTo>
                    <a:pt x="629158" y="324727"/>
                    <a:pt x="723268" y="254198"/>
                    <a:pt x="820592" y="254198"/>
                  </a:cubicBezTo>
                  <a:cubicBezTo>
                    <a:pt x="917916" y="254198"/>
                    <a:pt x="968330" y="297642"/>
                    <a:pt x="968330" y="473656"/>
                  </a:cubicBezTo>
                  <a:lnTo>
                    <a:pt x="968330" y="1116753"/>
                  </a:lnTo>
                  <a:lnTo>
                    <a:pt x="1270305" y="1116753"/>
                  </a:lnTo>
                  <a:lnTo>
                    <a:pt x="1270305" y="549710"/>
                  </a:lnTo>
                  <a:cubicBezTo>
                    <a:pt x="1292045" y="330288"/>
                    <a:pt x="1405006" y="254234"/>
                    <a:pt x="1511467" y="254234"/>
                  </a:cubicBezTo>
                  <a:cubicBezTo>
                    <a:pt x="1617927" y="254234"/>
                    <a:pt x="1644001" y="328121"/>
                    <a:pt x="1644001" y="473692"/>
                  </a:cubicBezTo>
                  <a:lnTo>
                    <a:pt x="1644001" y="833231"/>
                  </a:lnTo>
                  <a:cubicBezTo>
                    <a:pt x="1644001" y="1005923"/>
                    <a:pt x="1755662" y="1125384"/>
                    <a:pt x="1948179" y="1135135"/>
                  </a:cubicBezTo>
                  <a:lnTo>
                    <a:pt x="1948179" y="391102"/>
                  </a:lnTo>
                  <a:close/>
                </a:path>
              </a:pathLst>
            </a:custGeom>
            <a:solidFill>
              <a:schemeClr val="bg1"/>
            </a:solidFill>
            <a:ln w="0" cap="flat">
              <a:noFill/>
              <a:prstDash val="solid"/>
              <a:miter/>
            </a:ln>
          </p:spPr>
          <p:txBody>
            <a:bodyPr rtlCol="0" anchor="ctr"/>
            <a:lstStyle/>
            <a:p>
              <a:endParaRPr lang="de-DE"/>
            </a:p>
          </p:txBody>
        </p:sp>
        <p:sp>
          <p:nvSpPr>
            <p:cNvPr id="8" name="Freihandform: Form 7">
              <a:extLst>
                <a:ext uri="{FF2B5EF4-FFF2-40B4-BE49-F238E27FC236}">
                  <a16:creationId xmlns:a16="http://schemas.microsoft.com/office/drawing/2014/main" id="{1AE181C6-DF38-3B6A-29DC-0514335710F2}"/>
                </a:ext>
              </a:extLst>
            </p:cNvPr>
            <p:cNvSpPr/>
            <p:nvPr/>
          </p:nvSpPr>
          <p:spPr>
            <a:xfrm>
              <a:off x="5035697" y="4193979"/>
              <a:ext cx="910332" cy="1088477"/>
            </a:xfrm>
            <a:custGeom>
              <a:avLst/>
              <a:gdLst>
                <a:gd name="connsiteX0" fmla="*/ 326785 w 910332"/>
                <a:gd name="connsiteY0" fmla="*/ 851469 h 1088477"/>
                <a:gd name="connsiteX1" fmla="*/ 897296 w 910332"/>
                <a:gd name="connsiteY1" fmla="*/ 235817 h 1088477"/>
                <a:gd name="connsiteX2" fmla="*/ 897296 w 910332"/>
                <a:gd name="connsiteY2" fmla="*/ 5381 h 1088477"/>
                <a:gd name="connsiteX3" fmla="*/ 897296 w 910332"/>
                <a:gd name="connsiteY3" fmla="*/ 5381 h 1088477"/>
                <a:gd name="connsiteX4" fmla="*/ 897296 w 910332"/>
                <a:gd name="connsiteY4" fmla="*/ 0 h 1088477"/>
                <a:gd name="connsiteX5" fmla="*/ 22535 w 910332"/>
                <a:gd name="connsiteY5" fmla="*/ 0 h 1088477"/>
                <a:gd name="connsiteX6" fmla="*/ 22535 w 910332"/>
                <a:gd name="connsiteY6" fmla="*/ 225958 h 1088477"/>
                <a:gd name="connsiteX7" fmla="*/ 600629 w 910332"/>
                <a:gd name="connsiteY7" fmla="*/ 225958 h 1088477"/>
                <a:gd name="connsiteX8" fmla="*/ 0 w 910332"/>
                <a:gd name="connsiteY8" fmla="*/ 868947 h 1088477"/>
                <a:gd name="connsiteX9" fmla="*/ 0 w 910332"/>
                <a:gd name="connsiteY9" fmla="*/ 1088477 h 1088477"/>
                <a:gd name="connsiteX10" fmla="*/ 910333 w 910332"/>
                <a:gd name="connsiteY10" fmla="*/ 1088477 h 1088477"/>
                <a:gd name="connsiteX11" fmla="*/ 910333 w 910332"/>
                <a:gd name="connsiteY11" fmla="*/ 851469 h 1088477"/>
                <a:gd name="connsiteX12" fmla="*/ 326785 w 910332"/>
                <a:gd name="connsiteY12" fmla="*/ 851469 h 108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0332" h="1088477">
                  <a:moveTo>
                    <a:pt x="326785" y="851469"/>
                  </a:moveTo>
                  <a:lnTo>
                    <a:pt x="897296" y="235817"/>
                  </a:lnTo>
                  <a:lnTo>
                    <a:pt x="897296" y="5381"/>
                  </a:lnTo>
                  <a:lnTo>
                    <a:pt x="897296" y="5381"/>
                  </a:lnTo>
                  <a:lnTo>
                    <a:pt x="897296" y="0"/>
                  </a:lnTo>
                  <a:lnTo>
                    <a:pt x="22535" y="0"/>
                  </a:lnTo>
                  <a:lnTo>
                    <a:pt x="22535" y="225958"/>
                  </a:lnTo>
                  <a:lnTo>
                    <a:pt x="600629" y="225958"/>
                  </a:lnTo>
                  <a:lnTo>
                    <a:pt x="0" y="868947"/>
                  </a:lnTo>
                  <a:lnTo>
                    <a:pt x="0" y="1088477"/>
                  </a:lnTo>
                  <a:lnTo>
                    <a:pt x="910333" y="1088477"/>
                  </a:lnTo>
                  <a:lnTo>
                    <a:pt x="910333" y="851469"/>
                  </a:lnTo>
                  <a:lnTo>
                    <a:pt x="326785" y="851469"/>
                  </a:lnTo>
                  <a:close/>
                </a:path>
              </a:pathLst>
            </a:custGeom>
            <a:solidFill>
              <a:schemeClr val="bg1"/>
            </a:solidFill>
            <a:ln w="0" cap="flat">
              <a:noFill/>
              <a:prstDash val="solid"/>
              <a:miter/>
            </a:ln>
          </p:spPr>
          <p:txBody>
            <a:bodyPr rtlCol="0" anchor="ctr"/>
            <a:lstStyle/>
            <a:p>
              <a:endParaRPr lang="de-DE"/>
            </a:p>
          </p:txBody>
        </p:sp>
        <p:sp>
          <p:nvSpPr>
            <p:cNvPr id="11" name="Freihandform: Form 9">
              <a:extLst>
                <a:ext uri="{FF2B5EF4-FFF2-40B4-BE49-F238E27FC236}">
                  <a16:creationId xmlns:a16="http://schemas.microsoft.com/office/drawing/2014/main" id="{E556F98D-CF46-F45C-E725-39D4E969D18D}"/>
                </a:ext>
              </a:extLst>
            </p:cNvPr>
            <p:cNvSpPr/>
            <p:nvPr/>
          </p:nvSpPr>
          <p:spPr>
            <a:xfrm>
              <a:off x="6099401" y="4169495"/>
              <a:ext cx="1028023" cy="1115344"/>
            </a:xfrm>
            <a:custGeom>
              <a:avLst/>
              <a:gdLst>
                <a:gd name="connsiteX0" fmla="*/ 670832 w 1028023"/>
                <a:gd name="connsiteY0" fmla="*/ 897368 h 1115344"/>
                <a:gd name="connsiteX1" fmla="*/ 328879 w 1028023"/>
                <a:gd name="connsiteY1" fmla="*/ 1115345 h 1115344"/>
                <a:gd name="connsiteX2" fmla="*/ 0 w 1028023"/>
                <a:gd name="connsiteY2" fmla="*/ 836373 h 1115344"/>
                <a:gd name="connsiteX3" fmla="*/ 389874 w 1028023"/>
                <a:gd name="connsiteY3" fmla="*/ 498754 h 1115344"/>
                <a:gd name="connsiteX4" fmla="*/ 668665 w 1028023"/>
                <a:gd name="connsiteY4" fmla="*/ 415984 h 1115344"/>
                <a:gd name="connsiteX5" fmla="*/ 668665 w 1028023"/>
                <a:gd name="connsiteY5" fmla="*/ 392041 h 1115344"/>
                <a:gd name="connsiteX6" fmla="*/ 483515 w 1028023"/>
                <a:gd name="connsiteY6" fmla="*/ 224333 h 1115344"/>
                <a:gd name="connsiteX7" fmla="*/ 235203 w 1028023"/>
                <a:gd name="connsiteY7" fmla="*/ 383338 h 1115344"/>
                <a:gd name="connsiteX8" fmla="*/ 8703 w 1028023"/>
                <a:gd name="connsiteY8" fmla="*/ 261349 h 1115344"/>
                <a:gd name="connsiteX9" fmla="*/ 513994 w 1028023"/>
                <a:gd name="connsiteY9" fmla="*/ 0 h 1115344"/>
                <a:gd name="connsiteX10" fmla="*/ 964863 w 1028023"/>
                <a:gd name="connsiteY10" fmla="*/ 409483 h 1115344"/>
                <a:gd name="connsiteX11" fmla="*/ 964863 w 1028023"/>
                <a:gd name="connsiteY11" fmla="*/ 762342 h 1115344"/>
                <a:gd name="connsiteX12" fmla="*/ 1028024 w 1028023"/>
                <a:gd name="connsiteY12" fmla="*/ 1112528 h 1115344"/>
                <a:gd name="connsiteX13" fmla="*/ 725290 w 1028023"/>
                <a:gd name="connsiteY13" fmla="*/ 1112528 h 1115344"/>
                <a:gd name="connsiteX14" fmla="*/ 670832 w 1028023"/>
                <a:gd name="connsiteY14" fmla="*/ 897404 h 1115344"/>
                <a:gd name="connsiteX15" fmla="*/ 676104 w 1028023"/>
                <a:gd name="connsiteY15" fmla="*/ 711603 h 1115344"/>
                <a:gd name="connsiteX16" fmla="*/ 676104 w 1028023"/>
                <a:gd name="connsiteY16" fmla="*/ 543715 h 1115344"/>
                <a:gd name="connsiteX17" fmla="*/ 676104 w 1028023"/>
                <a:gd name="connsiteY17" fmla="*/ 543715 h 1115344"/>
                <a:gd name="connsiteX18" fmla="*/ 532339 w 1028023"/>
                <a:gd name="connsiteY18" fmla="*/ 605468 h 1115344"/>
                <a:gd name="connsiteX19" fmla="*/ 308006 w 1028023"/>
                <a:gd name="connsiteY19" fmla="*/ 783468 h 1115344"/>
                <a:gd name="connsiteX20" fmla="*/ 440865 w 1028023"/>
                <a:gd name="connsiteY20" fmla="*/ 918494 h 1115344"/>
                <a:gd name="connsiteX21" fmla="*/ 676104 w 1028023"/>
                <a:gd name="connsiteY21" fmla="*/ 711567 h 111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8023" h="1115344">
                  <a:moveTo>
                    <a:pt x="670832" y="897368"/>
                  </a:moveTo>
                  <a:cubicBezTo>
                    <a:pt x="620093" y="1041639"/>
                    <a:pt x="485681" y="1115345"/>
                    <a:pt x="328879" y="1115345"/>
                  </a:cubicBezTo>
                  <a:cubicBezTo>
                    <a:pt x="119786" y="1115345"/>
                    <a:pt x="0" y="1017154"/>
                    <a:pt x="0" y="836373"/>
                  </a:cubicBezTo>
                  <a:cubicBezTo>
                    <a:pt x="0" y="629447"/>
                    <a:pt x="163374" y="544509"/>
                    <a:pt x="389874" y="498754"/>
                  </a:cubicBezTo>
                  <a:cubicBezTo>
                    <a:pt x="577191" y="459536"/>
                    <a:pt x="659962" y="439963"/>
                    <a:pt x="668665" y="415984"/>
                  </a:cubicBezTo>
                  <a:lnTo>
                    <a:pt x="668665" y="392041"/>
                  </a:lnTo>
                  <a:cubicBezTo>
                    <a:pt x="668665" y="287494"/>
                    <a:pt x="616410" y="224333"/>
                    <a:pt x="483515" y="224333"/>
                  </a:cubicBezTo>
                  <a:cubicBezTo>
                    <a:pt x="350619" y="224333"/>
                    <a:pt x="270052" y="302734"/>
                    <a:pt x="235203" y="383338"/>
                  </a:cubicBezTo>
                  <a:lnTo>
                    <a:pt x="8703" y="261349"/>
                  </a:lnTo>
                  <a:cubicBezTo>
                    <a:pt x="87104" y="100177"/>
                    <a:pt x="278791" y="0"/>
                    <a:pt x="513994" y="0"/>
                  </a:cubicBezTo>
                  <a:cubicBezTo>
                    <a:pt x="821098" y="0"/>
                    <a:pt x="964863" y="143729"/>
                    <a:pt x="964863" y="409483"/>
                  </a:cubicBezTo>
                  <a:lnTo>
                    <a:pt x="964863" y="762342"/>
                  </a:lnTo>
                  <a:cubicBezTo>
                    <a:pt x="964863" y="988841"/>
                    <a:pt x="991008" y="1082013"/>
                    <a:pt x="1028024" y="1112528"/>
                  </a:cubicBezTo>
                  <a:lnTo>
                    <a:pt x="725290" y="1112528"/>
                  </a:lnTo>
                  <a:cubicBezTo>
                    <a:pt x="699144" y="1088585"/>
                    <a:pt x="677368" y="1021560"/>
                    <a:pt x="670832" y="897404"/>
                  </a:cubicBezTo>
                  <a:close/>
                  <a:moveTo>
                    <a:pt x="676104" y="711603"/>
                  </a:moveTo>
                  <a:lnTo>
                    <a:pt x="676104" y="543715"/>
                  </a:lnTo>
                  <a:lnTo>
                    <a:pt x="676104" y="543715"/>
                  </a:lnTo>
                  <a:cubicBezTo>
                    <a:pt x="646564" y="571016"/>
                    <a:pt x="610776" y="581525"/>
                    <a:pt x="532339" y="605468"/>
                  </a:cubicBezTo>
                  <a:cubicBezTo>
                    <a:pt x="384241" y="646853"/>
                    <a:pt x="308006" y="685458"/>
                    <a:pt x="308006" y="783468"/>
                  </a:cubicBezTo>
                  <a:cubicBezTo>
                    <a:pt x="308006" y="870608"/>
                    <a:pt x="369001" y="918494"/>
                    <a:pt x="440865" y="918494"/>
                  </a:cubicBezTo>
                  <a:cubicBezTo>
                    <a:pt x="549782" y="918494"/>
                    <a:pt x="654328" y="837926"/>
                    <a:pt x="676104" y="711567"/>
                  </a:cubicBezTo>
                  <a:close/>
                </a:path>
              </a:pathLst>
            </a:custGeom>
            <a:solidFill>
              <a:schemeClr val="bg1"/>
            </a:solidFill>
            <a:ln w="0" cap="flat">
              <a:noFill/>
              <a:prstDash val="solid"/>
              <a:miter/>
            </a:ln>
          </p:spPr>
          <p:txBody>
            <a:bodyPr rtlCol="0" anchor="ctr"/>
            <a:lstStyle/>
            <a:p>
              <a:endParaRPr lang="de-DE"/>
            </a:p>
          </p:txBody>
        </p:sp>
        <p:sp>
          <p:nvSpPr>
            <p:cNvPr id="12" name="Freihandform: Form 11">
              <a:extLst>
                <a:ext uri="{FF2B5EF4-FFF2-40B4-BE49-F238E27FC236}">
                  <a16:creationId xmlns:a16="http://schemas.microsoft.com/office/drawing/2014/main" id="{DCF7744F-4013-AE3D-AB78-30AC2E721431}"/>
                </a:ext>
              </a:extLst>
            </p:cNvPr>
            <p:cNvSpPr/>
            <p:nvPr/>
          </p:nvSpPr>
          <p:spPr>
            <a:xfrm>
              <a:off x="4301487" y="2782401"/>
              <a:ext cx="1066448" cy="1110650"/>
            </a:xfrm>
            <a:custGeom>
              <a:avLst/>
              <a:gdLst>
                <a:gd name="connsiteX0" fmla="*/ 0 w 1066448"/>
                <a:gd name="connsiteY0" fmla="*/ 556390 h 1110650"/>
                <a:gd name="connsiteX1" fmla="*/ 541657 w 1066448"/>
                <a:gd name="connsiteY1" fmla="*/ 0 h 1110650"/>
                <a:gd name="connsiteX2" fmla="*/ 1066448 w 1066448"/>
                <a:gd name="connsiteY2" fmla="*/ 545846 h 1110650"/>
                <a:gd name="connsiteX3" fmla="*/ 526923 w 1066448"/>
                <a:gd name="connsiteY3" fmla="*/ 1110650 h 1110650"/>
                <a:gd name="connsiteX4" fmla="*/ 36 w 1066448"/>
                <a:gd name="connsiteY4" fmla="*/ 556354 h 1110650"/>
                <a:gd name="connsiteX5" fmla="*/ 765051 w 1066448"/>
                <a:gd name="connsiteY5" fmla="*/ 550071 h 1110650"/>
                <a:gd name="connsiteX6" fmla="*/ 537431 w 1066448"/>
                <a:gd name="connsiteY6" fmla="*/ 216569 h 1110650"/>
                <a:gd name="connsiteX7" fmla="*/ 305587 w 1066448"/>
                <a:gd name="connsiteY7" fmla="*/ 547976 h 1110650"/>
                <a:gd name="connsiteX8" fmla="*/ 528981 w 1066448"/>
                <a:gd name="connsiteY8" fmla="*/ 892023 h 1110650"/>
                <a:gd name="connsiteX9" fmla="*/ 765051 w 1066448"/>
                <a:gd name="connsiteY9" fmla="*/ 550071 h 111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448" h="1110650">
                  <a:moveTo>
                    <a:pt x="0" y="556390"/>
                  </a:moveTo>
                  <a:cubicBezTo>
                    <a:pt x="0" y="238164"/>
                    <a:pt x="198115" y="0"/>
                    <a:pt x="541657" y="0"/>
                  </a:cubicBezTo>
                  <a:cubicBezTo>
                    <a:pt x="885198" y="0"/>
                    <a:pt x="1066448" y="214980"/>
                    <a:pt x="1066448" y="545846"/>
                  </a:cubicBezTo>
                  <a:cubicBezTo>
                    <a:pt x="1066448" y="876711"/>
                    <a:pt x="868333" y="1110650"/>
                    <a:pt x="526923" y="1110650"/>
                  </a:cubicBezTo>
                  <a:cubicBezTo>
                    <a:pt x="185512" y="1110650"/>
                    <a:pt x="36" y="893576"/>
                    <a:pt x="36" y="556354"/>
                  </a:cubicBezTo>
                  <a:close/>
                  <a:moveTo>
                    <a:pt x="765051" y="550071"/>
                  </a:moveTo>
                  <a:cubicBezTo>
                    <a:pt x="765051" y="335091"/>
                    <a:pt x="689177" y="216569"/>
                    <a:pt x="537431" y="216569"/>
                  </a:cubicBezTo>
                  <a:cubicBezTo>
                    <a:pt x="385685" y="216569"/>
                    <a:pt x="305587" y="335127"/>
                    <a:pt x="305587" y="547976"/>
                  </a:cubicBezTo>
                  <a:cubicBezTo>
                    <a:pt x="305587" y="760825"/>
                    <a:pt x="379329" y="892023"/>
                    <a:pt x="528981" y="892023"/>
                  </a:cubicBezTo>
                  <a:cubicBezTo>
                    <a:pt x="678633" y="892023"/>
                    <a:pt x="765051" y="769276"/>
                    <a:pt x="765051" y="550071"/>
                  </a:cubicBezTo>
                  <a:close/>
                </a:path>
              </a:pathLst>
            </a:custGeom>
            <a:solidFill>
              <a:schemeClr val="bg1"/>
            </a:solidFill>
            <a:ln w="0" cap="flat">
              <a:noFill/>
              <a:prstDash val="solid"/>
              <a:miter/>
            </a:ln>
          </p:spPr>
          <p:txBody>
            <a:bodyPr rtlCol="0" anchor="ctr"/>
            <a:lstStyle/>
            <a:p>
              <a:endParaRPr lang="de-DE"/>
            </a:p>
          </p:txBody>
        </p:sp>
        <p:sp>
          <p:nvSpPr>
            <p:cNvPr id="13" name="Freihandform: Form 12">
              <a:extLst>
                <a:ext uri="{FF2B5EF4-FFF2-40B4-BE49-F238E27FC236}">
                  <a16:creationId xmlns:a16="http://schemas.microsoft.com/office/drawing/2014/main" id="{6A8A9A34-FDAA-EC87-ACBD-70DC545FFE68}"/>
                </a:ext>
              </a:extLst>
            </p:cNvPr>
            <p:cNvSpPr/>
            <p:nvPr/>
          </p:nvSpPr>
          <p:spPr>
            <a:xfrm>
              <a:off x="6410838" y="2808294"/>
              <a:ext cx="1066231" cy="1086021"/>
            </a:xfrm>
            <a:custGeom>
              <a:avLst/>
              <a:gdLst>
                <a:gd name="connsiteX0" fmla="*/ 0 w 1066231"/>
                <a:gd name="connsiteY0" fmla="*/ 1228 h 1086021"/>
                <a:gd name="connsiteX1" fmla="*/ 283955 w 1066231"/>
                <a:gd name="connsiteY1" fmla="*/ 1228 h 1086021"/>
                <a:gd name="connsiteX2" fmla="*/ 526381 w 1066231"/>
                <a:gd name="connsiteY2" fmla="*/ 790691 h 1086021"/>
                <a:gd name="connsiteX3" fmla="*/ 539381 w 1066231"/>
                <a:gd name="connsiteY3" fmla="*/ 790691 h 1086021"/>
                <a:gd name="connsiteX4" fmla="*/ 777545 w 1066231"/>
                <a:gd name="connsiteY4" fmla="*/ 0 h 1086021"/>
                <a:gd name="connsiteX5" fmla="*/ 1066232 w 1066231"/>
                <a:gd name="connsiteY5" fmla="*/ 0 h 1086021"/>
                <a:gd name="connsiteX6" fmla="*/ 675346 w 1066231"/>
                <a:gd name="connsiteY6" fmla="*/ 1086021 h 1086021"/>
                <a:gd name="connsiteX7" fmla="*/ 394821 w 1066231"/>
                <a:gd name="connsiteY7" fmla="*/ 1084866 h 1086021"/>
                <a:gd name="connsiteX8" fmla="*/ 0 w 1066231"/>
                <a:gd name="connsiteY8" fmla="*/ 1228 h 108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231" h="1086021">
                  <a:moveTo>
                    <a:pt x="0" y="1228"/>
                  </a:moveTo>
                  <a:lnTo>
                    <a:pt x="283955" y="1228"/>
                  </a:lnTo>
                  <a:lnTo>
                    <a:pt x="526381" y="790691"/>
                  </a:lnTo>
                  <a:lnTo>
                    <a:pt x="539381" y="790691"/>
                  </a:lnTo>
                  <a:lnTo>
                    <a:pt x="777545" y="0"/>
                  </a:lnTo>
                  <a:lnTo>
                    <a:pt x="1066232" y="0"/>
                  </a:lnTo>
                  <a:lnTo>
                    <a:pt x="675346" y="1086021"/>
                  </a:lnTo>
                  <a:lnTo>
                    <a:pt x="394821" y="1084866"/>
                  </a:lnTo>
                  <a:lnTo>
                    <a:pt x="0" y="1228"/>
                  </a:lnTo>
                  <a:close/>
                </a:path>
              </a:pathLst>
            </a:custGeom>
            <a:solidFill>
              <a:schemeClr val="bg1"/>
            </a:solidFill>
            <a:ln w="0" cap="flat">
              <a:noFill/>
              <a:prstDash val="solid"/>
              <a:miter/>
            </a:ln>
          </p:spPr>
          <p:txBody>
            <a:bodyPr rtlCol="0" anchor="ctr"/>
            <a:lstStyle/>
            <a:p>
              <a:endParaRPr lang="de-DE"/>
            </a:p>
          </p:txBody>
        </p:sp>
        <p:sp>
          <p:nvSpPr>
            <p:cNvPr id="14" name="Freihandform: Form 13">
              <a:extLst>
                <a:ext uri="{FF2B5EF4-FFF2-40B4-BE49-F238E27FC236}">
                  <a16:creationId xmlns:a16="http://schemas.microsoft.com/office/drawing/2014/main" id="{F21FE68C-6E55-1882-29D0-5AD972D282CF}"/>
                </a:ext>
              </a:extLst>
            </p:cNvPr>
            <p:cNvSpPr/>
            <p:nvPr/>
          </p:nvSpPr>
          <p:spPr>
            <a:xfrm>
              <a:off x="3393430" y="2257682"/>
              <a:ext cx="851865" cy="1636633"/>
            </a:xfrm>
            <a:custGeom>
              <a:avLst/>
              <a:gdLst>
                <a:gd name="connsiteX0" fmla="*/ 561374 w 851865"/>
                <a:gd name="connsiteY0" fmla="*/ 396700 h 1636633"/>
                <a:gd name="connsiteX1" fmla="*/ 717454 w 851865"/>
                <a:gd name="connsiteY1" fmla="*/ 227619 h 1636633"/>
                <a:gd name="connsiteX2" fmla="*/ 851866 w 851865"/>
                <a:gd name="connsiteY2" fmla="*/ 247120 h 1636633"/>
                <a:gd name="connsiteX3" fmla="*/ 851866 w 851865"/>
                <a:gd name="connsiteY3" fmla="*/ 26001 h 1636633"/>
                <a:gd name="connsiteX4" fmla="*/ 648117 w 851865"/>
                <a:gd name="connsiteY4" fmla="*/ 0 h 1636633"/>
                <a:gd name="connsiteX5" fmla="*/ 277419 w 851865"/>
                <a:gd name="connsiteY5" fmla="*/ 381496 h 1636633"/>
                <a:gd name="connsiteX6" fmla="*/ 277419 w 851865"/>
                <a:gd name="connsiteY6" fmla="*/ 550576 h 1636633"/>
                <a:gd name="connsiteX7" fmla="*/ 85226 w 851865"/>
                <a:gd name="connsiteY7" fmla="*/ 550576 h 1636633"/>
                <a:gd name="connsiteX8" fmla="*/ 0 w 851865"/>
                <a:gd name="connsiteY8" fmla="*/ 784696 h 1636633"/>
                <a:gd name="connsiteX9" fmla="*/ 277419 w 851865"/>
                <a:gd name="connsiteY9" fmla="*/ 784696 h 1636633"/>
                <a:gd name="connsiteX10" fmla="*/ 277419 w 851865"/>
                <a:gd name="connsiteY10" fmla="*/ 1636634 h 1636633"/>
                <a:gd name="connsiteX11" fmla="*/ 561410 w 851865"/>
                <a:gd name="connsiteY11" fmla="*/ 1636634 h 1636633"/>
                <a:gd name="connsiteX12" fmla="*/ 561410 w 851865"/>
                <a:gd name="connsiteY12" fmla="*/ 767831 h 1636633"/>
                <a:gd name="connsiteX13" fmla="*/ 552743 w 851865"/>
                <a:gd name="connsiteY13" fmla="*/ 784732 h 1636633"/>
                <a:gd name="connsiteX14" fmla="*/ 822650 w 851865"/>
                <a:gd name="connsiteY14" fmla="*/ 784732 h 1636633"/>
                <a:gd name="connsiteX15" fmla="*/ 822650 w 851865"/>
                <a:gd name="connsiteY15" fmla="*/ 550612 h 1636633"/>
                <a:gd name="connsiteX16" fmla="*/ 552743 w 851865"/>
                <a:gd name="connsiteY16" fmla="*/ 550612 h 1636633"/>
                <a:gd name="connsiteX17" fmla="*/ 561410 w 851865"/>
                <a:gd name="connsiteY17" fmla="*/ 585281 h 1636633"/>
                <a:gd name="connsiteX18" fmla="*/ 561410 w 851865"/>
                <a:gd name="connsiteY18" fmla="*/ 396700 h 163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1865" h="1636633">
                  <a:moveTo>
                    <a:pt x="561374" y="396700"/>
                  </a:moveTo>
                  <a:cubicBezTo>
                    <a:pt x="561374" y="273157"/>
                    <a:pt x="602543" y="227619"/>
                    <a:pt x="717454" y="227619"/>
                  </a:cubicBezTo>
                  <a:cubicBezTo>
                    <a:pt x="769492" y="227619"/>
                    <a:pt x="814995" y="236286"/>
                    <a:pt x="851866" y="247120"/>
                  </a:cubicBezTo>
                  <a:lnTo>
                    <a:pt x="851866" y="26001"/>
                  </a:lnTo>
                  <a:cubicBezTo>
                    <a:pt x="810697" y="15167"/>
                    <a:pt x="758658" y="0"/>
                    <a:pt x="648117" y="0"/>
                  </a:cubicBezTo>
                  <a:cubicBezTo>
                    <a:pt x="403164" y="0"/>
                    <a:pt x="277419" y="145246"/>
                    <a:pt x="277419" y="381496"/>
                  </a:cubicBezTo>
                  <a:lnTo>
                    <a:pt x="277419" y="550576"/>
                  </a:lnTo>
                  <a:lnTo>
                    <a:pt x="85226" y="550576"/>
                  </a:lnTo>
                  <a:lnTo>
                    <a:pt x="0" y="784696"/>
                  </a:lnTo>
                  <a:lnTo>
                    <a:pt x="277419" y="784696"/>
                  </a:lnTo>
                  <a:lnTo>
                    <a:pt x="277419" y="1636634"/>
                  </a:lnTo>
                  <a:lnTo>
                    <a:pt x="561410" y="1636634"/>
                  </a:lnTo>
                  <a:lnTo>
                    <a:pt x="561410" y="767831"/>
                  </a:lnTo>
                  <a:lnTo>
                    <a:pt x="552743" y="784732"/>
                  </a:lnTo>
                  <a:lnTo>
                    <a:pt x="822650" y="784732"/>
                  </a:lnTo>
                  <a:lnTo>
                    <a:pt x="822650" y="550612"/>
                  </a:lnTo>
                  <a:lnTo>
                    <a:pt x="552743" y="550612"/>
                  </a:lnTo>
                  <a:lnTo>
                    <a:pt x="561410" y="585281"/>
                  </a:lnTo>
                  <a:lnTo>
                    <a:pt x="561410" y="396700"/>
                  </a:lnTo>
                  <a:close/>
                </a:path>
              </a:pathLst>
            </a:custGeom>
            <a:solidFill>
              <a:schemeClr val="bg1"/>
            </a:solidFill>
            <a:ln w="0" cap="flat">
              <a:noFill/>
              <a:prstDash val="solid"/>
              <a:miter/>
            </a:ln>
          </p:spPr>
          <p:txBody>
            <a:bodyPr rtlCol="0" anchor="ctr"/>
            <a:lstStyle/>
            <a:p>
              <a:endParaRPr lang="de-DE"/>
            </a:p>
          </p:txBody>
        </p:sp>
        <p:sp>
          <p:nvSpPr>
            <p:cNvPr id="15" name="Freihandform: Form 14">
              <a:extLst>
                <a:ext uri="{FF2B5EF4-FFF2-40B4-BE49-F238E27FC236}">
                  <a16:creationId xmlns:a16="http://schemas.microsoft.com/office/drawing/2014/main" id="{6AF80BBB-B267-E2A9-3663-7BD9FF7A9BAE}"/>
                </a:ext>
              </a:extLst>
            </p:cNvPr>
            <p:cNvSpPr/>
            <p:nvPr/>
          </p:nvSpPr>
          <p:spPr>
            <a:xfrm>
              <a:off x="5437019" y="2809522"/>
              <a:ext cx="840273" cy="1083529"/>
            </a:xfrm>
            <a:custGeom>
              <a:avLst/>
              <a:gdLst>
                <a:gd name="connsiteX0" fmla="*/ 826190 w 840273"/>
                <a:gd name="connsiteY0" fmla="*/ 2492 h 1083529"/>
                <a:gd name="connsiteX1" fmla="*/ 462100 w 840273"/>
                <a:gd name="connsiteY1" fmla="*/ 341700 h 1083529"/>
                <a:gd name="connsiteX2" fmla="*/ 453108 w 840273"/>
                <a:gd name="connsiteY2" fmla="*/ 341772 h 1083529"/>
                <a:gd name="connsiteX3" fmla="*/ 464158 w 840273"/>
                <a:gd name="connsiteY3" fmla="*/ 154780 h 1083529"/>
                <a:gd name="connsiteX4" fmla="*/ 463870 w 840273"/>
                <a:gd name="connsiteY4" fmla="*/ 0 h 1083529"/>
                <a:gd name="connsiteX5" fmla="*/ 82410 w 840273"/>
                <a:gd name="connsiteY5" fmla="*/ 0 h 1083529"/>
                <a:gd name="connsiteX6" fmla="*/ 0 w 840273"/>
                <a:gd name="connsiteY6" fmla="*/ 224875 h 1083529"/>
                <a:gd name="connsiteX7" fmla="*/ 212849 w 840273"/>
                <a:gd name="connsiteY7" fmla="*/ 224875 h 1083529"/>
                <a:gd name="connsiteX8" fmla="*/ 212849 w 840273"/>
                <a:gd name="connsiteY8" fmla="*/ 1083530 h 1083529"/>
                <a:gd name="connsiteX9" fmla="*/ 488535 w 840273"/>
                <a:gd name="connsiteY9" fmla="*/ 1083530 h 1083529"/>
                <a:gd name="connsiteX10" fmla="*/ 488535 w 840273"/>
                <a:gd name="connsiteY10" fmla="*/ 684266 h 1083529"/>
                <a:gd name="connsiteX11" fmla="*/ 760970 w 840273"/>
                <a:gd name="connsiteY11" fmla="*/ 332708 h 1083529"/>
                <a:gd name="connsiteX12" fmla="*/ 840274 w 840273"/>
                <a:gd name="connsiteY12" fmla="*/ 332708 h 1083529"/>
                <a:gd name="connsiteX13" fmla="*/ 840274 w 840273"/>
                <a:gd name="connsiteY13" fmla="*/ 2456 h 1083529"/>
                <a:gd name="connsiteX14" fmla="*/ 826153 w 840273"/>
                <a:gd name="connsiteY14" fmla="*/ 2456 h 108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0273" h="1083529">
                  <a:moveTo>
                    <a:pt x="826190" y="2492"/>
                  </a:moveTo>
                  <a:cubicBezTo>
                    <a:pt x="640786" y="2492"/>
                    <a:pt x="490918" y="119786"/>
                    <a:pt x="462100" y="341700"/>
                  </a:cubicBezTo>
                  <a:lnTo>
                    <a:pt x="453108" y="341772"/>
                  </a:lnTo>
                  <a:lnTo>
                    <a:pt x="464158" y="154780"/>
                  </a:lnTo>
                  <a:lnTo>
                    <a:pt x="463870" y="0"/>
                  </a:lnTo>
                  <a:lnTo>
                    <a:pt x="82410" y="0"/>
                  </a:lnTo>
                  <a:lnTo>
                    <a:pt x="0" y="224875"/>
                  </a:lnTo>
                  <a:lnTo>
                    <a:pt x="212849" y="224875"/>
                  </a:lnTo>
                  <a:lnTo>
                    <a:pt x="212849" y="1083530"/>
                  </a:lnTo>
                  <a:lnTo>
                    <a:pt x="488535" y="1083530"/>
                  </a:lnTo>
                  <a:lnTo>
                    <a:pt x="488535" y="684266"/>
                  </a:lnTo>
                  <a:cubicBezTo>
                    <a:pt x="488535" y="440432"/>
                    <a:pt x="517894" y="332708"/>
                    <a:pt x="760970" y="332708"/>
                  </a:cubicBezTo>
                  <a:lnTo>
                    <a:pt x="840274" y="332708"/>
                  </a:lnTo>
                  <a:lnTo>
                    <a:pt x="840274" y="2456"/>
                  </a:lnTo>
                  <a:lnTo>
                    <a:pt x="826153" y="2456"/>
                  </a:lnTo>
                  <a:close/>
                </a:path>
              </a:pathLst>
            </a:custGeom>
            <a:solidFill>
              <a:schemeClr val="bg1"/>
            </a:solidFill>
            <a:ln w="0" cap="flat">
              <a:noFill/>
              <a:prstDash val="solid"/>
              <a:miter/>
            </a:ln>
          </p:spPr>
          <p:txBody>
            <a:bodyPr rtlCol="0" anchor="ctr"/>
            <a:lstStyle/>
            <a:p>
              <a:endParaRPr lang="de-DE"/>
            </a:p>
          </p:txBody>
        </p:sp>
        <p:sp>
          <p:nvSpPr>
            <p:cNvPr id="16" name="Freihandform: Form 15">
              <a:extLst>
                <a:ext uri="{FF2B5EF4-FFF2-40B4-BE49-F238E27FC236}">
                  <a16:creationId xmlns:a16="http://schemas.microsoft.com/office/drawing/2014/main" id="{F1986D68-2438-502E-D769-1DE90DD71CE3}"/>
                </a:ext>
              </a:extLst>
            </p:cNvPr>
            <p:cNvSpPr/>
            <p:nvPr/>
          </p:nvSpPr>
          <p:spPr>
            <a:xfrm>
              <a:off x="7188817" y="4190765"/>
              <a:ext cx="848471" cy="1094074"/>
            </a:xfrm>
            <a:custGeom>
              <a:avLst/>
              <a:gdLst>
                <a:gd name="connsiteX0" fmla="*/ 834171 w 848471"/>
                <a:gd name="connsiteY0" fmla="*/ 2528 h 1094074"/>
                <a:gd name="connsiteX1" fmla="*/ 466542 w 848471"/>
                <a:gd name="connsiteY1" fmla="*/ 345022 h 1094074"/>
                <a:gd name="connsiteX2" fmla="*/ 457478 w 848471"/>
                <a:gd name="connsiteY2" fmla="*/ 345094 h 1094074"/>
                <a:gd name="connsiteX3" fmla="*/ 468636 w 848471"/>
                <a:gd name="connsiteY3" fmla="*/ 156296 h 1094074"/>
                <a:gd name="connsiteX4" fmla="*/ 468348 w 848471"/>
                <a:gd name="connsiteY4" fmla="*/ 0 h 1094074"/>
                <a:gd name="connsiteX5" fmla="*/ 83204 w 848471"/>
                <a:gd name="connsiteY5" fmla="*/ 0 h 1094074"/>
                <a:gd name="connsiteX6" fmla="*/ 0 w 848471"/>
                <a:gd name="connsiteY6" fmla="*/ 227078 h 1094074"/>
                <a:gd name="connsiteX7" fmla="*/ 214944 w 848471"/>
                <a:gd name="connsiteY7" fmla="*/ 227078 h 1094074"/>
                <a:gd name="connsiteX8" fmla="*/ 214944 w 848471"/>
                <a:gd name="connsiteY8" fmla="*/ 1094075 h 1094074"/>
                <a:gd name="connsiteX9" fmla="*/ 493302 w 848471"/>
                <a:gd name="connsiteY9" fmla="*/ 1094075 h 1094074"/>
                <a:gd name="connsiteX10" fmla="*/ 493302 w 848471"/>
                <a:gd name="connsiteY10" fmla="*/ 690911 h 1094074"/>
                <a:gd name="connsiteX11" fmla="*/ 768409 w 848471"/>
                <a:gd name="connsiteY11" fmla="*/ 335958 h 1094074"/>
                <a:gd name="connsiteX12" fmla="*/ 848471 w 848471"/>
                <a:gd name="connsiteY12" fmla="*/ 335958 h 1094074"/>
                <a:gd name="connsiteX13" fmla="*/ 848471 w 848471"/>
                <a:gd name="connsiteY13" fmla="*/ 2528 h 1094074"/>
                <a:gd name="connsiteX14" fmla="*/ 834207 w 848471"/>
                <a:gd name="connsiteY14" fmla="*/ 2528 h 109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8471" h="1094074">
                  <a:moveTo>
                    <a:pt x="834171" y="2528"/>
                  </a:moveTo>
                  <a:cubicBezTo>
                    <a:pt x="646962" y="2528"/>
                    <a:pt x="495649" y="120942"/>
                    <a:pt x="466542" y="345022"/>
                  </a:cubicBezTo>
                  <a:lnTo>
                    <a:pt x="457478" y="345094"/>
                  </a:lnTo>
                  <a:lnTo>
                    <a:pt x="468636" y="156296"/>
                  </a:lnTo>
                  <a:lnTo>
                    <a:pt x="468348" y="0"/>
                  </a:lnTo>
                  <a:lnTo>
                    <a:pt x="83204" y="0"/>
                  </a:lnTo>
                  <a:lnTo>
                    <a:pt x="0" y="227078"/>
                  </a:lnTo>
                  <a:lnTo>
                    <a:pt x="214944" y="227078"/>
                  </a:lnTo>
                  <a:lnTo>
                    <a:pt x="214944" y="1094075"/>
                  </a:lnTo>
                  <a:lnTo>
                    <a:pt x="493302" y="1094075"/>
                  </a:lnTo>
                  <a:lnTo>
                    <a:pt x="493302" y="690911"/>
                  </a:lnTo>
                  <a:cubicBezTo>
                    <a:pt x="493302" y="444730"/>
                    <a:pt x="522950" y="335958"/>
                    <a:pt x="768409" y="335958"/>
                  </a:cubicBezTo>
                  <a:lnTo>
                    <a:pt x="848471" y="335958"/>
                  </a:lnTo>
                  <a:lnTo>
                    <a:pt x="848471" y="2528"/>
                  </a:lnTo>
                  <a:lnTo>
                    <a:pt x="834207" y="2528"/>
                  </a:lnTo>
                  <a:close/>
                </a:path>
              </a:pathLst>
            </a:custGeom>
            <a:solidFill>
              <a:schemeClr val="bg1"/>
            </a:solidFill>
            <a:ln w="0" cap="flat">
              <a:noFill/>
              <a:prstDash val="solid"/>
              <a:miter/>
            </a:ln>
          </p:spPr>
          <p:txBody>
            <a:bodyPr rtlCol="0" anchor="ctr"/>
            <a:lstStyle/>
            <a:p>
              <a:endParaRPr lang="de-DE"/>
            </a:p>
          </p:txBody>
        </p:sp>
        <p:sp>
          <p:nvSpPr>
            <p:cNvPr id="17" name="Freihandform: Form 16">
              <a:extLst>
                <a:ext uri="{FF2B5EF4-FFF2-40B4-BE49-F238E27FC236}">
                  <a16:creationId xmlns:a16="http://schemas.microsoft.com/office/drawing/2014/main" id="{72F092E1-B34B-E0A7-83B2-6614DDCDA1D6}"/>
                </a:ext>
              </a:extLst>
            </p:cNvPr>
            <p:cNvSpPr/>
            <p:nvPr/>
          </p:nvSpPr>
          <p:spPr>
            <a:xfrm>
              <a:off x="7359955" y="2808294"/>
              <a:ext cx="682026" cy="1086021"/>
            </a:xfrm>
            <a:custGeom>
              <a:avLst/>
              <a:gdLst>
                <a:gd name="connsiteX0" fmla="*/ 0 w 682026"/>
                <a:gd name="connsiteY0" fmla="*/ 1086021 h 1086021"/>
                <a:gd name="connsiteX1" fmla="*/ 286772 w 682026"/>
                <a:gd name="connsiteY1" fmla="*/ 1086021 h 1086021"/>
                <a:gd name="connsiteX2" fmla="*/ 682027 w 682026"/>
                <a:gd name="connsiteY2" fmla="*/ 0 h 1086021"/>
                <a:gd name="connsiteX3" fmla="*/ 395291 w 682026"/>
                <a:gd name="connsiteY3" fmla="*/ 0 h 1086021"/>
                <a:gd name="connsiteX4" fmla="*/ 0 w 682026"/>
                <a:gd name="connsiteY4" fmla="*/ 1086021 h 108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026" h="1086021">
                  <a:moveTo>
                    <a:pt x="0" y="1086021"/>
                  </a:moveTo>
                  <a:lnTo>
                    <a:pt x="286772" y="1086021"/>
                  </a:lnTo>
                  <a:lnTo>
                    <a:pt x="682027" y="0"/>
                  </a:lnTo>
                  <a:lnTo>
                    <a:pt x="395291" y="0"/>
                  </a:lnTo>
                  <a:lnTo>
                    <a:pt x="0" y="1086021"/>
                  </a:lnTo>
                  <a:close/>
                </a:path>
              </a:pathLst>
            </a:custGeom>
            <a:solidFill>
              <a:schemeClr val="bg1"/>
            </a:solidFill>
            <a:ln w="0" cap="flat">
              <a:noFill/>
              <a:prstDash val="solid"/>
              <a:miter/>
            </a:ln>
          </p:spPr>
          <p:txBody>
            <a:bodyPr rtlCol="0" anchor="ctr"/>
            <a:lstStyle/>
            <a:p>
              <a:endParaRPr lang="de-DE"/>
            </a:p>
          </p:txBody>
        </p:sp>
        <p:sp>
          <p:nvSpPr>
            <p:cNvPr id="18" name="Freihandform: Form 17">
              <a:extLst>
                <a:ext uri="{FF2B5EF4-FFF2-40B4-BE49-F238E27FC236}">
                  <a16:creationId xmlns:a16="http://schemas.microsoft.com/office/drawing/2014/main" id="{FE398BD6-EEC5-437E-E55B-C14762FB717A}"/>
                </a:ext>
              </a:extLst>
            </p:cNvPr>
            <p:cNvSpPr/>
            <p:nvPr/>
          </p:nvSpPr>
          <p:spPr>
            <a:xfrm>
              <a:off x="3838015" y="4167870"/>
              <a:ext cx="1029649" cy="1116969"/>
            </a:xfrm>
            <a:custGeom>
              <a:avLst/>
              <a:gdLst>
                <a:gd name="connsiteX0" fmla="*/ 671879 w 1029649"/>
                <a:gd name="connsiteY0" fmla="*/ 898668 h 1116969"/>
                <a:gd name="connsiteX1" fmla="*/ 329385 w 1029649"/>
                <a:gd name="connsiteY1" fmla="*/ 1116970 h 1116969"/>
                <a:gd name="connsiteX2" fmla="*/ 0 w 1029649"/>
                <a:gd name="connsiteY2" fmla="*/ 837601 h 1116969"/>
                <a:gd name="connsiteX3" fmla="*/ 390452 w 1029649"/>
                <a:gd name="connsiteY3" fmla="*/ 499477 h 1116969"/>
                <a:gd name="connsiteX4" fmla="*/ 669676 w 1029649"/>
                <a:gd name="connsiteY4" fmla="*/ 416598 h 1116969"/>
                <a:gd name="connsiteX5" fmla="*/ 669676 w 1029649"/>
                <a:gd name="connsiteY5" fmla="*/ 392619 h 1116969"/>
                <a:gd name="connsiteX6" fmla="*/ 484273 w 1029649"/>
                <a:gd name="connsiteY6" fmla="*/ 224658 h 1116969"/>
                <a:gd name="connsiteX7" fmla="*/ 235600 w 1029649"/>
                <a:gd name="connsiteY7" fmla="*/ 383916 h 1116969"/>
                <a:gd name="connsiteX8" fmla="*/ 8739 w 1029649"/>
                <a:gd name="connsiteY8" fmla="*/ 261746 h 1116969"/>
                <a:gd name="connsiteX9" fmla="*/ 514825 w 1029649"/>
                <a:gd name="connsiteY9" fmla="*/ 0 h 1116969"/>
                <a:gd name="connsiteX10" fmla="*/ 966379 w 1029649"/>
                <a:gd name="connsiteY10" fmla="*/ 410097 h 1116969"/>
                <a:gd name="connsiteX11" fmla="*/ 966379 w 1029649"/>
                <a:gd name="connsiteY11" fmla="*/ 763498 h 1116969"/>
                <a:gd name="connsiteX12" fmla="*/ 1029649 w 1029649"/>
                <a:gd name="connsiteY12" fmla="*/ 1114189 h 1116969"/>
                <a:gd name="connsiteX13" fmla="*/ 726446 w 1029649"/>
                <a:gd name="connsiteY13" fmla="*/ 1114189 h 1116969"/>
                <a:gd name="connsiteX14" fmla="*/ 671915 w 1029649"/>
                <a:gd name="connsiteY14" fmla="*/ 898740 h 1116969"/>
                <a:gd name="connsiteX15" fmla="*/ 677152 w 1029649"/>
                <a:gd name="connsiteY15" fmla="*/ 712615 h 1116969"/>
                <a:gd name="connsiteX16" fmla="*/ 677152 w 1029649"/>
                <a:gd name="connsiteY16" fmla="*/ 544473 h 1116969"/>
                <a:gd name="connsiteX17" fmla="*/ 677152 w 1029649"/>
                <a:gd name="connsiteY17" fmla="*/ 544473 h 1116969"/>
                <a:gd name="connsiteX18" fmla="*/ 533170 w 1029649"/>
                <a:gd name="connsiteY18" fmla="*/ 606334 h 1116969"/>
                <a:gd name="connsiteX19" fmla="*/ 308476 w 1029649"/>
                <a:gd name="connsiteY19" fmla="*/ 784588 h 1116969"/>
                <a:gd name="connsiteX20" fmla="*/ 441552 w 1029649"/>
                <a:gd name="connsiteY20" fmla="*/ 919830 h 1116969"/>
                <a:gd name="connsiteX21" fmla="*/ 677152 w 1029649"/>
                <a:gd name="connsiteY21" fmla="*/ 712615 h 111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9649" h="1116969">
                  <a:moveTo>
                    <a:pt x="671879" y="898668"/>
                  </a:moveTo>
                  <a:cubicBezTo>
                    <a:pt x="621068" y="1043155"/>
                    <a:pt x="486476" y="1116970"/>
                    <a:pt x="329385" y="1116970"/>
                  </a:cubicBezTo>
                  <a:cubicBezTo>
                    <a:pt x="119967" y="1116970"/>
                    <a:pt x="0" y="1018635"/>
                    <a:pt x="0" y="837601"/>
                  </a:cubicBezTo>
                  <a:cubicBezTo>
                    <a:pt x="0" y="630350"/>
                    <a:pt x="163591" y="545304"/>
                    <a:pt x="390452" y="499477"/>
                  </a:cubicBezTo>
                  <a:cubicBezTo>
                    <a:pt x="578058" y="460222"/>
                    <a:pt x="660937" y="440577"/>
                    <a:pt x="669676" y="416598"/>
                  </a:cubicBezTo>
                  <a:lnTo>
                    <a:pt x="669676" y="392619"/>
                  </a:lnTo>
                  <a:cubicBezTo>
                    <a:pt x="669676" y="287928"/>
                    <a:pt x="617313" y="224658"/>
                    <a:pt x="484273" y="224658"/>
                  </a:cubicBezTo>
                  <a:cubicBezTo>
                    <a:pt x="351233" y="224658"/>
                    <a:pt x="270485" y="303167"/>
                    <a:pt x="235600" y="383916"/>
                  </a:cubicBezTo>
                  <a:lnTo>
                    <a:pt x="8739" y="261746"/>
                  </a:lnTo>
                  <a:cubicBezTo>
                    <a:pt x="87285" y="100321"/>
                    <a:pt x="279224" y="0"/>
                    <a:pt x="514825" y="0"/>
                  </a:cubicBezTo>
                  <a:cubicBezTo>
                    <a:pt x="822398" y="0"/>
                    <a:pt x="966379" y="143982"/>
                    <a:pt x="966379" y="410097"/>
                  </a:cubicBezTo>
                  <a:lnTo>
                    <a:pt x="966379" y="763498"/>
                  </a:lnTo>
                  <a:cubicBezTo>
                    <a:pt x="966379" y="990358"/>
                    <a:pt x="992561" y="1083674"/>
                    <a:pt x="1029649" y="1114189"/>
                  </a:cubicBezTo>
                  <a:lnTo>
                    <a:pt x="726446" y="1114189"/>
                  </a:lnTo>
                  <a:cubicBezTo>
                    <a:pt x="700264" y="1090210"/>
                    <a:pt x="678452" y="1023077"/>
                    <a:pt x="671915" y="898740"/>
                  </a:cubicBezTo>
                  <a:close/>
                  <a:moveTo>
                    <a:pt x="677152" y="712615"/>
                  </a:moveTo>
                  <a:lnTo>
                    <a:pt x="677152" y="544473"/>
                  </a:lnTo>
                  <a:lnTo>
                    <a:pt x="677152" y="544473"/>
                  </a:lnTo>
                  <a:cubicBezTo>
                    <a:pt x="647575" y="571811"/>
                    <a:pt x="611715" y="582356"/>
                    <a:pt x="533170" y="606334"/>
                  </a:cubicBezTo>
                  <a:cubicBezTo>
                    <a:pt x="384855" y="647792"/>
                    <a:pt x="308476" y="686433"/>
                    <a:pt x="308476" y="784588"/>
                  </a:cubicBezTo>
                  <a:cubicBezTo>
                    <a:pt x="308476" y="871836"/>
                    <a:pt x="369543" y="919830"/>
                    <a:pt x="441552" y="919830"/>
                  </a:cubicBezTo>
                  <a:cubicBezTo>
                    <a:pt x="550612" y="919830"/>
                    <a:pt x="655340" y="839118"/>
                    <a:pt x="677152" y="712615"/>
                  </a:cubicBezTo>
                  <a:close/>
                </a:path>
              </a:pathLst>
            </a:custGeom>
            <a:solidFill>
              <a:schemeClr val="bg1"/>
            </a:solidFill>
            <a:ln w="0" cap="flat">
              <a:noFill/>
              <a:prstDash val="solid"/>
              <a:miter/>
            </a:ln>
          </p:spPr>
          <p:txBody>
            <a:bodyPr rtlCol="0" anchor="ctr"/>
            <a:lstStyle/>
            <a:p>
              <a:endParaRPr lang="de-DE"/>
            </a:p>
          </p:txBody>
        </p:sp>
        <p:sp>
          <p:nvSpPr>
            <p:cNvPr id="19" name="Freihandform: Form 18">
              <a:extLst>
                <a:ext uri="{FF2B5EF4-FFF2-40B4-BE49-F238E27FC236}">
                  <a16:creationId xmlns:a16="http://schemas.microsoft.com/office/drawing/2014/main" id="{31917980-0094-58C0-0C63-F1A3B14E61A7}"/>
                </a:ext>
              </a:extLst>
            </p:cNvPr>
            <p:cNvSpPr/>
            <p:nvPr/>
          </p:nvSpPr>
          <p:spPr>
            <a:xfrm>
              <a:off x="8099474" y="4191379"/>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7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6"/>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7"/>
                    <a:pt x="438410" y="1100177"/>
                  </a:cubicBezTo>
                  <a:cubicBezTo>
                    <a:pt x="257159" y="1100177"/>
                    <a:pt x="84323" y="1028530"/>
                    <a:pt x="0" y="889423"/>
                  </a:cubicBezTo>
                  <a:close/>
                </a:path>
              </a:pathLst>
            </a:custGeom>
            <a:solidFill>
              <a:schemeClr val="bg1"/>
            </a:solidFill>
            <a:ln w="0" cap="flat">
              <a:no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03E446E7-776A-D674-727D-F1DC674B357D}"/>
                </a:ext>
              </a:extLst>
            </p:cNvPr>
            <p:cNvSpPr/>
            <p:nvPr/>
          </p:nvSpPr>
          <p:spPr>
            <a:xfrm>
              <a:off x="8099474" y="2807536"/>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8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7"/>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8"/>
                    <a:pt x="438410" y="1100178"/>
                  </a:cubicBezTo>
                  <a:cubicBezTo>
                    <a:pt x="257159" y="1100178"/>
                    <a:pt x="84323" y="1028530"/>
                    <a:pt x="0" y="889423"/>
                  </a:cubicBezTo>
                  <a:close/>
                </a:path>
              </a:pathLst>
            </a:custGeom>
            <a:solidFill>
              <a:schemeClr val="bg1"/>
            </a:solid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330310002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with supergraphic_1 (shape)">
    <p:spTree>
      <p:nvGrpSpPr>
        <p:cNvPr id="1" name=""/>
        <p:cNvGrpSpPr/>
        <p:nvPr/>
      </p:nvGrpSpPr>
      <p:grpSpPr>
        <a:xfrm>
          <a:off x="0" y="0"/>
          <a:ext cx="0" cy="0"/>
          <a:chOff x="0" y="0"/>
          <a:chExt cx="0" cy="0"/>
        </a:xfrm>
      </p:grpSpPr>
      <p:pic>
        <p:nvPicPr>
          <p:cNvPr id="9" name="Picture 8" descr="A city skyline at night&#10;&#10;Description automatically generated">
            <a:extLst>
              <a:ext uri="{FF2B5EF4-FFF2-40B4-BE49-F238E27FC236}">
                <a16:creationId xmlns:a16="http://schemas.microsoft.com/office/drawing/2014/main" id="{8023B119-BF14-0762-F3EF-63C9E5A9C2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00" y="304800"/>
            <a:ext cx="11581200" cy="3881177"/>
          </a:xfrm>
          <a:prstGeom prst="rect">
            <a:avLst/>
          </a:prstGeom>
        </p:spPr>
      </p:pic>
      <p:sp>
        <p:nvSpPr>
          <p:cNvPr id="2" name="Title 1">
            <a:extLst>
              <a:ext uri="{FF2B5EF4-FFF2-40B4-BE49-F238E27FC236}">
                <a16:creationId xmlns:a16="http://schemas.microsoft.com/office/drawing/2014/main" id="{B6947878-4CC5-2F38-EC5C-CE288DFC692B}"/>
              </a:ext>
            </a:extLst>
          </p:cNvPr>
          <p:cNvSpPr>
            <a:spLocks noGrp="1"/>
          </p:cNvSpPr>
          <p:nvPr>
            <p:ph type="ctrTitle" hasCustomPrompt="1"/>
          </p:nvPr>
        </p:nvSpPr>
        <p:spPr>
          <a:xfrm>
            <a:off x="306000" y="4550400"/>
            <a:ext cx="11581200" cy="360000"/>
          </a:xfrm>
        </p:spPr>
        <p:txBody>
          <a:bodyPr anchor="t"/>
          <a:lstStyle>
            <a:lvl1pPr algn="l">
              <a:defRPr sz="2400"/>
            </a:lvl1pPr>
          </a:lstStyle>
          <a:p>
            <a:r>
              <a:rPr lang="en-US" dirty="0"/>
              <a:t>Title</a:t>
            </a:r>
            <a:endParaRPr lang="en-GB" dirty="0"/>
          </a:p>
        </p:txBody>
      </p:sp>
      <p:sp>
        <p:nvSpPr>
          <p:cNvPr id="3" name="Subtitle 2">
            <a:extLst>
              <a:ext uri="{FF2B5EF4-FFF2-40B4-BE49-F238E27FC236}">
                <a16:creationId xmlns:a16="http://schemas.microsoft.com/office/drawing/2014/main" id="{FC404444-F2E0-6C9C-4C6D-05AB61391266}"/>
              </a:ext>
            </a:extLst>
          </p:cNvPr>
          <p:cNvSpPr>
            <a:spLocks noGrp="1"/>
          </p:cNvSpPr>
          <p:nvPr>
            <p:ph type="subTitle" idx="1" hasCustomPrompt="1"/>
          </p:nvPr>
        </p:nvSpPr>
        <p:spPr>
          <a:xfrm>
            <a:off x="306000" y="4910400"/>
            <a:ext cx="11581200" cy="360000"/>
          </a:xfr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11" name="Text Placeholder 10">
            <a:extLst>
              <a:ext uri="{FF2B5EF4-FFF2-40B4-BE49-F238E27FC236}">
                <a16:creationId xmlns:a16="http://schemas.microsoft.com/office/drawing/2014/main" id="{A4795539-9F7B-3A76-36CE-3A8633FDF0EB}"/>
              </a:ext>
            </a:extLst>
          </p:cNvPr>
          <p:cNvSpPr>
            <a:spLocks noGrp="1"/>
          </p:cNvSpPr>
          <p:nvPr>
            <p:ph type="body" sz="quarter" idx="11" hasCustomPrompt="1"/>
          </p:nvPr>
        </p:nvSpPr>
        <p:spPr>
          <a:xfrm>
            <a:off x="306000" y="6249600"/>
            <a:ext cx="9000000" cy="360000"/>
          </a:xfrm>
        </p:spPr>
        <p:txBody>
          <a:bodyPr/>
          <a:lstStyle>
            <a:lvl1pPr marL="0" indent="0">
              <a:buNone/>
              <a:defRPr sz="2000">
                <a:solidFill>
                  <a:schemeClr val="tx1"/>
                </a:solidFill>
              </a:defRPr>
            </a:lvl1pPr>
          </a:lstStyle>
          <a:p>
            <a:pPr lvl="0"/>
            <a:r>
              <a:rPr lang="en-US" dirty="0"/>
              <a:t>Name, Date, Year</a:t>
            </a:r>
            <a:endParaRPr lang="en-GB" dirty="0"/>
          </a:p>
        </p:txBody>
      </p:sp>
      <p:pic>
        <p:nvPicPr>
          <p:cNvPr id="4" name="Grafik 11">
            <a:extLst>
              <a:ext uri="{FF2B5EF4-FFF2-40B4-BE49-F238E27FC236}">
                <a16:creationId xmlns:a16="http://schemas.microsoft.com/office/drawing/2014/main" id="{3FAD8840-041F-A3D8-1509-F5EADE485C8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
        <p:nvSpPr>
          <p:cNvPr id="7" name="Supergraphic - shape">
            <a:extLst>
              <a:ext uri="{FF2B5EF4-FFF2-40B4-BE49-F238E27FC236}">
                <a16:creationId xmlns:a16="http://schemas.microsoft.com/office/drawing/2014/main" id="{6BAB0110-FF2C-8EE6-125B-57AD0A5D3266}"/>
              </a:ext>
            </a:extLst>
          </p:cNvPr>
          <p:cNvSpPr/>
          <p:nvPr userDrawn="1"/>
        </p:nvSpPr>
        <p:spPr>
          <a:xfrm>
            <a:off x="2521500" y="318792"/>
            <a:ext cx="4138546" cy="3871608"/>
          </a:xfrm>
          <a:prstGeom prst="parallelogram">
            <a:avLst>
              <a:gd name="adj" fmla="val 36136"/>
            </a:avLst>
          </a:prstGeom>
          <a:solidFill>
            <a:schemeClr val="bg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6321216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with supergraphic_2 (shape)">
    <p:spTree>
      <p:nvGrpSpPr>
        <p:cNvPr id="1" name=""/>
        <p:cNvGrpSpPr/>
        <p:nvPr/>
      </p:nvGrpSpPr>
      <p:grpSpPr>
        <a:xfrm>
          <a:off x="0" y="0"/>
          <a:ext cx="0" cy="0"/>
          <a:chOff x="0" y="0"/>
          <a:chExt cx="0" cy="0"/>
        </a:xfrm>
      </p:grpSpPr>
      <p:pic>
        <p:nvPicPr>
          <p:cNvPr id="9" name="Picture 8" descr="A road with a yellow car on it&#10;&#10;Description automatically generated">
            <a:extLst>
              <a:ext uri="{FF2B5EF4-FFF2-40B4-BE49-F238E27FC236}">
                <a16:creationId xmlns:a16="http://schemas.microsoft.com/office/drawing/2014/main" id="{6DD5C5F7-2A1C-8F92-7E7A-AD378379D6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00" y="313235"/>
            <a:ext cx="11581200" cy="3877165"/>
          </a:xfrm>
          <a:prstGeom prst="rect">
            <a:avLst/>
          </a:prstGeom>
        </p:spPr>
      </p:pic>
      <p:sp>
        <p:nvSpPr>
          <p:cNvPr id="2" name="Title 1">
            <a:extLst>
              <a:ext uri="{FF2B5EF4-FFF2-40B4-BE49-F238E27FC236}">
                <a16:creationId xmlns:a16="http://schemas.microsoft.com/office/drawing/2014/main" id="{B6947878-4CC5-2F38-EC5C-CE288DFC692B}"/>
              </a:ext>
            </a:extLst>
          </p:cNvPr>
          <p:cNvSpPr>
            <a:spLocks noGrp="1"/>
          </p:cNvSpPr>
          <p:nvPr>
            <p:ph type="ctrTitle" hasCustomPrompt="1"/>
          </p:nvPr>
        </p:nvSpPr>
        <p:spPr>
          <a:xfrm>
            <a:off x="306000" y="4550400"/>
            <a:ext cx="11581200" cy="360000"/>
          </a:xfrm>
        </p:spPr>
        <p:txBody>
          <a:bodyPr anchor="t"/>
          <a:lstStyle>
            <a:lvl1pPr algn="l">
              <a:defRPr sz="2400"/>
            </a:lvl1pPr>
          </a:lstStyle>
          <a:p>
            <a:r>
              <a:rPr lang="en-US" dirty="0"/>
              <a:t>Title</a:t>
            </a:r>
            <a:endParaRPr lang="en-GB" dirty="0"/>
          </a:p>
        </p:txBody>
      </p:sp>
      <p:sp>
        <p:nvSpPr>
          <p:cNvPr id="3" name="Subtitle 2">
            <a:extLst>
              <a:ext uri="{FF2B5EF4-FFF2-40B4-BE49-F238E27FC236}">
                <a16:creationId xmlns:a16="http://schemas.microsoft.com/office/drawing/2014/main" id="{FC404444-F2E0-6C9C-4C6D-05AB61391266}"/>
              </a:ext>
            </a:extLst>
          </p:cNvPr>
          <p:cNvSpPr>
            <a:spLocks noGrp="1"/>
          </p:cNvSpPr>
          <p:nvPr>
            <p:ph type="subTitle" idx="1" hasCustomPrompt="1"/>
          </p:nvPr>
        </p:nvSpPr>
        <p:spPr>
          <a:xfrm>
            <a:off x="306000" y="4910400"/>
            <a:ext cx="11581200" cy="360000"/>
          </a:xfrm>
        </p:spPr>
        <p:txBody>
          <a:bodyPr anchor="t"/>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11" name="Text Placeholder 10">
            <a:extLst>
              <a:ext uri="{FF2B5EF4-FFF2-40B4-BE49-F238E27FC236}">
                <a16:creationId xmlns:a16="http://schemas.microsoft.com/office/drawing/2014/main" id="{A4795539-9F7B-3A76-36CE-3A8633FDF0EB}"/>
              </a:ext>
            </a:extLst>
          </p:cNvPr>
          <p:cNvSpPr>
            <a:spLocks noGrp="1"/>
          </p:cNvSpPr>
          <p:nvPr>
            <p:ph type="body" sz="quarter" idx="11" hasCustomPrompt="1"/>
          </p:nvPr>
        </p:nvSpPr>
        <p:spPr>
          <a:xfrm>
            <a:off x="306000" y="6249600"/>
            <a:ext cx="9000000" cy="360000"/>
          </a:xfrm>
        </p:spPr>
        <p:txBody>
          <a:bodyPr anchor="t"/>
          <a:lstStyle>
            <a:lvl1pPr marL="0" indent="0">
              <a:buNone/>
              <a:defRPr sz="2000">
                <a:solidFill>
                  <a:schemeClr val="tx1"/>
                </a:solidFill>
              </a:defRPr>
            </a:lvl1pPr>
          </a:lstStyle>
          <a:p>
            <a:pPr lvl="0"/>
            <a:r>
              <a:rPr lang="en-US" dirty="0"/>
              <a:t>Name, Date, Year</a:t>
            </a:r>
            <a:endParaRPr lang="en-GB" dirty="0"/>
          </a:p>
        </p:txBody>
      </p:sp>
      <p:pic>
        <p:nvPicPr>
          <p:cNvPr id="4" name="Grafik 11">
            <a:extLst>
              <a:ext uri="{FF2B5EF4-FFF2-40B4-BE49-F238E27FC236}">
                <a16:creationId xmlns:a16="http://schemas.microsoft.com/office/drawing/2014/main" id="{D6BDED7B-DD3A-263E-B8E2-C2EEEA63C33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
        <p:nvSpPr>
          <p:cNvPr id="14" name="Supergraphic - shape">
            <a:extLst>
              <a:ext uri="{FF2B5EF4-FFF2-40B4-BE49-F238E27FC236}">
                <a16:creationId xmlns:a16="http://schemas.microsoft.com/office/drawing/2014/main" id="{13D132C5-29D3-C65F-52CB-42679B23D596}"/>
              </a:ext>
            </a:extLst>
          </p:cNvPr>
          <p:cNvSpPr/>
          <p:nvPr userDrawn="1"/>
        </p:nvSpPr>
        <p:spPr>
          <a:xfrm>
            <a:off x="2973600" y="318792"/>
            <a:ext cx="4138546" cy="3871608"/>
          </a:xfrm>
          <a:prstGeom prst="parallelogram">
            <a:avLst>
              <a:gd name="adj" fmla="val 36136"/>
            </a:avLst>
          </a:prstGeom>
          <a:solidFill>
            <a:schemeClr val="bg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8496487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with supergraphic_3 (shape)">
    <p:spTree>
      <p:nvGrpSpPr>
        <p:cNvPr id="1" name=""/>
        <p:cNvGrpSpPr/>
        <p:nvPr/>
      </p:nvGrpSpPr>
      <p:grpSpPr>
        <a:xfrm>
          <a:off x="0" y="0"/>
          <a:ext cx="0" cy="0"/>
          <a:chOff x="0" y="0"/>
          <a:chExt cx="0" cy="0"/>
        </a:xfrm>
      </p:grpSpPr>
      <p:pic>
        <p:nvPicPr>
          <p:cNvPr id="12" name="Picture 11" descr="A close up of a building&#10;&#10;Description automatically generated">
            <a:extLst>
              <a:ext uri="{FF2B5EF4-FFF2-40B4-BE49-F238E27FC236}">
                <a16:creationId xmlns:a16="http://schemas.microsoft.com/office/drawing/2014/main" id="{4B64D943-7426-9A0C-37E7-D0300DE75A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00" y="304800"/>
            <a:ext cx="11581200" cy="3881177"/>
          </a:xfrm>
          <a:prstGeom prst="rect">
            <a:avLst/>
          </a:prstGeom>
        </p:spPr>
      </p:pic>
      <p:sp>
        <p:nvSpPr>
          <p:cNvPr id="2" name="Title 1">
            <a:extLst>
              <a:ext uri="{FF2B5EF4-FFF2-40B4-BE49-F238E27FC236}">
                <a16:creationId xmlns:a16="http://schemas.microsoft.com/office/drawing/2014/main" id="{B6947878-4CC5-2F38-EC5C-CE288DFC692B}"/>
              </a:ext>
            </a:extLst>
          </p:cNvPr>
          <p:cNvSpPr>
            <a:spLocks noGrp="1"/>
          </p:cNvSpPr>
          <p:nvPr>
            <p:ph type="ctrTitle" hasCustomPrompt="1"/>
          </p:nvPr>
        </p:nvSpPr>
        <p:spPr>
          <a:xfrm>
            <a:off x="306000" y="4550400"/>
            <a:ext cx="11581200" cy="360000"/>
          </a:xfrm>
        </p:spPr>
        <p:txBody>
          <a:bodyPr anchor="t"/>
          <a:lstStyle>
            <a:lvl1pPr algn="l">
              <a:defRPr sz="2400"/>
            </a:lvl1pPr>
          </a:lstStyle>
          <a:p>
            <a:r>
              <a:rPr lang="en-US" dirty="0"/>
              <a:t>Title</a:t>
            </a:r>
            <a:endParaRPr lang="en-GB" dirty="0"/>
          </a:p>
        </p:txBody>
      </p:sp>
      <p:sp>
        <p:nvSpPr>
          <p:cNvPr id="3" name="Subtitle 2">
            <a:extLst>
              <a:ext uri="{FF2B5EF4-FFF2-40B4-BE49-F238E27FC236}">
                <a16:creationId xmlns:a16="http://schemas.microsoft.com/office/drawing/2014/main" id="{FC404444-F2E0-6C9C-4C6D-05AB61391266}"/>
              </a:ext>
            </a:extLst>
          </p:cNvPr>
          <p:cNvSpPr>
            <a:spLocks noGrp="1"/>
          </p:cNvSpPr>
          <p:nvPr>
            <p:ph type="subTitle" idx="1" hasCustomPrompt="1"/>
          </p:nvPr>
        </p:nvSpPr>
        <p:spPr>
          <a:xfrm>
            <a:off x="306000" y="4910400"/>
            <a:ext cx="11581200" cy="360000"/>
          </a:xfrm>
        </p:spPr>
        <p:txBody>
          <a:bodyPr anchor="t"/>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11" name="Text Placeholder 10">
            <a:extLst>
              <a:ext uri="{FF2B5EF4-FFF2-40B4-BE49-F238E27FC236}">
                <a16:creationId xmlns:a16="http://schemas.microsoft.com/office/drawing/2014/main" id="{A4795539-9F7B-3A76-36CE-3A8633FDF0EB}"/>
              </a:ext>
            </a:extLst>
          </p:cNvPr>
          <p:cNvSpPr>
            <a:spLocks noGrp="1"/>
          </p:cNvSpPr>
          <p:nvPr>
            <p:ph type="body" sz="quarter" idx="11" hasCustomPrompt="1"/>
          </p:nvPr>
        </p:nvSpPr>
        <p:spPr>
          <a:xfrm>
            <a:off x="306000" y="6249600"/>
            <a:ext cx="9000000" cy="360000"/>
          </a:xfrm>
        </p:spPr>
        <p:txBody>
          <a:bodyPr anchor="t"/>
          <a:lstStyle>
            <a:lvl1pPr marL="0" indent="0">
              <a:buNone/>
              <a:defRPr sz="2000">
                <a:solidFill>
                  <a:schemeClr val="tx1"/>
                </a:solidFill>
              </a:defRPr>
            </a:lvl1pPr>
          </a:lstStyle>
          <a:p>
            <a:pPr lvl="0"/>
            <a:r>
              <a:rPr lang="en-US" dirty="0"/>
              <a:t>Name, Date, Year</a:t>
            </a:r>
            <a:endParaRPr lang="en-GB" dirty="0"/>
          </a:p>
        </p:txBody>
      </p:sp>
      <p:pic>
        <p:nvPicPr>
          <p:cNvPr id="4" name="Grafik 11">
            <a:extLst>
              <a:ext uri="{FF2B5EF4-FFF2-40B4-BE49-F238E27FC236}">
                <a16:creationId xmlns:a16="http://schemas.microsoft.com/office/drawing/2014/main" id="{2004A3E1-9766-D2A9-53F4-1AEC39F0809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
        <p:nvSpPr>
          <p:cNvPr id="7" name="Supergraphic - shape">
            <a:extLst>
              <a:ext uri="{FF2B5EF4-FFF2-40B4-BE49-F238E27FC236}">
                <a16:creationId xmlns:a16="http://schemas.microsoft.com/office/drawing/2014/main" id="{6CF91860-6C86-705F-9C02-E037FF5EF9E3}"/>
              </a:ext>
            </a:extLst>
          </p:cNvPr>
          <p:cNvSpPr/>
          <p:nvPr userDrawn="1"/>
        </p:nvSpPr>
        <p:spPr>
          <a:xfrm>
            <a:off x="5941209" y="314369"/>
            <a:ext cx="4138546" cy="3871608"/>
          </a:xfrm>
          <a:prstGeom prst="parallelogram">
            <a:avLst>
              <a:gd name="adj" fmla="val 36136"/>
            </a:avLst>
          </a:prstGeom>
          <a:solidFill>
            <a:schemeClr val="bg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0026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with supergraphic_4 (shape)">
    <p:spTree>
      <p:nvGrpSpPr>
        <p:cNvPr id="1" name=""/>
        <p:cNvGrpSpPr/>
        <p:nvPr/>
      </p:nvGrpSpPr>
      <p:grpSpPr>
        <a:xfrm>
          <a:off x="0" y="0"/>
          <a:ext cx="0" cy="0"/>
          <a:chOff x="0" y="0"/>
          <a:chExt cx="0" cy="0"/>
        </a:xfrm>
      </p:grpSpPr>
      <p:pic>
        <p:nvPicPr>
          <p:cNvPr id="9" name="Picture 8" descr="A person looking up to the sky&#10;&#10;Description automatically generated">
            <a:extLst>
              <a:ext uri="{FF2B5EF4-FFF2-40B4-BE49-F238E27FC236}">
                <a16:creationId xmlns:a16="http://schemas.microsoft.com/office/drawing/2014/main" id="{41C57A33-9F00-B0BB-DC5D-FF8CB1EBE9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00" y="304800"/>
            <a:ext cx="11581200" cy="3881177"/>
          </a:xfrm>
          <a:prstGeom prst="rect">
            <a:avLst/>
          </a:prstGeom>
        </p:spPr>
      </p:pic>
      <p:sp>
        <p:nvSpPr>
          <p:cNvPr id="2" name="Title 1">
            <a:extLst>
              <a:ext uri="{FF2B5EF4-FFF2-40B4-BE49-F238E27FC236}">
                <a16:creationId xmlns:a16="http://schemas.microsoft.com/office/drawing/2014/main" id="{B6947878-4CC5-2F38-EC5C-CE288DFC692B}"/>
              </a:ext>
            </a:extLst>
          </p:cNvPr>
          <p:cNvSpPr>
            <a:spLocks noGrp="1"/>
          </p:cNvSpPr>
          <p:nvPr>
            <p:ph type="ctrTitle" hasCustomPrompt="1"/>
          </p:nvPr>
        </p:nvSpPr>
        <p:spPr>
          <a:xfrm>
            <a:off x="306000" y="4550400"/>
            <a:ext cx="11581200" cy="360000"/>
          </a:xfrm>
        </p:spPr>
        <p:txBody>
          <a:bodyPr anchor="t"/>
          <a:lstStyle>
            <a:lvl1pPr algn="l">
              <a:defRPr sz="2400"/>
            </a:lvl1pPr>
          </a:lstStyle>
          <a:p>
            <a:r>
              <a:rPr lang="en-US" dirty="0"/>
              <a:t>Title</a:t>
            </a:r>
            <a:endParaRPr lang="en-GB" dirty="0"/>
          </a:p>
        </p:txBody>
      </p:sp>
      <p:sp>
        <p:nvSpPr>
          <p:cNvPr id="3" name="Subtitle 2">
            <a:extLst>
              <a:ext uri="{FF2B5EF4-FFF2-40B4-BE49-F238E27FC236}">
                <a16:creationId xmlns:a16="http://schemas.microsoft.com/office/drawing/2014/main" id="{FC404444-F2E0-6C9C-4C6D-05AB61391266}"/>
              </a:ext>
            </a:extLst>
          </p:cNvPr>
          <p:cNvSpPr>
            <a:spLocks noGrp="1"/>
          </p:cNvSpPr>
          <p:nvPr>
            <p:ph type="subTitle" idx="1" hasCustomPrompt="1"/>
          </p:nvPr>
        </p:nvSpPr>
        <p:spPr>
          <a:xfrm>
            <a:off x="306000" y="4910400"/>
            <a:ext cx="11581200" cy="360000"/>
          </a:xfrm>
        </p:spPr>
        <p:txBody>
          <a:bodyPr anchor="t"/>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11" name="Text Placeholder 10">
            <a:extLst>
              <a:ext uri="{FF2B5EF4-FFF2-40B4-BE49-F238E27FC236}">
                <a16:creationId xmlns:a16="http://schemas.microsoft.com/office/drawing/2014/main" id="{A4795539-9F7B-3A76-36CE-3A8633FDF0EB}"/>
              </a:ext>
            </a:extLst>
          </p:cNvPr>
          <p:cNvSpPr>
            <a:spLocks noGrp="1"/>
          </p:cNvSpPr>
          <p:nvPr>
            <p:ph type="body" sz="quarter" idx="11" hasCustomPrompt="1"/>
          </p:nvPr>
        </p:nvSpPr>
        <p:spPr>
          <a:xfrm>
            <a:off x="306000" y="6249600"/>
            <a:ext cx="9000000" cy="360000"/>
          </a:xfrm>
        </p:spPr>
        <p:txBody>
          <a:bodyPr anchor="t"/>
          <a:lstStyle>
            <a:lvl1pPr marL="0" indent="0">
              <a:buNone/>
              <a:defRPr sz="2000">
                <a:solidFill>
                  <a:schemeClr val="tx1"/>
                </a:solidFill>
              </a:defRPr>
            </a:lvl1pPr>
          </a:lstStyle>
          <a:p>
            <a:pPr lvl="0"/>
            <a:r>
              <a:rPr lang="en-US" dirty="0"/>
              <a:t>Name, Date, Year</a:t>
            </a:r>
            <a:endParaRPr lang="en-GB" dirty="0"/>
          </a:p>
        </p:txBody>
      </p:sp>
      <p:pic>
        <p:nvPicPr>
          <p:cNvPr id="4" name="Grafik 11">
            <a:extLst>
              <a:ext uri="{FF2B5EF4-FFF2-40B4-BE49-F238E27FC236}">
                <a16:creationId xmlns:a16="http://schemas.microsoft.com/office/drawing/2014/main" id="{5954B60F-7996-FE11-B73E-1414D95F6F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
        <p:nvSpPr>
          <p:cNvPr id="5" name="Supergraphic - shape">
            <a:extLst>
              <a:ext uri="{FF2B5EF4-FFF2-40B4-BE49-F238E27FC236}">
                <a16:creationId xmlns:a16="http://schemas.microsoft.com/office/drawing/2014/main" id="{C45D0F22-A111-12FA-7F9B-384BF395E0A1}"/>
              </a:ext>
            </a:extLst>
          </p:cNvPr>
          <p:cNvSpPr/>
          <p:nvPr userDrawn="1"/>
        </p:nvSpPr>
        <p:spPr>
          <a:xfrm>
            <a:off x="3360601" y="306000"/>
            <a:ext cx="4138546" cy="3871608"/>
          </a:xfrm>
          <a:prstGeom prst="parallelogram">
            <a:avLst>
              <a:gd name="adj" fmla="val 36136"/>
            </a:avLst>
          </a:prstGeom>
          <a:solidFill>
            <a:schemeClr val="bg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161449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with supergraphic_5 (image)">
    <p:bg>
      <p:bgPr>
        <a:solidFill>
          <a:schemeClr val="tx2"/>
        </a:solidFill>
        <a:effectLst/>
      </p:bgPr>
    </p:bg>
    <p:spTree>
      <p:nvGrpSpPr>
        <p:cNvPr id="1" name=""/>
        <p:cNvGrpSpPr/>
        <p:nvPr/>
      </p:nvGrpSpPr>
      <p:grpSpPr>
        <a:xfrm>
          <a:off x="0" y="0"/>
          <a:ext cx="0" cy="0"/>
          <a:chOff x="0" y="0"/>
          <a:chExt cx="0" cy="0"/>
        </a:xfrm>
      </p:grpSpPr>
      <p:pic>
        <p:nvPicPr>
          <p:cNvPr id="10" name="Picture 9" descr="A bridge with arches and a body of water&#10;&#10;Description automatically generated">
            <a:extLst>
              <a:ext uri="{FF2B5EF4-FFF2-40B4-BE49-F238E27FC236}">
                <a16:creationId xmlns:a16="http://schemas.microsoft.com/office/drawing/2014/main" id="{9A13D504-A754-8469-21D4-BBB2BAB76E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00" y="304800"/>
            <a:ext cx="11581200" cy="3881177"/>
          </a:xfrm>
          <a:prstGeom prst="rect">
            <a:avLst/>
          </a:prstGeom>
        </p:spPr>
      </p:pic>
      <p:sp>
        <p:nvSpPr>
          <p:cNvPr id="2" name="Title 1">
            <a:extLst>
              <a:ext uri="{FF2B5EF4-FFF2-40B4-BE49-F238E27FC236}">
                <a16:creationId xmlns:a16="http://schemas.microsoft.com/office/drawing/2014/main" id="{B6947878-4CC5-2F38-EC5C-CE288DFC692B}"/>
              </a:ext>
            </a:extLst>
          </p:cNvPr>
          <p:cNvSpPr>
            <a:spLocks noGrp="1"/>
          </p:cNvSpPr>
          <p:nvPr>
            <p:ph type="ctrTitle" hasCustomPrompt="1"/>
          </p:nvPr>
        </p:nvSpPr>
        <p:spPr>
          <a:xfrm>
            <a:off x="306000" y="4550400"/>
            <a:ext cx="11581200" cy="360000"/>
          </a:xfrm>
        </p:spPr>
        <p:txBody>
          <a:bodyPr anchor="t"/>
          <a:lstStyle>
            <a:lvl1pPr algn="l">
              <a:defRPr sz="2400">
                <a:solidFill>
                  <a:schemeClr val="bg1"/>
                </a:solidFill>
              </a:defRPr>
            </a:lvl1pPr>
          </a:lstStyle>
          <a:p>
            <a:r>
              <a:rPr lang="en-US" dirty="0"/>
              <a:t>Title</a:t>
            </a:r>
            <a:endParaRPr lang="en-GB" dirty="0"/>
          </a:p>
        </p:txBody>
      </p:sp>
      <p:sp>
        <p:nvSpPr>
          <p:cNvPr id="3" name="Subtitle 2">
            <a:extLst>
              <a:ext uri="{FF2B5EF4-FFF2-40B4-BE49-F238E27FC236}">
                <a16:creationId xmlns:a16="http://schemas.microsoft.com/office/drawing/2014/main" id="{FC404444-F2E0-6C9C-4C6D-05AB61391266}"/>
              </a:ext>
            </a:extLst>
          </p:cNvPr>
          <p:cNvSpPr>
            <a:spLocks noGrp="1"/>
          </p:cNvSpPr>
          <p:nvPr>
            <p:ph type="subTitle" idx="1" hasCustomPrompt="1"/>
          </p:nvPr>
        </p:nvSpPr>
        <p:spPr>
          <a:xfrm>
            <a:off x="306000" y="4910400"/>
            <a:ext cx="11581200" cy="360000"/>
          </a:xfrm>
        </p:spPr>
        <p:txBody>
          <a:bodyPr anchor="t"/>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endParaRPr lang="en-GB" dirty="0"/>
          </a:p>
        </p:txBody>
      </p:sp>
      <p:sp>
        <p:nvSpPr>
          <p:cNvPr id="11" name="Text Placeholder 10">
            <a:extLst>
              <a:ext uri="{FF2B5EF4-FFF2-40B4-BE49-F238E27FC236}">
                <a16:creationId xmlns:a16="http://schemas.microsoft.com/office/drawing/2014/main" id="{A4795539-9F7B-3A76-36CE-3A8633FDF0EB}"/>
              </a:ext>
            </a:extLst>
          </p:cNvPr>
          <p:cNvSpPr>
            <a:spLocks noGrp="1"/>
          </p:cNvSpPr>
          <p:nvPr>
            <p:ph type="body" sz="quarter" idx="11" hasCustomPrompt="1"/>
          </p:nvPr>
        </p:nvSpPr>
        <p:spPr>
          <a:xfrm>
            <a:off x="306000" y="6249600"/>
            <a:ext cx="9000000" cy="360000"/>
          </a:xfrm>
        </p:spPr>
        <p:txBody>
          <a:bodyPr anchor="t"/>
          <a:lstStyle>
            <a:lvl1pPr marL="0" indent="0">
              <a:buNone/>
              <a:defRPr sz="2000">
                <a:solidFill>
                  <a:schemeClr val="bg1"/>
                </a:solidFill>
              </a:defRPr>
            </a:lvl1pPr>
          </a:lstStyle>
          <a:p>
            <a:pPr lvl="0"/>
            <a:r>
              <a:rPr lang="en-US" dirty="0"/>
              <a:t>Name, Date, Year</a:t>
            </a:r>
            <a:endParaRPr lang="en-GB" dirty="0"/>
          </a:p>
        </p:txBody>
      </p:sp>
      <p:grpSp>
        <p:nvGrpSpPr>
          <p:cNvPr id="7" name="Gruppieren 4">
            <a:extLst>
              <a:ext uri="{FF2B5EF4-FFF2-40B4-BE49-F238E27FC236}">
                <a16:creationId xmlns:a16="http://schemas.microsoft.com/office/drawing/2014/main" id="{896058C6-59EF-7FF4-FC6F-F9FED024BB3C}"/>
              </a:ext>
            </a:extLst>
          </p:cNvPr>
          <p:cNvGrpSpPr>
            <a:grpSpLocks noChangeAspect="1"/>
          </p:cNvGrpSpPr>
          <p:nvPr userDrawn="1"/>
        </p:nvGrpSpPr>
        <p:grpSpPr>
          <a:xfrm>
            <a:off x="10811963" y="6165234"/>
            <a:ext cx="1080000" cy="453765"/>
            <a:chOff x="1721984" y="2257682"/>
            <a:chExt cx="7247953" cy="3045250"/>
          </a:xfrm>
        </p:grpSpPr>
        <p:sp>
          <p:nvSpPr>
            <p:cNvPr id="8" name="Freihandform: Form 5">
              <a:extLst>
                <a:ext uri="{FF2B5EF4-FFF2-40B4-BE49-F238E27FC236}">
                  <a16:creationId xmlns:a16="http://schemas.microsoft.com/office/drawing/2014/main" id="{F35D3F7C-1E2A-5E1C-BA59-85AFEE7607AB}"/>
                </a:ext>
              </a:extLst>
            </p:cNvPr>
            <p:cNvSpPr/>
            <p:nvPr/>
          </p:nvSpPr>
          <p:spPr>
            <a:xfrm>
              <a:off x="1721984" y="4167798"/>
              <a:ext cx="1948179" cy="1135134"/>
            </a:xfrm>
            <a:custGeom>
              <a:avLst/>
              <a:gdLst>
                <a:gd name="connsiteX0" fmla="*/ 1948179 w 1948179"/>
                <a:gd name="connsiteY0" fmla="*/ 391066 h 1135134"/>
                <a:gd name="connsiteX1" fmla="*/ 1641834 w 1948179"/>
                <a:gd name="connsiteY1" fmla="*/ 0 h 1135134"/>
                <a:gd name="connsiteX2" fmla="*/ 1272508 w 1948179"/>
                <a:gd name="connsiteY2" fmla="*/ 302012 h 1135134"/>
                <a:gd name="connsiteX3" fmla="*/ 1257305 w 1948179"/>
                <a:gd name="connsiteY3" fmla="*/ 302012 h 1135134"/>
                <a:gd name="connsiteX4" fmla="*/ 955329 w 1948179"/>
                <a:gd name="connsiteY4" fmla="*/ 0 h 1135134"/>
                <a:gd name="connsiteX5" fmla="*/ 581633 w 1948179"/>
                <a:gd name="connsiteY5" fmla="*/ 312846 h 1135134"/>
                <a:gd name="connsiteX6" fmla="*/ 566177 w 1948179"/>
                <a:gd name="connsiteY6" fmla="*/ 312846 h 1135134"/>
                <a:gd name="connsiteX7" fmla="*/ 333646 w 1948179"/>
                <a:gd name="connsiteY7" fmla="*/ 28240 h 1135134"/>
                <a:gd name="connsiteX8" fmla="*/ 223972 w 1948179"/>
                <a:gd name="connsiteY8" fmla="*/ 10870 h 1135134"/>
                <a:gd name="connsiteX9" fmla="*/ 0 w 1948179"/>
                <a:gd name="connsiteY9" fmla="*/ 10870 h 1135134"/>
                <a:gd name="connsiteX10" fmla="*/ 0 w 1948179"/>
                <a:gd name="connsiteY10" fmla="*/ 257990 h 1135134"/>
                <a:gd name="connsiteX11" fmla="*/ 283991 w 1948179"/>
                <a:gd name="connsiteY11" fmla="*/ 258099 h 1135134"/>
                <a:gd name="connsiteX12" fmla="*/ 283991 w 1948179"/>
                <a:gd name="connsiteY12" fmla="*/ 1116717 h 1135134"/>
                <a:gd name="connsiteX13" fmla="*/ 585967 w 1948179"/>
                <a:gd name="connsiteY13" fmla="*/ 1116717 h 1135134"/>
                <a:gd name="connsiteX14" fmla="*/ 585967 w 1948179"/>
                <a:gd name="connsiteY14" fmla="*/ 562710 h 1135134"/>
                <a:gd name="connsiteX15" fmla="*/ 597342 w 1948179"/>
                <a:gd name="connsiteY15" fmla="*/ 466506 h 1135134"/>
                <a:gd name="connsiteX16" fmla="*/ 820592 w 1948179"/>
                <a:gd name="connsiteY16" fmla="*/ 254198 h 1135134"/>
                <a:gd name="connsiteX17" fmla="*/ 968330 w 1948179"/>
                <a:gd name="connsiteY17" fmla="*/ 473656 h 1135134"/>
                <a:gd name="connsiteX18" fmla="*/ 968330 w 1948179"/>
                <a:gd name="connsiteY18" fmla="*/ 1116753 h 1135134"/>
                <a:gd name="connsiteX19" fmla="*/ 1270305 w 1948179"/>
                <a:gd name="connsiteY19" fmla="*/ 1116753 h 1135134"/>
                <a:gd name="connsiteX20" fmla="*/ 1270305 w 1948179"/>
                <a:gd name="connsiteY20" fmla="*/ 549710 h 1135134"/>
                <a:gd name="connsiteX21" fmla="*/ 1511467 w 1948179"/>
                <a:gd name="connsiteY21" fmla="*/ 254234 h 1135134"/>
                <a:gd name="connsiteX22" fmla="*/ 1644001 w 1948179"/>
                <a:gd name="connsiteY22" fmla="*/ 473692 h 1135134"/>
                <a:gd name="connsiteX23" fmla="*/ 1644001 w 1948179"/>
                <a:gd name="connsiteY23" fmla="*/ 833231 h 1135134"/>
                <a:gd name="connsiteX24" fmla="*/ 1948179 w 1948179"/>
                <a:gd name="connsiteY24" fmla="*/ 1135135 h 1135134"/>
                <a:gd name="connsiteX25" fmla="*/ 1948179 w 1948179"/>
                <a:gd name="connsiteY25" fmla="*/ 391102 h 113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48179" h="1135134">
                  <a:moveTo>
                    <a:pt x="1948179" y="391066"/>
                  </a:moveTo>
                  <a:cubicBezTo>
                    <a:pt x="1948179" y="149904"/>
                    <a:pt x="1852589" y="0"/>
                    <a:pt x="1641834" y="0"/>
                  </a:cubicBezTo>
                  <a:cubicBezTo>
                    <a:pt x="1468023" y="0"/>
                    <a:pt x="1335489" y="108627"/>
                    <a:pt x="1272508" y="302012"/>
                  </a:cubicBezTo>
                  <a:lnTo>
                    <a:pt x="1257305" y="302012"/>
                  </a:lnTo>
                  <a:cubicBezTo>
                    <a:pt x="1239934" y="128201"/>
                    <a:pt x="1142141" y="0"/>
                    <a:pt x="955329" y="0"/>
                  </a:cubicBezTo>
                  <a:cubicBezTo>
                    <a:pt x="768517" y="0"/>
                    <a:pt x="640317" y="115128"/>
                    <a:pt x="581633" y="312846"/>
                  </a:cubicBezTo>
                  <a:lnTo>
                    <a:pt x="566177" y="312846"/>
                  </a:lnTo>
                  <a:cubicBezTo>
                    <a:pt x="527067" y="181539"/>
                    <a:pt x="455238" y="69770"/>
                    <a:pt x="333646" y="28240"/>
                  </a:cubicBezTo>
                  <a:cubicBezTo>
                    <a:pt x="300820" y="17009"/>
                    <a:pt x="264382" y="10870"/>
                    <a:pt x="223972" y="10870"/>
                  </a:cubicBezTo>
                  <a:lnTo>
                    <a:pt x="0" y="10870"/>
                  </a:lnTo>
                  <a:lnTo>
                    <a:pt x="0" y="257990"/>
                  </a:lnTo>
                  <a:lnTo>
                    <a:pt x="283991" y="258099"/>
                  </a:lnTo>
                  <a:lnTo>
                    <a:pt x="283991" y="1116717"/>
                  </a:lnTo>
                  <a:lnTo>
                    <a:pt x="585967" y="1116717"/>
                  </a:lnTo>
                  <a:lnTo>
                    <a:pt x="585967" y="562710"/>
                  </a:lnTo>
                  <a:cubicBezTo>
                    <a:pt x="586725" y="527536"/>
                    <a:pt x="590806" y="495613"/>
                    <a:pt x="597342" y="466506"/>
                  </a:cubicBezTo>
                  <a:cubicBezTo>
                    <a:pt x="629158" y="324727"/>
                    <a:pt x="723268" y="254198"/>
                    <a:pt x="820592" y="254198"/>
                  </a:cubicBezTo>
                  <a:cubicBezTo>
                    <a:pt x="917916" y="254198"/>
                    <a:pt x="968330" y="297642"/>
                    <a:pt x="968330" y="473656"/>
                  </a:cubicBezTo>
                  <a:lnTo>
                    <a:pt x="968330" y="1116753"/>
                  </a:lnTo>
                  <a:lnTo>
                    <a:pt x="1270305" y="1116753"/>
                  </a:lnTo>
                  <a:lnTo>
                    <a:pt x="1270305" y="549710"/>
                  </a:lnTo>
                  <a:cubicBezTo>
                    <a:pt x="1292045" y="330288"/>
                    <a:pt x="1405006" y="254234"/>
                    <a:pt x="1511467" y="254234"/>
                  </a:cubicBezTo>
                  <a:cubicBezTo>
                    <a:pt x="1617927" y="254234"/>
                    <a:pt x="1644001" y="328121"/>
                    <a:pt x="1644001" y="473692"/>
                  </a:cubicBezTo>
                  <a:lnTo>
                    <a:pt x="1644001" y="833231"/>
                  </a:lnTo>
                  <a:cubicBezTo>
                    <a:pt x="1644001" y="1005923"/>
                    <a:pt x="1755662" y="1125384"/>
                    <a:pt x="1948179" y="1135135"/>
                  </a:cubicBezTo>
                  <a:lnTo>
                    <a:pt x="1948179" y="391102"/>
                  </a:lnTo>
                  <a:close/>
                </a:path>
              </a:pathLst>
            </a:custGeom>
            <a:solidFill>
              <a:schemeClr val="bg1"/>
            </a:solidFill>
            <a:ln w="0" cap="flat">
              <a:noFill/>
              <a:prstDash val="solid"/>
              <a:miter/>
            </a:ln>
          </p:spPr>
          <p:txBody>
            <a:bodyPr rtlCol="0" anchor="ctr"/>
            <a:lstStyle/>
            <a:p>
              <a:endParaRPr lang="de-DE"/>
            </a:p>
          </p:txBody>
        </p:sp>
        <p:sp>
          <p:nvSpPr>
            <p:cNvPr id="9" name="Freihandform: Form 7">
              <a:extLst>
                <a:ext uri="{FF2B5EF4-FFF2-40B4-BE49-F238E27FC236}">
                  <a16:creationId xmlns:a16="http://schemas.microsoft.com/office/drawing/2014/main" id="{602E3AA9-808E-E0E7-18A3-6A189D961178}"/>
                </a:ext>
              </a:extLst>
            </p:cNvPr>
            <p:cNvSpPr/>
            <p:nvPr/>
          </p:nvSpPr>
          <p:spPr>
            <a:xfrm>
              <a:off x="5035697" y="4193979"/>
              <a:ext cx="910332" cy="1088477"/>
            </a:xfrm>
            <a:custGeom>
              <a:avLst/>
              <a:gdLst>
                <a:gd name="connsiteX0" fmla="*/ 326785 w 910332"/>
                <a:gd name="connsiteY0" fmla="*/ 851469 h 1088477"/>
                <a:gd name="connsiteX1" fmla="*/ 897296 w 910332"/>
                <a:gd name="connsiteY1" fmla="*/ 235817 h 1088477"/>
                <a:gd name="connsiteX2" fmla="*/ 897296 w 910332"/>
                <a:gd name="connsiteY2" fmla="*/ 5381 h 1088477"/>
                <a:gd name="connsiteX3" fmla="*/ 897296 w 910332"/>
                <a:gd name="connsiteY3" fmla="*/ 5381 h 1088477"/>
                <a:gd name="connsiteX4" fmla="*/ 897296 w 910332"/>
                <a:gd name="connsiteY4" fmla="*/ 0 h 1088477"/>
                <a:gd name="connsiteX5" fmla="*/ 22535 w 910332"/>
                <a:gd name="connsiteY5" fmla="*/ 0 h 1088477"/>
                <a:gd name="connsiteX6" fmla="*/ 22535 w 910332"/>
                <a:gd name="connsiteY6" fmla="*/ 225958 h 1088477"/>
                <a:gd name="connsiteX7" fmla="*/ 600629 w 910332"/>
                <a:gd name="connsiteY7" fmla="*/ 225958 h 1088477"/>
                <a:gd name="connsiteX8" fmla="*/ 0 w 910332"/>
                <a:gd name="connsiteY8" fmla="*/ 868947 h 1088477"/>
                <a:gd name="connsiteX9" fmla="*/ 0 w 910332"/>
                <a:gd name="connsiteY9" fmla="*/ 1088477 h 1088477"/>
                <a:gd name="connsiteX10" fmla="*/ 910333 w 910332"/>
                <a:gd name="connsiteY10" fmla="*/ 1088477 h 1088477"/>
                <a:gd name="connsiteX11" fmla="*/ 910333 w 910332"/>
                <a:gd name="connsiteY11" fmla="*/ 851469 h 1088477"/>
                <a:gd name="connsiteX12" fmla="*/ 326785 w 910332"/>
                <a:gd name="connsiteY12" fmla="*/ 851469 h 108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0332" h="1088477">
                  <a:moveTo>
                    <a:pt x="326785" y="851469"/>
                  </a:moveTo>
                  <a:lnTo>
                    <a:pt x="897296" y="235817"/>
                  </a:lnTo>
                  <a:lnTo>
                    <a:pt x="897296" y="5381"/>
                  </a:lnTo>
                  <a:lnTo>
                    <a:pt x="897296" y="5381"/>
                  </a:lnTo>
                  <a:lnTo>
                    <a:pt x="897296" y="0"/>
                  </a:lnTo>
                  <a:lnTo>
                    <a:pt x="22535" y="0"/>
                  </a:lnTo>
                  <a:lnTo>
                    <a:pt x="22535" y="225958"/>
                  </a:lnTo>
                  <a:lnTo>
                    <a:pt x="600629" y="225958"/>
                  </a:lnTo>
                  <a:lnTo>
                    <a:pt x="0" y="868947"/>
                  </a:lnTo>
                  <a:lnTo>
                    <a:pt x="0" y="1088477"/>
                  </a:lnTo>
                  <a:lnTo>
                    <a:pt x="910333" y="1088477"/>
                  </a:lnTo>
                  <a:lnTo>
                    <a:pt x="910333" y="851469"/>
                  </a:lnTo>
                  <a:lnTo>
                    <a:pt x="326785" y="851469"/>
                  </a:lnTo>
                  <a:close/>
                </a:path>
              </a:pathLst>
            </a:custGeom>
            <a:solidFill>
              <a:schemeClr val="bg1"/>
            </a:solidFill>
            <a:ln w="0" cap="flat">
              <a:noFill/>
              <a:prstDash val="solid"/>
              <a:miter/>
            </a:ln>
          </p:spPr>
          <p:txBody>
            <a:bodyPr rtlCol="0" anchor="ctr"/>
            <a:lstStyle/>
            <a:p>
              <a:endParaRPr lang="de-DE"/>
            </a:p>
          </p:txBody>
        </p:sp>
        <p:sp>
          <p:nvSpPr>
            <p:cNvPr id="12" name="Freihandform: Form 9">
              <a:extLst>
                <a:ext uri="{FF2B5EF4-FFF2-40B4-BE49-F238E27FC236}">
                  <a16:creationId xmlns:a16="http://schemas.microsoft.com/office/drawing/2014/main" id="{C9123806-AB4B-2C2A-0F3E-0E4F98D85578}"/>
                </a:ext>
              </a:extLst>
            </p:cNvPr>
            <p:cNvSpPr/>
            <p:nvPr/>
          </p:nvSpPr>
          <p:spPr>
            <a:xfrm>
              <a:off x="6099401" y="4169495"/>
              <a:ext cx="1028023" cy="1115344"/>
            </a:xfrm>
            <a:custGeom>
              <a:avLst/>
              <a:gdLst>
                <a:gd name="connsiteX0" fmla="*/ 670832 w 1028023"/>
                <a:gd name="connsiteY0" fmla="*/ 897368 h 1115344"/>
                <a:gd name="connsiteX1" fmla="*/ 328879 w 1028023"/>
                <a:gd name="connsiteY1" fmla="*/ 1115345 h 1115344"/>
                <a:gd name="connsiteX2" fmla="*/ 0 w 1028023"/>
                <a:gd name="connsiteY2" fmla="*/ 836373 h 1115344"/>
                <a:gd name="connsiteX3" fmla="*/ 389874 w 1028023"/>
                <a:gd name="connsiteY3" fmla="*/ 498754 h 1115344"/>
                <a:gd name="connsiteX4" fmla="*/ 668665 w 1028023"/>
                <a:gd name="connsiteY4" fmla="*/ 415984 h 1115344"/>
                <a:gd name="connsiteX5" fmla="*/ 668665 w 1028023"/>
                <a:gd name="connsiteY5" fmla="*/ 392041 h 1115344"/>
                <a:gd name="connsiteX6" fmla="*/ 483515 w 1028023"/>
                <a:gd name="connsiteY6" fmla="*/ 224333 h 1115344"/>
                <a:gd name="connsiteX7" fmla="*/ 235203 w 1028023"/>
                <a:gd name="connsiteY7" fmla="*/ 383338 h 1115344"/>
                <a:gd name="connsiteX8" fmla="*/ 8703 w 1028023"/>
                <a:gd name="connsiteY8" fmla="*/ 261349 h 1115344"/>
                <a:gd name="connsiteX9" fmla="*/ 513994 w 1028023"/>
                <a:gd name="connsiteY9" fmla="*/ 0 h 1115344"/>
                <a:gd name="connsiteX10" fmla="*/ 964863 w 1028023"/>
                <a:gd name="connsiteY10" fmla="*/ 409483 h 1115344"/>
                <a:gd name="connsiteX11" fmla="*/ 964863 w 1028023"/>
                <a:gd name="connsiteY11" fmla="*/ 762342 h 1115344"/>
                <a:gd name="connsiteX12" fmla="*/ 1028024 w 1028023"/>
                <a:gd name="connsiteY12" fmla="*/ 1112528 h 1115344"/>
                <a:gd name="connsiteX13" fmla="*/ 725290 w 1028023"/>
                <a:gd name="connsiteY13" fmla="*/ 1112528 h 1115344"/>
                <a:gd name="connsiteX14" fmla="*/ 670832 w 1028023"/>
                <a:gd name="connsiteY14" fmla="*/ 897404 h 1115344"/>
                <a:gd name="connsiteX15" fmla="*/ 676104 w 1028023"/>
                <a:gd name="connsiteY15" fmla="*/ 711603 h 1115344"/>
                <a:gd name="connsiteX16" fmla="*/ 676104 w 1028023"/>
                <a:gd name="connsiteY16" fmla="*/ 543715 h 1115344"/>
                <a:gd name="connsiteX17" fmla="*/ 676104 w 1028023"/>
                <a:gd name="connsiteY17" fmla="*/ 543715 h 1115344"/>
                <a:gd name="connsiteX18" fmla="*/ 532339 w 1028023"/>
                <a:gd name="connsiteY18" fmla="*/ 605468 h 1115344"/>
                <a:gd name="connsiteX19" fmla="*/ 308006 w 1028023"/>
                <a:gd name="connsiteY19" fmla="*/ 783468 h 1115344"/>
                <a:gd name="connsiteX20" fmla="*/ 440865 w 1028023"/>
                <a:gd name="connsiteY20" fmla="*/ 918494 h 1115344"/>
                <a:gd name="connsiteX21" fmla="*/ 676104 w 1028023"/>
                <a:gd name="connsiteY21" fmla="*/ 711567 h 111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8023" h="1115344">
                  <a:moveTo>
                    <a:pt x="670832" y="897368"/>
                  </a:moveTo>
                  <a:cubicBezTo>
                    <a:pt x="620093" y="1041639"/>
                    <a:pt x="485681" y="1115345"/>
                    <a:pt x="328879" y="1115345"/>
                  </a:cubicBezTo>
                  <a:cubicBezTo>
                    <a:pt x="119786" y="1115345"/>
                    <a:pt x="0" y="1017154"/>
                    <a:pt x="0" y="836373"/>
                  </a:cubicBezTo>
                  <a:cubicBezTo>
                    <a:pt x="0" y="629447"/>
                    <a:pt x="163374" y="544509"/>
                    <a:pt x="389874" y="498754"/>
                  </a:cubicBezTo>
                  <a:cubicBezTo>
                    <a:pt x="577191" y="459536"/>
                    <a:pt x="659962" y="439963"/>
                    <a:pt x="668665" y="415984"/>
                  </a:cubicBezTo>
                  <a:lnTo>
                    <a:pt x="668665" y="392041"/>
                  </a:lnTo>
                  <a:cubicBezTo>
                    <a:pt x="668665" y="287494"/>
                    <a:pt x="616410" y="224333"/>
                    <a:pt x="483515" y="224333"/>
                  </a:cubicBezTo>
                  <a:cubicBezTo>
                    <a:pt x="350619" y="224333"/>
                    <a:pt x="270052" y="302734"/>
                    <a:pt x="235203" y="383338"/>
                  </a:cubicBezTo>
                  <a:lnTo>
                    <a:pt x="8703" y="261349"/>
                  </a:lnTo>
                  <a:cubicBezTo>
                    <a:pt x="87104" y="100177"/>
                    <a:pt x="278791" y="0"/>
                    <a:pt x="513994" y="0"/>
                  </a:cubicBezTo>
                  <a:cubicBezTo>
                    <a:pt x="821098" y="0"/>
                    <a:pt x="964863" y="143729"/>
                    <a:pt x="964863" y="409483"/>
                  </a:cubicBezTo>
                  <a:lnTo>
                    <a:pt x="964863" y="762342"/>
                  </a:lnTo>
                  <a:cubicBezTo>
                    <a:pt x="964863" y="988841"/>
                    <a:pt x="991008" y="1082013"/>
                    <a:pt x="1028024" y="1112528"/>
                  </a:cubicBezTo>
                  <a:lnTo>
                    <a:pt x="725290" y="1112528"/>
                  </a:lnTo>
                  <a:cubicBezTo>
                    <a:pt x="699144" y="1088585"/>
                    <a:pt x="677368" y="1021560"/>
                    <a:pt x="670832" y="897404"/>
                  </a:cubicBezTo>
                  <a:close/>
                  <a:moveTo>
                    <a:pt x="676104" y="711603"/>
                  </a:moveTo>
                  <a:lnTo>
                    <a:pt x="676104" y="543715"/>
                  </a:lnTo>
                  <a:lnTo>
                    <a:pt x="676104" y="543715"/>
                  </a:lnTo>
                  <a:cubicBezTo>
                    <a:pt x="646564" y="571016"/>
                    <a:pt x="610776" y="581525"/>
                    <a:pt x="532339" y="605468"/>
                  </a:cubicBezTo>
                  <a:cubicBezTo>
                    <a:pt x="384241" y="646853"/>
                    <a:pt x="308006" y="685458"/>
                    <a:pt x="308006" y="783468"/>
                  </a:cubicBezTo>
                  <a:cubicBezTo>
                    <a:pt x="308006" y="870608"/>
                    <a:pt x="369001" y="918494"/>
                    <a:pt x="440865" y="918494"/>
                  </a:cubicBezTo>
                  <a:cubicBezTo>
                    <a:pt x="549782" y="918494"/>
                    <a:pt x="654328" y="837926"/>
                    <a:pt x="676104" y="711567"/>
                  </a:cubicBezTo>
                  <a:close/>
                </a:path>
              </a:pathLst>
            </a:custGeom>
            <a:solidFill>
              <a:schemeClr val="bg1"/>
            </a:solidFill>
            <a:ln w="0" cap="flat">
              <a:noFill/>
              <a:prstDash val="solid"/>
              <a:miter/>
            </a:ln>
          </p:spPr>
          <p:txBody>
            <a:bodyPr rtlCol="0" anchor="ctr"/>
            <a:lstStyle/>
            <a:p>
              <a:endParaRPr lang="de-DE"/>
            </a:p>
          </p:txBody>
        </p:sp>
        <p:sp>
          <p:nvSpPr>
            <p:cNvPr id="13" name="Freihandform: Form 11">
              <a:extLst>
                <a:ext uri="{FF2B5EF4-FFF2-40B4-BE49-F238E27FC236}">
                  <a16:creationId xmlns:a16="http://schemas.microsoft.com/office/drawing/2014/main" id="{41EB2DAB-ACE6-3BBC-F02D-B4945BF49558}"/>
                </a:ext>
              </a:extLst>
            </p:cNvPr>
            <p:cNvSpPr/>
            <p:nvPr/>
          </p:nvSpPr>
          <p:spPr>
            <a:xfrm>
              <a:off x="4301487" y="2782401"/>
              <a:ext cx="1066448" cy="1110650"/>
            </a:xfrm>
            <a:custGeom>
              <a:avLst/>
              <a:gdLst>
                <a:gd name="connsiteX0" fmla="*/ 0 w 1066448"/>
                <a:gd name="connsiteY0" fmla="*/ 556390 h 1110650"/>
                <a:gd name="connsiteX1" fmla="*/ 541657 w 1066448"/>
                <a:gd name="connsiteY1" fmla="*/ 0 h 1110650"/>
                <a:gd name="connsiteX2" fmla="*/ 1066448 w 1066448"/>
                <a:gd name="connsiteY2" fmla="*/ 545846 h 1110650"/>
                <a:gd name="connsiteX3" fmla="*/ 526923 w 1066448"/>
                <a:gd name="connsiteY3" fmla="*/ 1110650 h 1110650"/>
                <a:gd name="connsiteX4" fmla="*/ 36 w 1066448"/>
                <a:gd name="connsiteY4" fmla="*/ 556354 h 1110650"/>
                <a:gd name="connsiteX5" fmla="*/ 765051 w 1066448"/>
                <a:gd name="connsiteY5" fmla="*/ 550071 h 1110650"/>
                <a:gd name="connsiteX6" fmla="*/ 537431 w 1066448"/>
                <a:gd name="connsiteY6" fmla="*/ 216569 h 1110650"/>
                <a:gd name="connsiteX7" fmla="*/ 305587 w 1066448"/>
                <a:gd name="connsiteY7" fmla="*/ 547976 h 1110650"/>
                <a:gd name="connsiteX8" fmla="*/ 528981 w 1066448"/>
                <a:gd name="connsiteY8" fmla="*/ 892023 h 1110650"/>
                <a:gd name="connsiteX9" fmla="*/ 765051 w 1066448"/>
                <a:gd name="connsiteY9" fmla="*/ 550071 h 111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448" h="1110650">
                  <a:moveTo>
                    <a:pt x="0" y="556390"/>
                  </a:moveTo>
                  <a:cubicBezTo>
                    <a:pt x="0" y="238164"/>
                    <a:pt x="198115" y="0"/>
                    <a:pt x="541657" y="0"/>
                  </a:cubicBezTo>
                  <a:cubicBezTo>
                    <a:pt x="885198" y="0"/>
                    <a:pt x="1066448" y="214980"/>
                    <a:pt x="1066448" y="545846"/>
                  </a:cubicBezTo>
                  <a:cubicBezTo>
                    <a:pt x="1066448" y="876711"/>
                    <a:pt x="868333" y="1110650"/>
                    <a:pt x="526923" y="1110650"/>
                  </a:cubicBezTo>
                  <a:cubicBezTo>
                    <a:pt x="185512" y="1110650"/>
                    <a:pt x="36" y="893576"/>
                    <a:pt x="36" y="556354"/>
                  </a:cubicBezTo>
                  <a:close/>
                  <a:moveTo>
                    <a:pt x="765051" y="550071"/>
                  </a:moveTo>
                  <a:cubicBezTo>
                    <a:pt x="765051" y="335091"/>
                    <a:pt x="689177" y="216569"/>
                    <a:pt x="537431" y="216569"/>
                  </a:cubicBezTo>
                  <a:cubicBezTo>
                    <a:pt x="385685" y="216569"/>
                    <a:pt x="305587" y="335127"/>
                    <a:pt x="305587" y="547976"/>
                  </a:cubicBezTo>
                  <a:cubicBezTo>
                    <a:pt x="305587" y="760825"/>
                    <a:pt x="379329" y="892023"/>
                    <a:pt x="528981" y="892023"/>
                  </a:cubicBezTo>
                  <a:cubicBezTo>
                    <a:pt x="678633" y="892023"/>
                    <a:pt x="765051" y="769276"/>
                    <a:pt x="765051" y="550071"/>
                  </a:cubicBezTo>
                  <a:close/>
                </a:path>
              </a:pathLst>
            </a:custGeom>
            <a:solidFill>
              <a:schemeClr val="bg1"/>
            </a:solidFill>
            <a:ln w="0" cap="flat">
              <a:noFill/>
              <a:prstDash val="solid"/>
              <a:miter/>
            </a:ln>
          </p:spPr>
          <p:txBody>
            <a:bodyPr rtlCol="0" anchor="ctr"/>
            <a:lstStyle/>
            <a:p>
              <a:endParaRPr lang="de-DE"/>
            </a:p>
          </p:txBody>
        </p:sp>
        <p:sp>
          <p:nvSpPr>
            <p:cNvPr id="14" name="Freihandform: Form 12">
              <a:extLst>
                <a:ext uri="{FF2B5EF4-FFF2-40B4-BE49-F238E27FC236}">
                  <a16:creationId xmlns:a16="http://schemas.microsoft.com/office/drawing/2014/main" id="{3167F366-62F3-9735-481A-A36AAB4B15F2}"/>
                </a:ext>
              </a:extLst>
            </p:cNvPr>
            <p:cNvSpPr/>
            <p:nvPr/>
          </p:nvSpPr>
          <p:spPr>
            <a:xfrm>
              <a:off x="6410838" y="2808294"/>
              <a:ext cx="1066231" cy="1086021"/>
            </a:xfrm>
            <a:custGeom>
              <a:avLst/>
              <a:gdLst>
                <a:gd name="connsiteX0" fmla="*/ 0 w 1066231"/>
                <a:gd name="connsiteY0" fmla="*/ 1228 h 1086021"/>
                <a:gd name="connsiteX1" fmla="*/ 283955 w 1066231"/>
                <a:gd name="connsiteY1" fmla="*/ 1228 h 1086021"/>
                <a:gd name="connsiteX2" fmla="*/ 526381 w 1066231"/>
                <a:gd name="connsiteY2" fmla="*/ 790691 h 1086021"/>
                <a:gd name="connsiteX3" fmla="*/ 539381 w 1066231"/>
                <a:gd name="connsiteY3" fmla="*/ 790691 h 1086021"/>
                <a:gd name="connsiteX4" fmla="*/ 777545 w 1066231"/>
                <a:gd name="connsiteY4" fmla="*/ 0 h 1086021"/>
                <a:gd name="connsiteX5" fmla="*/ 1066232 w 1066231"/>
                <a:gd name="connsiteY5" fmla="*/ 0 h 1086021"/>
                <a:gd name="connsiteX6" fmla="*/ 675346 w 1066231"/>
                <a:gd name="connsiteY6" fmla="*/ 1086021 h 1086021"/>
                <a:gd name="connsiteX7" fmla="*/ 394821 w 1066231"/>
                <a:gd name="connsiteY7" fmla="*/ 1084866 h 1086021"/>
                <a:gd name="connsiteX8" fmla="*/ 0 w 1066231"/>
                <a:gd name="connsiteY8" fmla="*/ 1228 h 108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231" h="1086021">
                  <a:moveTo>
                    <a:pt x="0" y="1228"/>
                  </a:moveTo>
                  <a:lnTo>
                    <a:pt x="283955" y="1228"/>
                  </a:lnTo>
                  <a:lnTo>
                    <a:pt x="526381" y="790691"/>
                  </a:lnTo>
                  <a:lnTo>
                    <a:pt x="539381" y="790691"/>
                  </a:lnTo>
                  <a:lnTo>
                    <a:pt x="777545" y="0"/>
                  </a:lnTo>
                  <a:lnTo>
                    <a:pt x="1066232" y="0"/>
                  </a:lnTo>
                  <a:lnTo>
                    <a:pt x="675346" y="1086021"/>
                  </a:lnTo>
                  <a:lnTo>
                    <a:pt x="394821" y="1084866"/>
                  </a:lnTo>
                  <a:lnTo>
                    <a:pt x="0" y="1228"/>
                  </a:lnTo>
                  <a:close/>
                </a:path>
              </a:pathLst>
            </a:custGeom>
            <a:solidFill>
              <a:schemeClr val="bg1"/>
            </a:solidFill>
            <a:ln w="0" cap="flat">
              <a:noFill/>
              <a:prstDash val="solid"/>
              <a:miter/>
            </a:ln>
          </p:spPr>
          <p:txBody>
            <a:bodyPr rtlCol="0" anchor="ctr"/>
            <a:lstStyle/>
            <a:p>
              <a:endParaRPr lang="de-DE"/>
            </a:p>
          </p:txBody>
        </p:sp>
        <p:sp>
          <p:nvSpPr>
            <p:cNvPr id="15" name="Freihandform: Form 13">
              <a:extLst>
                <a:ext uri="{FF2B5EF4-FFF2-40B4-BE49-F238E27FC236}">
                  <a16:creationId xmlns:a16="http://schemas.microsoft.com/office/drawing/2014/main" id="{69C920B0-3C6C-3B11-32FC-23FDC2AF68E7}"/>
                </a:ext>
              </a:extLst>
            </p:cNvPr>
            <p:cNvSpPr/>
            <p:nvPr/>
          </p:nvSpPr>
          <p:spPr>
            <a:xfrm>
              <a:off x="3393430" y="2257682"/>
              <a:ext cx="851865" cy="1636633"/>
            </a:xfrm>
            <a:custGeom>
              <a:avLst/>
              <a:gdLst>
                <a:gd name="connsiteX0" fmla="*/ 561374 w 851865"/>
                <a:gd name="connsiteY0" fmla="*/ 396700 h 1636633"/>
                <a:gd name="connsiteX1" fmla="*/ 717454 w 851865"/>
                <a:gd name="connsiteY1" fmla="*/ 227619 h 1636633"/>
                <a:gd name="connsiteX2" fmla="*/ 851866 w 851865"/>
                <a:gd name="connsiteY2" fmla="*/ 247120 h 1636633"/>
                <a:gd name="connsiteX3" fmla="*/ 851866 w 851865"/>
                <a:gd name="connsiteY3" fmla="*/ 26001 h 1636633"/>
                <a:gd name="connsiteX4" fmla="*/ 648117 w 851865"/>
                <a:gd name="connsiteY4" fmla="*/ 0 h 1636633"/>
                <a:gd name="connsiteX5" fmla="*/ 277419 w 851865"/>
                <a:gd name="connsiteY5" fmla="*/ 381496 h 1636633"/>
                <a:gd name="connsiteX6" fmla="*/ 277419 w 851865"/>
                <a:gd name="connsiteY6" fmla="*/ 550576 h 1636633"/>
                <a:gd name="connsiteX7" fmla="*/ 85226 w 851865"/>
                <a:gd name="connsiteY7" fmla="*/ 550576 h 1636633"/>
                <a:gd name="connsiteX8" fmla="*/ 0 w 851865"/>
                <a:gd name="connsiteY8" fmla="*/ 784696 h 1636633"/>
                <a:gd name="connsiteX9" fmla="*/ 277419 w 851865"/>
                <a:gd name="connsiteY9" fmla="*/ 784696 h 1636633"/>
                <a:gd name="connsiteX10" fmla="*/ 277419 w 851865"/>
                <a:gd name="connsiteY10" fmla="*/ 1636634 h 1636633"/>
                <a:gd name="connsiteX11" fmla="*/ 561410 w 851865"/>
                <a:gd name="connsiteY11" fmla="*/ 1636634 h 1636633"/>
                <a:gd name="connsiteX12" fmla="*/ 561410 w 851865"/>
                <a:gd name="connsiteY12" fmla="*/ 767831 h 1636633"/>
                <a:gd name="connsiteX13" fmla="*/ 552743 w 851865"/>
                <a:gd name="connsiteY13" fmla="*/ 784732 h 1636633"/>
                <a:gd name="connsiteX14" fmla="*/ 822650 w 851865"/>
                <a:gd name="connsiteY14" fmla="*/ 784732 h 1636633"/>
                <a:gd name="connsiteX15" fmla="*/ 822650 w 851865"/>
                <a:gd name="connsiteY15" fmla="*/ 550612 h 1636633"/>
                <a:gd name="connsiteX16" fmla="*/ 552743 w 851865"/>
                <a:gd name="connsiteY16" fmla="*/ 550612 h 1636633"/>
                <a:gd name="connsiteX17" fmla="*/ 561410 w 851865"/>
                <a:gd name="connsiteY17" fmla="*/ 585281 h 1636633"/>
                <a:gd name="connsiteX18" fmla="*/ 561410 w 851865"/>
                <a:gd name="connsiteY18" fmla="*/ 396700 h 163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1865" h="1636633">
                  <a:moveTo>
                    <a:pt x="561374" y="396700"/>
                  </a:moveTo>
                  <a:cubicBezTo>
                    <a:pt x="561374" y="273157"/>
                    <a:pt x="602543" y="227619"/>
                    <a:pt x="717454" y="227619"/>
                  </a:cubicBezTo>
                  <a:cubicBezTo>
                    <a:pt x="769492" y="227619"/>
                    <a:pt x="814995" y="236286"/>
                    <a:pt x="851866" y="247120"/>
                  </a:cubicBezTo>
                  <a:lnTo>
                    <a:pt x="851866" y="26001"/>
                  </a:lnTo>
                  <a:cubicBezTo>
                    <a:pt x="810697" y="15167"/>
                    <a:pt x="758658" y="0"/>
                    <a:pt x="648117" y="0"/>
                  </a:cubicBezTo>
                  <a:cubicBezTo>
                    <a:pt x="403164" y="0"/>
                    <a:pt x="277419" y="145246"/>
                    <a:pt x="277419" y="381496"/>
                  </a:cubicBezTo>
                  <a:lnTo>
                    <a:pt x="277419" y="550576"/>
                  </a:lnTo>
                  <a:lnTo>
                    <a:pt x="85226" y="550576"/>
                  </a:lnTo>
                  <a:lnTo>
                    <a:pt x="0" y="784696"/>
                  </a:lnTo>
                  <a:lnTo>
                    <a:pt x="277419" y="784696"/>
                  </a:lnTo>
                  <a:lnTo>
                    <a:pt x="277419" y="1636634"/>
                  </a:lnTo>
                  <a:lnTo>
                    <a:pt x="561410" y="1636634"/>
                  </a:lnTo>
                  <a:lnTo>
                    <a:pt x="561410" y="767831"/>
                  </a:lnTo>
                  <a:lnTo>
                    <a:pt x="552743" y="784732"/>
                  </a:lnTo>
                  <a:lnTo>
                    <a:pt x="822650" y="784732"/>
                  </a:lnTo>
                  <a:lnTo>
                    <a:pt x="822650" y="550612"/>
                  </a:lnTo>
                  <a:lnTo>
                    <a:pt x="552743" y="550612"/>
                  </a:lnTo>
                  <a:lnTo>
                    <a:pt x="561410" y="585281"/>
                  </a:lnTo>
                  <a:lnTo>
                    <a:pt x="561410" y="396700"/>
                  </a:lnTo>
                  <a:close/>
                </a:path>
              </a:pathLst>
            </a:custGeom>
            <a:solidFill>
              <a:schemeClr val="bg1"/>
            </a:solidFill>
            <a:ln w="0" cap="flat">
              <a:noFill/>
              <a:prstDash val="solid"/>
              <a:miter/>
            </a:ln>
          </p:spPr>
          <p:txBody>
            <a:bodyPr rtlCol="0" anchor="ctr"/>
            <a:lstStyle/>
            <a:p>
              <a:endParaRPr lang="de-DE"/>
            </a:p>
          </p:txBody>
        </p:sp>
        <p:sp>
          <p:nvSpPr>
            <p:cNvPr id="16" name="Freihandform: Form 14">
              <a:extLst>
                <a:ext uri="{FF2B5EF4-FFF2-40B4-BE49-F238E27FC236}">
                  <a16:creationId xmlns:a16="http://schemas.microsoft.com/office/drawing/2014/main" id="{5B10CF88-A1EA-15AA-8393-69A61075AD9B}"/>
                </a:ext>
              </a:extLst>
            </p:cNvPr>
            <p:cNvSpPr/>
            <p:nvPr/>
          </p:nvSpPr>
          <p:spPr>
            <a:xfrm>
              <a:off x="5437019" y="2809522"/>
              <a:ext cx="840273" cy="1083529"/>
            </a:xfrm>
            <a:custGeom>
              <a:avLst/>
              <a:gdLst>
                <a:gd name="connsiteX0" fmla="*/ 826190 w 840273"/>
                <a:gd name="connsiteY0" fmla="*/ 2492 h 1083529"/>
                <a:gd name="connsiteX1" fmla="*/ 462100 w 840273"/>
                <a:gd name="connsiteY1" fmla="*/ 341700 h 1083529"/>
                <a:gd name="connsiteX2" fmla="*/ 453108 w 840273"/>
                <a:gd name="connsiteY2" fmla="*/ 341772 h 1083529"/>
                <a:gd name="connsiteX3" fmla="*/ 464158 w 840273"/>
                <a:gd name="connsiteY3" fmla="*/ 154780 h 1083529"/>
                <a:gd name="connsiteX4" fmla="*/ 463870 w 840273"/>
                <a:gd name="connsiteY4" fmla="*/ 0 h 1083529"/>
                <a:gd name="connsiteX5" fmla="*/ 82410 w 840273"/>
                <a:gd name="connsiteY5" fmla="*/ 0 h 1083529"/>
                <a:gd name="connsiteX6" fmla="*/ 0 w 840273"/>
                <a:gd name="connsiteY6" fmla="*/ 224875 h 1083529"/>
                <a:gd name="connsiteX7" fmla="*/ 212849 w 840273"/>
                <a:gd name="connsiteY7" fmla="*/ 224875 h 1083529"/>
                <a:gd name="connsiteX8" fmla="*/ 212849 w 840273"/>
                <a:gd name="connsiteY8" fmla="*/ 1083530 h 1083529"/>
                <a:gd name="connsiteX9" fmla="*/ 488535 w 840273"/>
                <a:gd name="connsiteY9" fmla="*/ 1083530 h 1083529"/>
                <a:gd name="connsiteX10" fmla="*/ 488535 w 840273"/>
                <a:gd name="connsiteY10" fmla="*/ 684266 h 1083529"/>
                <a:gd name="connsiteX11" fmla="*/ 760970 w 840273"/>
                <a:gd name="connsiteY11" fmla="*/ 332708 h 1083529"/>
                <a:gd name="connsiteX12" fmla="*/ 840274 w 840273"/>
                <a:gd name="connsiteY12" fmla="*/ 332708 h 1083529"/>
                <a:gd name="connsiteX13" fmla="*/ 840274 w 840273"/>
                <a:gd name="connsiteY13" fmla="*/ 2456 h 1083529"/>
                <a:gd name="connsiteX14" fmla="*/ 826153 w 840273"/>
                <a:gd name="connsiteY14" fmla="*/ 2456 h 108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0273" h="1083529">
                  <a:moveTo>
                    <a:pt x="826190" y="2492"/>
                  </a:moveTo>
                  <a:cubicBezTo>
                    <a:pt x="640786" y="2492"/>
                    <a:pt x="490918" y="119786"/>
                    <a:pt x="462100" y="341700"/>
                  </a:cubicBezTo>
                  <a:lnTo>
                    <a:pt x="453108" y="341772"/>
                  </a:lnTo>
                  <a:lnTo>
                    <a:pt x="464158" y="154780"/>
                  </a:lnTo>
                  <a:lnTo>
                    <a:pt x="463870" y="0"/>
                  </a:lnTo>
                  <a:lnTo>
                    <a:pt x="82410" y="0"/>
                  </a:lnTo>
                  <a:lnTo>
                    <a:pt x="0" y="224875"/>
                  </a:lnTo>
                  <a:lnTo>
                    <a:pt x="212849" y="224875"/>
                  </a:lnTo>
                  <a:lnTo>
                    <a:pt x="212849" y="1083530"/>
                  </a:lnTo>
                  <a:lnTo>
                    <a:pt x="488535" y="1083530"/>
                  </a:lnTo>
                  <a:lnTo>
                    <a:pt x="488535" y="684266"/>
                  </a:lnTo>
                  <a:cubicBezTo>
                    <a:pt x="488535" y="440432"/>
                    <a:pt x="517894" y="332708"/>
                    <a:pt x="760970" y="332708"/>
                  </a:cubicBezTo>
                  <a:lnTo>
                    <a:pt x="840274" y="332708"/>
                  </a:lnTo>
                  <a:lnTo>
                    <a:pt x="840274" y="2456"/>
                  </a:lnTo>
                  <a:lnTo>
                    <a:pt x="826153" y="2456"/>
                  </a:lnTo>
                  <a:close/>
                </a:path>
              </a:pathLst>
            </a:custGeom>
            <a:solidFill>
              <a:schemeClr val="bg1"/>
            </a:solidFill>
            <a:ln w="0" cap="flat">
              <a:noFill/>
              <a:prstDash val="solid"/>
              <a:miter/>
            </a:ln>
          </p:spPr>
          <p:txBody>
            <a:bodyPr rtlCol="0" anchor="ctr"/>
            <a:lstStyle/>
            <a:p>
              <a:endParaRPr lang="de-DE"/>
            </a:p>
          </p:txBody>
        </p:sp>
        <p:sp>
          <p:nvSpPr>
            <p:cNvPr id="17" name="Freihandform: Form 15">
              <a:extLst>
                <a:ext uri="{FF2B5EF4-FFF2-40B4-BE49-F238E27FC236}">
                  <a16:creationId xmlns:a16="http://schemas.microsoft.com/office/drawing/2014/main" id="{37DBDD91-7C71-5295-6FBE-4C5334A4C49F}"/>
                </a:ext>
              </a:extLst>
            </p:cNvPr>
            <p:cNvSpPr/>
            <p:nvPr/>
          </p:nvSpPr>
          <p:spPr>
            <a:xfrm>
              <a:off x="7188817" y="4190765"/>
              <a:ext cx="848471" cy="1094074"/>
            </a:xfrm>
            <a:custGeom>
              <a:avLst/>
              <a:gdLst>
                <a:gd name="connsiteX0" fmla="*/ 834171 w 848471"/>
                <a:gd name="connsiteY0" fmla="*/ 2528 h 1094074"/>
                <a:gd name="connsiteX1" fmla="*/ 466542 w 848471"/>
                <a:gd name="connsiteY1" fmla="*/ 345022 h 1094074"/>
                <a:gd name="connsiteX2" fmla="*/ 457478 w 848471"/>
                <a:gd name="connsiteY2" fmla="*/ 345094 h 1094074"/>
                <a:gd name="connsiteX3" fmla="*/ 468636 w 848471"/>
                <a:gd name="connsiteY3" fmla="*/ 156296 h 1094074"/>
                <a:gd name="connsiteX4" fmla="*/ 468348 w 848471"/>
                <a:gd name="connsiteY4" fmla="*/ 0 h 1094074"/>
                <a:gd name="connsiteX5" fmla="*/ 83204 w 848471"/>
                <a:gd name="connsiteY5" fmla="*/ 0 h 1094074"/>
                <a:gd name="connsiteX6" fmla="*/ 0 w 848471"/>
                <a:gd name="connsiteY6" fmla="*/ 227078 h 1094074"/>
                <a:gd name="connsiteX7" fmla="*/ 214944 w 848471"/>
                <a:gd name="connsiteY7" fmla="*/ 227078 h 1094074"/>
                <a:gd name="connsiteX8" fmla="*/ 214944 w 848471"/>
                <a:gd name="connsiteY8" fmla="*/ 1094075 h 1094074"/>
                <a:gd name="connsiteX9" fmla="*/ 493302 w 848471"/>
                <a:gd name="connsiteY9" fmla="*/ 1094075 h 1094074"/>
                <a:gd name="connsiteX10" fmla="*/ 493302 w 848471"/>
                <a:gd name="connsiteY10" fmla="*/ 690911 h 1094074"/>
                <a:gd name="connsiteX11" fmla="*/ 768409 w 848471"/>
                <a:gd name="connsiteY11" fmla="*/ 335958 h 1094074"/>
                <a:gd name="connsiteX12" fmla="*/ 848471 w 848471"/>
                <a:gd name="connsiteY12" fmla="*/ 335958 h 1094074"/>
                <a:gd name="connsiteX13" fmla="*/ 848471 w 848471"/>
                <a:gd name="connsiteY13" fmla="*/ 2528 h 1094074"/>
                <a:gd name="connsiteX14" fmla="*/ 834207 w 848471"/>
                <a:gd name="connsiteY14" fmla="*/ 2528 h 109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8471" h="1094074">
                  <a:moveTo>
                    <a:pt x="834171" y="2528"/>
                  </a:moveTo>
                  <a:cubicBezTo>
                    <a:pt x="646962" y="2528"/>
                    <a:pt x="495649" y="120942"/>
                    <a:pt x="466542" y="345022"/>
                  </a:cubicBezTo>
                  <a:lnTo>
                    <a:pt x="457478" y="345094"/>
                  </a:lnTo>
                  <a:lnTo>
                    <a:pt x="468636" y="156296"/>
                  </a:lnTo>
                  <a:lnTo>
                    <a:pt x="468348" y="0"/>
                  </a:lnTo>
                  <a:lnTo>
                    <a:pt x="83204" y="0"/>
                  </a:lnTo>
                  <a:lnTo>
                    <a:pt x="0" y="227078"/>
                  </a:lnTo>
                  <a:lnTo>
                    <a:pt x="214944" y="227078"/>
                  </a:lnTo>
                  <a:lnTo>
                    <a:pt x="214944" y="1094075"/>
                  </a:lnTo>
                  <a:lnTo>
                    <a:pt x="493302" y="1094075"/>
                  </a:lnTo>
                  <a:lnTo>
                    <a:pt x="493302" y="690911"/>
                  </a:lnTo>
                  <a:cubicBezTo>
                    <a:pt x="493302" y="444730"/>
                    <a:pt x="522950" y="335958"/>
                    <a:pt x="768409" y="335958"/>
                  </a:cubicBezTo>
                  <a:lnTo>
                    <a:pt x="848471" y="335958"/>
                  </a:lnTo>
                  <a:lnTo>
                    <a:pt x="848471" y="2528"/>
                  </a:lnTo>
                  <a:lnTo>
                    <a:pt x="834207" y="2528"/>
                  </a:lnTo>
                  <a:close/>
                </a:path>
              </a:pathLst>
            </a:custGeom>
            <a:solidFill>
              <a:schemeClr val="bg1"/>
            </a:solidFill>
            <a:ln w="0" cap="flat">
              <a:noFill/>
              <a:prstDash val="solid"/>
              <a:miter/>
            </a:ln>
          </p:spPr>
          <p:txBody>
            <a:bodyPr rtlCol="0" anchor="ctr"/>
            <a:lstStyle/>
            <a:p>
              <a:endParaRPr lang="de-DE"/>
            </a:p>
          </p:txBody>
        </p:sp>
        <p:sp>
          <p:nvSpPr>
            <p:cNvPr id="18" name="Freihandform: Form 16">
              <a:extLst>
                <a:ext uri="{FF2B5EF4-FFF2-40B4-BE49-F238E27FC236}">
                  <a16:creationId xmlns:a16="http://schemas.microsoft.com/office/drawing/2014/main" id="{0C951265-3EB5-5C9C-2173-84E38E5047CF}"/>
                </a:ext>
              </a:extLst>
            </p:cNvPr>
            <p:cNvSpPr/>
            <p:nvPr/>
          </p:nvSpPr>
          <p:spPr>
            <a:xfrm>
              <a:off x="7359955" y="2808294"/>
              <a:ext cx="682026" cy="1086021"/>
            </a:xfrm>
            <a:custGeom>
              <a:avLst/>
              <a:gdLst>
                <a:gd name="connsiteX0" fmla="*/ 0 w 682026"/>
                <a:gd name="connsiteY0" fmla="*/ 1086021 h 1086021"/>
                <a:gd name="connsiteX1" fmla="*/ 286772 w 682026"/>
                <a:gd name="connsiteY1" fmla="*/ 1086021 h 1086021"/>
                <a:gd name="connsiteX2" fmla="*/ 682027 w 682026"/>
                <a:gd name="connsiteY2" fmla="*/ 0 h 1086021"/>
                <a:gd name="connsiteX3" fmla="*/ 395291 w 682026"/>
                <a:gd name="connsiteY3" fmla="*/ 0 h 1086021"/>
                <a:gd name="connsiteX4" fmla="*/ 0 w 682026"/>
                <a:gd name="connsiteY4" fmla="*/ 1086021 h 108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026" h="1086021">
                  <a:moveTo>
                    <a:pt x="0" y="1086021"/>
                  </a:moveTo>
                  <a:lnTo>
                    <a:pt x="286772" y="1086021"/>
                  </a:lnTo>
                  <a:lnTo>
                    <a:pt x="682027" y="0"/>
                  </a:lnTo>
                  <a:lnTo>
                    <a:pt x="395291" y="0"/>
                  </a:lnTo>
                  <a:lnTo>
                    <a:pt x="0" y="1086021"/>
                  </a:lnTo>
                  <a:close/>
                </a:path>
              </a:pathLst>
            </a:custGeom>
            <a:solidFill>
              <a:schemeClr val="bg1"/>
            </a:solidFill>
            <a:ln w="0" cap="flat">
              <a:noFill/>
              <a:prstDash val="solid"/>
              <a:miter/>
            </a:ln>
          </p:spPr>
          <p:txBody>
            <a:bodyPr rtlCol="0" anchor="ctr"/>
            <a:lstStyle/>
            <a:p>
              <a:endParaRPr lang="de-DE"/>
            </a:p>
          </p:txBody>
        </p:sp>
        <p:sp>
          <p:nvSpPr>
            <p:cNvPr id="19" name="Freihandform: Form 17">
              <a:extLst>
                <a:ext uri="{FF2B5EF4-FFF2-40B4-BE49-F238E27FC236}">
                  <a16:creationId xmlns:a16="http://schemas.microsoft.com/office/drawing/2014/main" id="{9D70ADE5-F2C3-1B51-8E1C-3F1218919A63}"/>
                </a:ext>
              </a:extLst>
            </p:cNvPr>
            <p:cNvSpPr/>
            <p:nvPr/>
          </p:nvSpPr>
          <p:spPr>
            <a:xfrm>
              <a:off x="3838015" y="4167870"/>
              <a:ext cx="1029649" cy="1116969"/>
            </a:xfrm>
            <a:custGeom>
              <a:avLst/>
              <a:gdLst>
                <a:gd name="connsiteX0" fmla="*/ 671879 w 1029649"/>
                <a:gd name="connsiteY0" fmla="*/ 898668 h 1116969"/>
                <a:gd name="connsiteX1" fmla="*/ 329385 w 1029649"/>
                <a:gd name="connsiteY1" fmla="*/ 1116970 h 1116969"/>
                <a:gd name="connsiteX2" fmla="*/ 0 w 1029649"/>
                <a:gd name="connsiteY2" fmla="*/ 837601 h 1116969"/>
                <a:gd name="connsiteX3" fmla="*/ 390452 w 1029649"/>
                <a:gd name="connsiteY3" fmla="*/ 499477 h 1116969"/>
                <a:gd name="connsiteX4" fmla="*/ 669676 w 1029649"/>
                <a:gd name="connsiteY4" fmla="*/ 416598 h 1116969"/>
                <a:gd name="connsiteX5" fmla="*/ 669676 w 1029649"/>
                <a:gd name="connsiteY5" fmla="*/ 392619 h 1116969"/>
                <a:gd name="connsiteX6" fmla="*/ 484273 w 1029649"/>
                <a:gd name="connsiteY6" fmla="*/ 224658 h 1116969"/>
                <a:gd name="connsiteX7" fmla="*/ 235600 w 1029649"/>
                <a:gd name="connsiteY7" fmla="*/ 383916 h 1116969"/>
                <a:gd name="connsiteX8" fmla="*/ 8739 w 1029649"/>
                <a:gd name="connsiteY8" fmla="*/ 261746 h 1116969"/>
                <a:gd name="connsiteX9" fmla="*/ 514825 w 1029649"/>
                <a:gd name="connsiteY9" fmla="*/ 0 h 1116969"/>
                <a:gd name="connsiteX10" fmla="*/ 966379 w 1029649"/>
                <a:gd name="connsiteY10" fmla="*/ 410097 h 1116969"/>
                <a:gd name="connsiteX11" fmla="*/ 966379 w 1029649"/>
                <a:gd name="connsiteY11" fmla="*/ 763498 h 1116969"/>
                <a:gd name="connsiteX12" fmla="*/ 1029649 w 1029649"/>
                <a:gd name="connsiteY12" fmla="*/ 1114189 h 1116969"/>
                <a:gd name="connsiteX13" fmla="*/ 726446 w 1029649"/>
                <a:gd name="connsiteY13" fmla="*/ 1114189 h 1116969"/>
                <a:gd name="connsiteX14" fmla="*/ 671915 w 1029649"/>
                <a:gd name="connsiteY14" fmla="*/ 898740 h 1116969"/>
                <a:gd name="connsiteX15" fmla="*/ 677152 w 1029649"/>
                <a:gd name="connsiteY15" fmla="*/ 712615 h 1116969"/>
                <a:gd name="connsiteX16" fmla="*/ 677152 w 1029649"/>
                <a:gd name="connsiteY16" fmla="*/ 544473 h 1116969"/>
                <a:gd name="connsiteX17" fmla="*/ 677152 w 1029649"/>
                <a:gd name="connsiteY17" fmla="*/ 544473 h 1116969"/>
                <a:gd name="connsiteX18" fmla="*/ 533170 w 1029649"/>
                <a:gd name="connsiteY18" fmla="*/ 606334 h 1116969"/>
                <a:gd name="connsiteX19" fmla="*/ 308476 w 1029649"/>
                <a:gd name="connsiteY19" fmla="*/ 784588 h 1116969"/>
                <a:gd name="connsiteX20" fmla="*/ 441552 w 1029649"/>
                <a:gd name="connsiteY20" fmla="*/ 919830 h 1116969"/>
                <a:gd name="connsiteX21" fmla="*/ 677152 w 1029649"/>
                <a:gd name="connsiteY21" fmla="*/ 712615 h 111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9649" h="1116969">
                  <a:moveTo>
                    <a:pt x="671879" y="898668"/>
                  </a:moveTo>
                  <a:cubicBezTo>
                    <a:pt x="621068" y="1043155"/>
                    <a:pt x="486476" y="1116970"/>
                    <a:pt x="329385" y="1116970"/>
                  </a:cubicBezTo>
                  <a:cubicBezTo>
                    <a:pt x="119967" y="1116970"/>
                    <a:pt x="0" y="1018635"/>
                    <a:pt x="0" y="837601"/>
                  </a:cubicBezTo>
                  <a:cubicBezTo>
                    <a:pt x="0" y="630350"/>
                    <a:pt x="163591" y="545304"/>
                    <a:pt x="390452" y="499477"/>
                  </a:cubicBezTo>
                  <a:cubicBezTo>
                    <a:pt x="578058" y="460222"/>
                    <a:pt x="660937" y="440577"/>
                    <a:pt x="669676" y="416598"/>
                  </a:cubicBezTo>
                  <a:lnTo>
                    <a:pt x="669676" y="392619"/>
                  </a:lnTo>
                  <a:cubicBezTo>
                    <a:pt x="669676" y="287928"/>
                    <a:pt x="617313" y="224658"/>
                    <a:pt x="484273" y="224658"/>
                  </a:cubicBezTo>
                  <a:cubicBezTo>
                    <a:pt x="351233" y="224658"/>
                    <a:pt x="270485" y="303167"/>
                    <a:pt x="235600" y="383916"/>
                  </a:cubicBezTo>
                  <a:lnTo>
                    <a:pt x="8739" y="261746"/>
                  </a:lnTo>
                  <a:cubicBezTo>
                    <a:pt x="87285" y="100321"/>
                    <a:pt x="279224" y="0"/>
                    <a:pt x="514825" y="0"/>
                  </a:cubicBezTo>
                  <a:cubicBezTo>
                    <a:pt x="822398" y="0"/>
                    <a:pt x="966379" y="143982"/>
                    <a:pt x="966379" y="410097"/>
                  </a:cubicBezTo>
                  <a:lnTo>
                    <a:pt x="966379" y="763498"/>
                  </a:lnTo>
                  <a:cubicBezTo>
                    <a:pt x="966379" y="990358"/>
                    <a:pt x="992561" y="1083674"/>
                    <a:pt x="1029649" y="1114189"/>
                  </a:cubicBezTo>
                  <a:lnTo>
                    <a:pt x="726446" y="1114189"/>
                  </a:lnTo>
                  <a:cubicBezTo>
                    <a:pt x="700264" y="1090210"/>
                    <a:pt x="678452" y="1023077"/>
                    <a:pt x="671915" y="898740"/>
                  </a:cubicBezTo>
                  <a:close/>
                  <a:moveTo>
                    <a:pt x="677152" y="712615"/>
                  </a:moveTo>
                  <a:lnTo>
                    <a:pt x="677152" y="544473"/>
                  </a:lnTo>
                  <a:lnTo>
                    <a:pt x="677152" y="544473"/>
                  </a:lnTo>
                  <a:cubicBezTo>
                    <a:pt x="647575" y="571811"/>
                    <a:pt x="611715" y="582356"/>
                    <a:pt x="533170" y="606334"/>
                  </a:cubicBezTo>
                  <a:cubicBezTo>
                    <a:pt x="384855" y="647792"/>
                    <a:pt x="308476" y="686433"/>
                    <a:pt x="308476" y="784588"/>
                  </a:cubicBezTo>
                  <a:cubicBezTo>
                    <a:pt x="308476" y="871836"/>
                    <a:pt x="369543" y="919830"/>
                    <a:pt x="441552" y="919830"/>
                  </a:cubicBezTo>
                  <a:cubicBezTo>
                    <a:pt x="550612" y="919830"/>
                    <a:pt x="655340" y="839118"/>
                    <a:pt x="677152" y="712615"/>
                  </a:cubicBezTo>
                  <a:close/>
                </a:path>
              </a:pathLst>
            </a:custGeom>
            <a:solidFill>
              <a:schemeClr val="bg1"/>
            </a:solidFill>
            <a:ln w="0" cap="flat">
              <a:noFill/>
              <a:prstDash val="solid"/>
              <a:miter/>
            </a:ln>
          </p:spPr>
          <p:txBody>
            <a:bodyPr rtlCol="0" anchor="ctr"/>
            <a:lstStyle/>
            <a:p>
              <a:endParaRPr lang="de-DE"/>
            </a:p>
          </p:txBody>
        </p:sp>
        <p:sp>
          <p:nvSpPr>
            <p:cNvPr id="20" name="Freihandform: Form 18">
              <a:extLst>
                <a:ext uri="{FF2B5EF4-FFF2-40B4-BE49-F238E27FC236}">
                  <a16:creationId xmlns:a16="http://schemas.microsoft.com/office/drawing/2014/main" id="{7C7AB827-C0F9-7C59-1EBB-9EF0B6449761}"/>
                </a:ext>
              </a:extLst>
            </p:cNvPr>
            <p:cNvSpPr/>
            <p:nvPr/>
          </p:nvSpPr>
          <p:spPr>
            <a:xfrm>
              <a:off x="8099474" y="4191379"/>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7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6"/>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7"/>
                    <a:pt x="438410" y="1100177"/>
                  </a:cubicBezTo>
                  <a:cubicBezTo>
                    <a:pt x="257159" y="1100177"/>
                    <a:pt x="84323" y="1028530"/>
                    <a:pt x="0" y="889423"/>
                  </a:cubicBezTo>
                  <a:close/>
                </a:path>
              </a:pathLst>
            </a:custGeom>
            <a:solidFill>
              <a:schemeClr val="bg1"/>
            </a:solidFill>
            <a:ln w="0" cap="flat">
              <a:noFill/>
              <a:prstDash val="solid"/>
              <a:miter/>
            </a:ln>
          </p:spPr>
          <p:txBody>
            <a:bodyPr rtlCol="0" anchor="ctr"/>
            <a:lstStyle/>
            <a:p>
              <a:endParaRPr lang="de-DE"/>
            </a:p>
          </p:txBody>
        </p:sp>
        <p:sp>
          <p:nvSpPr>
            <p:cNvPr id="21" name="Freihandform: Form 19">
              <a:extLst>
                <a:ext uri="{FF2B5EF4-FFF2-40B4-BE49-F238E27FC236}">
                  <a16:creationId xmlns:a16="http://schemas.microsoft.com/office/drawing/2014/main" id="{9C59B2AB-0A92-431C-3EBD-0C2A4A6C091E}"/>
                </a:ext>
              </a:extLst>
            </p:cNvPr>
            <p:cNvSpPr/>
            <p:nvPr/>
          </p:nvSpPr>
          <p:spPr>
            <a:xfrm>
              <a:off x="8099474" y="2807536"/>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8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7"/>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8"/>
                    <a:pt x="438410" y="1100178"/>
                  </a:cubicBezTo>
                  <a:cubicBezTo>
                    <a:pt x="257159" y="1100178"/>
                    <a:pt x="84323" y="1028530"/>
                    <a:pt x="0" y="889423"/>
                  </a:cubicBezTo>
                  <a:close/>
                </a:path>
              </a:pathLst>
            </a:custGeom>
            <a:solidFill>
              <a:schemeClr val="bg1"/>
            </a:solidFill>
            <a:ln w="0" cap="flat">
              <a:noFill/>
              <a:prstDash val="solid"/>
              <a:miter/>
            </a:ln>
          </p:spPr>
          <p:txBody>
            <a:bodyPr rtlCol="0" anchor="ctr"/>
            <a:lstStyle/>
            <a:p>
              <a:endParaRPr lang="de-DE"/>
            </a:p>
          </p:txBody>
        </p:sp>
      </p:grpSp>
      <p:sp>
        <p:nvSpPr>
          <p:cNvPr id="4" name="TextBox 3">
            <a:extLst>
              <a:ext uri="{FF2B5EF4-FFF2-40B4-BE49-F238E27FC236}">
                <a16:creationId xmlns:a16="http://schemas.microsoft.com/office/drawing/2014/main" id="{2F23C315-E9D3-E85D-FDA8-A4722F106C10}"/>
              </a:ext>
            </a:extLst>
          </p:cNvPr>
          <p:cNvSpPr txBox="1"/>
          <p:nvPr userDrawn="1"/>
        </p:nvSpPr>
        <p:spPr>
          <a:xfrm>
            <a:off x="-3989272" y="304800"/>
            <a:ext cx="3692939" cy="1938992"/>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sp>
        <p:nvSpPr>
          <p:cNvPr id="6" name="Supergraphic - shape">
            <a:extLst>
              <a:ext uri="{FF2B5EF4-FFF2-40B4-BE49-F238E27FC236}">
                <a16:creationId xmlns:a16="http://schemas.microsoft.com/office/drawing/2014/main" id="{9728FCA0-32CC-388D-0770-807193532C2B}"/>
              </a:ext>
            </a:extLst>
          </p:cNvPr>
          <p:cNvSpPr/>
          <p:nvPr userDrawn="1"/>
        </p:nvSpPr>
        <p:spPr>
          <a:xfrm>
            <a:off x="5770929" y="304800"/>
            <a:ext cx="4138546" cy="3871608"/>
          </a:xfrm>
          <a:prstGeom prst="parallelogram">
            <a:avLst>
              <a:gd name="adj" fmla="val 36136"/>
            </a:avLst>
          </a:pr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796064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C3C2-FA7F-3AF9-8770-2A0C452FB735}"/>
              </a:ext>
            </a:extLst>
          </p:cNvPr>
          <p:cNvSpPr>
            <a:spLocks noGrp="1"/>
          </p:cNvSpPr>
          <p:nvPr>
            <p:ph type="title" hasCustomPrompt="1"/>
          </p:nvPr>
        </p:nvSpPr>
        <p:spPr/>
        <p:txBody>
          <a:bodyPr/>
          <a:lstStyle>
            <a:lvl1pPr>
              <a:defRPr/>
            </a:lvl1pPr>
          </a:lstStyle>
          <a:p>
            <a:r>
              <a:rPr lang="en-US" dirty="0"/>
              <a:t>Agenda</a:t>
            </a:r>
            <a:endParaRPr lang="en-GB" dirty="0"/>
          </a:p>
        </p:txBody>
      </p:sp>
      <p:sp>
        <p:nvSpPr>
          <p:cNvPr id="3" name="Date Placeholder 2">
            <a:extLst>
              <a:ext uri="{FF2B5EF4-FFF2-40B4-BE49-F238E27FC236}">
                <a16:creationId xmlns:a16="http://schemas.microsoft.com/office/drawing/2014/main" id="{F430BCF2-B02B-ED34-3CE1-385F370CDD98}"/>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EF124C7-A8E1-C2C4-9251-1FAD4FC4E71C}"/>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ACC2D7ED-E3D6-D344-4CBF-39C6CFF13EA1}"/>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74361FFC-8E96-EE12-9B5A-F30BC84A0A47}"/>
              </a:ext>
            </a:extLst>
          </p:cNvPr>
          <p:cNvSpPr>
            <a:spLocks noGrp="1"/>
          </p:cNvSpPr>
          <p:nvPr>
            <p:ph type="body" sz="quarter" idx="14"/>
          </p:nvPr>
        </p:nvSpPr>
        <p:spPr>
          <a:xfrm>
            <a:off x="305998" y="1268413"/>
            <a:ext cx="11581199" cy="4681537"/>
          </a:xfrm>
        </p:spPr>
        <p:txBody>
          <a:bodyPr/>
          <a:lstStyle>
            <a:lvl1pPr marL="271463" indent="-271463">
              <a:spcBef>
                <a:spcPts val="600"/>
              </a:spcBef>
              <a:spcAft>
                <a:spcPts val="600"/>
              </a:spcAft>
              <a:buClr>
                <a:schemeClr val="tx2"/>
              </a:buClr>
              <a:buFont typeface="+mj-lt"/>
              <a:buAutoNum type="arabicPeriod"/>
              <a:defRPr sz="1800"/>
            </a:lvl1pPr>
            <a:lvl2pPr marL="625475" indent="-269875">
              <a:buClr>
                <a:schemeClr val="tx2"/>
              </a:buClr>
              <a:buFont typeface="+mj-lt"/>
              <a:buAutoNum type="arabicPeriod"/>
              <a:defRPr sz="1400"/>
            </a:lvl2pPr>
            <a:lvl3pPr marL="808038" indent="-188913">
              <a:buClr>
                <a:schemeClr val="tx2"/>
              </a:buClr>
              <a:buFont typeface="+mj-lt"/>
              <a:buAutoNum type="arabicPeriod"/>
              <a:defRPr sz="1400"/>
            </a:lvl3pPr>
            <a:lvl4pPr marL="1165225" indent="-276225">
              <a:buClr>
                <a:schemeClr val="tx2"/>
              </a:buClr>
              <a:buFont typeface="+mj-lt"/>
              <a:buAutoNum type="arabicPeriod"/>
              <a:defRPr sz="1400"/>
            </a:lvl4pPr>
            <a:lvl5pPr marL="717550" indent="-361950">
              <a:buClr>
                <a:schemeClr val="tx2"/>
              </a:buClr>
              <a:buFont typeface="+mj-lt"/>
              <a:buAutoNum type="arabicPeriod"/>
              <a:defRPr sz="2400"/>
            </a:lvl5pPr>
          </a:lstStyle>
          <a:p>
            <a:pPr lvl="0"/>
            <a:r>
              <a:rPr lang="ko-KR" altLang="en-US" noProof="0"/>
              <a:t>마스터 텍스트 스타일을 편집하려면 클릭</a:t>
            </a:r>
          </a:p>
          <a:p>
            <a:pPr lvl="1"/>
            <a:r>
              <a:rPr lang="ko-KR" altLang="en-US" noProof="0"/>
              <a:t>두 번째 수준</a:t>
            </a:r>
          </a:p>
          <a:p>
            <a:pPr lvl="2"/>
            <a:r>
              <a:rPr lang="ko-KR" altLang="en-US" noProof="0"/>
              <a:t>세 번째 수준</a:t>
            </a:r>
          </a:p>
          <a:p>
            <a:pPr lvl="3"/>
            <a:r>
              <a:rPr lang="ko-KR" altLang="en-US" noProof="0"/>
              <a:t>네 번째 수준</a:t>
            </a:r>
          </a:p>
        </p:txBody>
      </p:sp>
    </p:spTree>
    <p:extLst>
      <p:ext uri="{BB962C8B-B14F-4D97-AF65-F5344CB8AC3E}">
        <p14:creationId xmlns:p14="http://schemas.microsoft.com/office/powerpoint/2010/main" val="419264031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C3C2-FA7F-3AF9-8770-2A0C452FB735}"/>
              </a:ext>
            </a:extLst>
          </p:cNvPr>
          <p:cNvSpPr>
            <a:spLocks noGrp="1"/>
          </p:cNvSpPr>
          <p:nvPr>
            <p:ph type="title" hasCustomPrompt="1"/>
          </p:nvPr>
        </p:nvSpPr>
        <p:spPr>
          <a:xfrm>
            <a:off x="306000" y="306000"/>
            <a:ext cx="5648400" cy="360000"/>
          </a:xfrm>
        </p:spPr>
        <p:txBody>
          <a:bodyPr/>
          <a:lstStyle>
            <a:lvl1pPr>
              <a:defRPr/>
            </a:lvl1pPr>
          </a:lstStyle>
          <a:p>
            <a:r>
              <a:rPr lang="en-US" dirty="0"/>
              <a:t>Agenda</a:t>
            </a:r>
            <a:endParaRPr lang="en-GB" dirty="0"/>
          </a:p>
        </p:txBody>
      </p:sp>
      <p:sp>
        <p:nvSpPr>
          <p:cNvPr id="3" name="Date Placeholder 2">
            <a:extLst>
              <a:ext uri="{FF2B5EF4-FFF2-40B4-BE49-F238E27FC236}">
                <a16:creationId xmlns:a16="http://schemas.microsoft.com/office/drawing/2014/main" id="{F430BCF2-B02B-ED34-3CE1-385F370CDD98}"/>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EF124C7-A8E1-C2C4-9251-1FAD4FC4E71C}"/>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ACC2D7ED-E3D6-D344-4CBF-39C6CFF13EA1}"/>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8" name="Picture Placeholder 7">
            <a:extLst>
              <a:ext uri="{FF2B5EF4-FFF2-40B4-BE49-F238E27FC236}">
                <a16:creationId xmlns:a16="http://schemas.microsoft.com/office/drawing/2014/main" id="{75339831-9579-422A-5FD3-167E83B82B34}"/>
              </a:ext>
            </a:extLst>
          </p:cNvPr>
          <p:cNvSpPr>
            <a:spLocks noGrp="1"/>
          </p:cNvSpPr>
          <p:nvPr>
            <p:ph type="pic" sz="quarter" idx="14"/>
          </p:nvPr>
        </p:nvSpPr>
        <p:spPr>
          <a:xfrm>
            <a:off x="6237601" y="305999"/>
            <a:ext cx="5648400" cy="5643951"/>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6" name="Text Placeholder 6">
            <a:extLst>
              <a:ext uri="{FF2B5EF4-FFF2-40B4-BE49-F238E27FC236}">
                <a16:creationId xmlns:a16="http://schemas.microsoft.com/office/drawing/2014/main" id="{2C271A1C-536E-3E60-3582-8E73B02B9B84}"/>
              </a:ext>
            </a:extLst>
          </p:cNvPr>
          <p:cNvSpPr>
            <a:spLocks noGrp="1"/>
          </p:cNvSpPr>
          <p:nvPr>
            <p:ph type="body" sz="quarter" idx="13"/>
          </p:nvPr>
        </p:nvSpPr>
        <p:spPr>
          <a:xfrm>
            <a:off x="305999" y="1268413"/>
            <a:ext cx="5648400" cy="4681537"/>
          </a:xfrm>
        </p:spPr>
        <p:txBody>
          <a:bodyPr/>
          <a:lstStyle>
            <a:lvl1pPr marL="271463" indent="-271463">
              <a:spcBef>
                <a:spcPts val="600"/>
              </a:spcBef>
              <a:spcAft>
                <a:spcPts val="600"/>
              </a:spcAft>
              <a:buClr>
                <a:schemeClr val="tx2"/>
              </a:buClr>
              <a:buFont typeface="+mj-lt"/>
              <a:buAutoNum type="arabicPeriod"/>
              <a:defRPr sz="1800"/>
            </a:lvl1pPr>
            <a:lvl2pPr marL="625475" indent="-269875">
              <a:buClr>
                <a:schemeClr val="tx2"/>
              </a:buClr>
              <a:buFont typeface="+mj-lt"/>
              <a:buAutoNum type="arabicPeriod"/>
              <a:defRPr sz="1400"/>
            </a:lvl2pPr>
            <a:lvl3pPr marL="808038" indent="-188913">
              <a:buClr>
                <a:schemeClr val="tx2"/>
              </a:buClr>
              <a:buFont typeface="+mj-lt"/>
              <a:buAutoNum type="arabicPeriod"/>
              <a:defRPr sz="1400"/>
            </a:lvl3pPr>
            <a:lvl4pPr marL="1165225" indent="-276225">
              <a:buClr>
                <a:schemeClr val="tx2"/>
              </a:buClr>
              <a:buFont typeface="+mj-lt"/>
              <a:buAutoNum type="arabicPeriod"/>
              <a:defRPr sz="1400"/>
            </a:lvl4pPr>
            <a:lvl5pPr marL="717550" indent="-361950">
              <a:buClr>
                <a:schemeClr val="tx2"/>
              </a:buClr>
              <a:buFont typeface="+mj-lt"/>
              <a:buAutoNum type="arabicPeriod"/>
              <a:defRPr sz="2400"/>
            </a:lvl5pPr>
          </a:lstStyle>
          <a:p>
            <a:pPr lvl="0"/>
            <a:r>
              <a:rPr lang="ko-KR" altLang="en-US" noProof="0"/>
              <a:t>마스터 텍스트 스타일을 편집하려면 클릭</a:t>
            </a:r>
          </a:p>
          <a:p>
            <a:pPr lvl="1"/>
            <a:r>
              <a:rPr lang="ko-KR" altLang="en-US" noProof="0"/>
              <a:t>두 번째 수준</a:t>
            </a:r>
          </a:p>
          <a:p>
            <a:pPr lvl="2"/>
            <a:r>
              <a:rPr lang="ko-KR" altLang="en-US" noProof="0"/>
              <a:t>세 번째 수준</a:t>
            </a:r>
          </a:p>
          <a:p>
            <a:pPr lvl="3"/>
            <a:r>
              <a:rPr lang="ko-KR" altLang="en-US" noProof="0"/>
              <a:t>네 번째 수준</a:t>
            </a:r>
          </a:p>
        </p:txBody>
      </p:sp>
    </p:spTree>
    <p:extLst>
      <p:ext uri="{BB962C8B-B14F-4D97-AF65-F5344CB8AC3E}">
        <p14:creationId xmlns:p14="http://schemas.microsoft.com/office/powerpoint/2010/main" val="70573303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C3C2-FA7F-3AF9-8770-2A0C452FB735}"/>
              </a:ext>
            </a:extLst>
          </p:cNvPr>
          <p:cNvSpPr>
            <a:spLocks noGrp="1"/>
          </p:cNvSpPr>
          <p:nvPr>
            <p:ph type="title" hasCustomPrompt="1"/>
          </p:nvPr>
        </p:nvSpPr>
        <p:spPr>
          <a:xfrm>
            <a:off x="305999" y="306000"/>
            <a:ext cx="11581200" cy="360000"/>
          </a:xfrm>
        </p:spPr>
        <p:txBody>
          <a:bodyPr/>
          <a:lstStyle>
            <a:lvl1pPr>
              <a:defRPr/>
            </a:lvl1pPr>
          </a:lstStyle>
          <a:p>
            <a:r>
              <a:rPr lang="en-US" dirty="0"/>
              <a:t>Agenda</a:t>
            </a:r>
            <a:endParaRPr lang="en-GB" dirty="0"/>
          </a:p>
        </p:txBody>
      </p:sp>
      <p:sp>
        <p:nvSpPr>
          <p:cNvPr id="3" name="Date Placeholder 2">
            <a:extLst>
              <a:ext uri="{FF2B5EF4-FFF2-40B4-BE49-F238E27FC236}">
                <a16:creationId xmlns:a16="http://schemas.microsoft.com/office/drawing/2014/main" id="{F430BCF2-B02B-ED34-3CE1-385F370CDD98}"/>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EF124C7-A8E1-C2C4-9251-1FAD4FC4E71C}"/>
              </a:ext>
            </a:extLst>
          </p:cNvPr>
          <p:cNvSpPr>
            <a:spLocks noGrp="1"/>
          </p:cNvSpPr>
          <p:nvPr>
            <p:ph type="ftr" sz="quarter" idx="11"/>
          </p:nvPr>
        </p:nvSpPr>
        <p:spPr/>
        <p:txBody>
          <a:bodyPr/>
          <a:lstStyle/>
          <a:p>
            <a:r>
              <a:rPr lang="en-GB" dirty="0"/>
              <a:t>Title</a:t>
            </a:r>
          </a:p>
        </p:txBody>
      </p:sp>
      <p:sp>
        <p:nvSpPr>
          <p:cNvPr id="5" name="Slide Number Placeholder 4">
            <a:extLst>
              <a:ext uri="{FF2B5EF4-FFF2-40B4-BE49-F238E27FC236}">
                <a16:creationId xmlns:a16="http://schemas.microsoft.com/office/drawing/2014/main" id="{ACC2D7ED-E3D6-D344-4CBF-39C6CFF13EA1}"/>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D6E4DFDC-8584-AECD-0F9B-87A8C0C63B40}"/>
              </a:ext>
            </a:extLst>
          </p:cNvPr>
          <p:cNvSpPr>
            <a:spLocks noGrp="1"/>
          </p:cNvSpPr>
          <p:nvPr>
            <p:ph type="body" sz="quarter" idx="13"/>
          </p:nvPr>
        </p:nvSpPr>
        <p:spPr>
          <a:xfrm>
            <a:off x="305999" y="3688080"/>
            <a:ext cx="11581200" cy="2261870"/>
          </a:xfrm>
        </p:spPr>
        <p:txBody>
          <a:bodyPr numCol="2" spcCol="288000"/>
          <a:lstStyle>
            <a:lvl1pPr marL="271463" indent="-271463">
              <a:spcAft>
                <a:spcPts val="1200"/>
              </a:spcAft>
              <a:buClr>
                <a:schemeClr val="tx2"/>
              </a:buClr>
              <a:buFont typeface="+mj-lt"/>
              <a:buAutoNum type="arabicPeriod"/>
              <a:defRPr sz="1800"/>
            </a:lvl1pPr>
            <a:lvl2pPr marL="717550" indent="-361950">
              <a:buClr>
                <a:schemeClr val="tx2"/>
              </a:buClr>
              <a:buFont typeface="+mj-lt"/>
              <a:buAutoNum type="arabicPeriod"/>
              <a:defRPr sz="2400"/>
            </a:lvl2pPr>
            <a:lvl3pPr marL="717550" indent="-361950">
              <a:buClr>
                <a:schemeClr val="tx2"/>
              </a:buClr>
              <a:buFont typeface="+mj-lt"/>
              <a:buAutoNum type="arabicPeriod"/>
              <a:defRPr sz="2400"/>
            </a:lvl3pPr>
            <a:lvl4pPr marL="717550" indent="-361950">
              <a:buClr>
                <a:schemeClr val="tx2"/>
              </a:buClr>
              <a:buFont typeface="+mj-lt"/>
              <a:buAutoNum type="arabicPeriod"/>
              <a:defRPr sz="2400"/>
            </a:lvl4pPr>
            <a:lvl5pPr marL="717550" indent="-361950">
              <a:buClr>
                <a:schemeClr val="tx2"/>
              </a:buClr>
              <a:buFont typeface="+mj-lt"/>
              <a:buAutoNum type="arabicPeriod"/>
              <a:defRPr sz="2400"/>
            </a:lvl5pPr>
          </a:lstStyle>
          <a:p>
            <a:pPr lvl="0"/>
            <a:r>
              <a:rPr lang="ko-KR" altLang="en-US"/>
              <a:t>마스터 텍스트 스타일을 편집하려면 클릭</a:t>
            </a:r>
          </a:p>
        </p:txBody>
      </p:sp>
      <p:sp>
        <p:nvSpPr>
          <p:cNvPr id="8" name="Picture Placeholder 7">
            <a:extLst>
              <a:ext uri="{FF2B5EF4-FFF2-40B4-BE49-F238E27FC236}">
                <a16:creationId xmlns:a16="http://schemas.microsoft.com/office/drawing/2014/main" id="{75339831-9579-422A-5FD3-167E83B82B34}"/>
              </a:ext>
            </a:extLst>
          </p:cNvPr>
          <p:cNvSpPr>
            <a:spLocks noGrp="1"/>
          </p:cNvSpPr>
          <p:nvPr>
            <p:ph type="pic" sz="quarter" idx="14"/>
          </p:nvPr>
        </p:nvSpPr>
        <p:spPr>
          <a:xfrm>
            <a:off x="0" y="1260000"/>
            <a:ext cx="12192000" cy="2160587"/>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53299068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Divider - supergraphic -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655200" y="2314800"/>
            <a:ext cx="4852800" cy="360000"/>
          </a:xfrm>
        </p:spPr>
        <p:txBody>
          <a:bodyPr/>
          <a:lstStyle>
            <a:lvl1pPr>
              <a:defRPr/>
            </a:lvl1pPr>
          </a:lstStyle>
          <a:p>
            <a:r>
              <a:rPr lang="ko-KR" altLang="en-US"/>
              <a:t>마스터 제목 스타일 편집</a:t>
            </a:r>
            <a:endParaRPr lang="en-GB" dirty="0"/>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655638" y="3067200"/>
            <a:ext cx="4852800" cy="25884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655200" y="1270800"/>
            <a:ext cx="1800000" cy="900000"/>
          </a:xfrm>
        </p:spPr>
        <p:txBody>
          <a:bodyPr anchor="t"/>
          <a:lstStyle>
            <a:lvl1pPr marL="0" indent="0">
              <a:buNone/>
              <a:defRPr sz="6400" b="1"/>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4" name="Espace réservé pour une image  29">
            <a:extLst>
              <a:ext uri="{FF2B5EF4-FFF2-40B4-BE49-F238E27FC236}">
                <a16:creationId xmlns:a16="http://schemas.microsoft.com/office/drawing/2014/main" id="{1F249D4B-1559-45BB-AF54-7D7EB4A9C655}"/>
              </a:ext>
            </a:extLst>
          </p:cNvPr>
          <p:cNvSpPr>
            <a:spLocks noGrp="1"/>
          </p:cNvSpPr>
          <p:nvPr>
            <p:ph type="pic" sz="quarter" idx="21"/>
          </p:nvPr>
        </p:nvSpPr>
        <p:spPr>
          <a:xfrm>
            <a:off x="5508000" y="0"/>
            <a:ext cx="6680200" cy="6858000"/>
          </a:xfrm>
          <a:prstGeom prst="parallelogram">
            <a:avLst>
              <a:gd name="adj" fmla="val 37212"/>
            </a:avLst>
          </a:prstGeom>
          <a:solidFill>
            <a:schemeClr val="bg1">
              <a:lumMod val="95000"/>
            </a:schemeClr>
          </a:solidFill>
          <a:effectLst/>
        </p:spPr>
        <p:txBody>
          <a:bodyPr anchor="ctr"/>
          <a:lstStyle>
            <a:lvl1pPr marL="0" indent="0" algn="ctr">
              <a:buNone/>
              <a:defRPr/>
            </a:lvl1pPr>
          </a:lstStyle>
          <a:p>
            <a:r>
              <a:rPr lang="ko-KR" altLang="en-US"/>
              <a:t>그림을 추가하려면 아이콘을 클릭하십시오</a:t>
            </a:r>
            <a:endParaRPr lang="fr-CA" dirty="0"/>
          </a:p>
        </p:txBody>
      </p:sp>
    </p:spTree>
    <p:extLst>
      <p:ext uri="{BB962C8B-B14F-4D97-AF65-F5344CB8AC3E}">
        <p14:creationId xmlns:p14="http://schemas.microsoft.com/office/powerpoint/2010/main" val="201931976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supergraphic - indigo backgroun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655200" y="2314800"/>
            <a:ext cx="4852800" cy="360000"/>
          </a:xfrm>
        </p:spPr>
        <p:txBody>
          <a:bodyPr/>
          <a:lstStyle>
            <a:lvl1pPr>
              <a:defRPr>
                <a:solidFill>
                  <a:schemeClr val="bg1"/>
                </a:solidFill>
              </a:defRPr>
            </a:lvl1pPr>
          </a:lstStyle>
          <a:p>
            <a:r>
              <a:rPr lang="ko-KR" altLang="en-US"/>
              <a:t>마스터 제목 스타일 편집</a:t>
            </a:r>
            <a:endParaRPr lang="en-GB" dirty="0"/>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655638" y="3067200"/>
            <a:ext cx="4852800" cy="2588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655200" y="1270800"/>
            <a:ext cx="1800000" cy="900000"/>
          </a:xfrm>
        </p:spPr>
        <p:txBody>
          <a:bodyPr anchor="t"/>
          <a:lstStyle>
            <a:lvl1pPr marL="0" indent="0">
              <a:buNone/>
              <a:defRPr sz="6400" b="1">
                <a:solidFill>
                  <a:schemeClr val="bg1"/>
                </a:solidFill>
              </a:defRPr>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4" name="TextBox 3">
            <a:extLst>
              <a:ext uri="{FF2B5EF4-FFF2-40B4-BE49-F238E27FC236}">
                <a16:creationId xmlns:a16="http://schemas.microsoft.com/office/drawing/2014/main" id="{86EB2104-720E-E8DA-5ACF-98ECE73EA2D9}"/>
              </a:ext>
            </a:extLst>
          </p:cNvPr>
          <p:cNvSpPr txBox="1"/>
          <p:nvPr userDrawn="1"/>
        </p:nvSpPr>
        <p:spPr>
          <a:xfrm>
            <a:off x="-3989272" y="304800"/>
            <a:ext cx="3692939" cy="1938992"/>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sp>
        <p:nvSpPr>
          <p:cNvPr id="3" name="Espace réservé pour une image  29">
            <a:extLst>
              <a:ext uri="{FF2B5EF4-FFF2-40B4-BE49-F238E27FC236}">
                <a16:creationId xmlns:a16="http://schemas.microsoft.com/office/drawing/2014/main" id="{A2053CF4-0553-4808-5E7B-D60BF81A0C9F}"/>
              </a:ext>
            </a:extLst>
          </p:cNvPr>
          <p:cNvSpPr>
            <a:spLocks noGrp="1"/>
          </p:cNvSpPr>
          <p:nvPr>
            <p:ph type="pic" sz="quarter" idx="21"/>
          </p:nvPr>
        </p:nvSpPr>
        <p:spPr>
          <a:xfrm>
            <a:off x="5508000" y="0"/>
            <a:ext cx="6680200" cy="6858000"/>
          </a:xfrm>
          <a:prstGeom prst="parallelogram">
            <a:avLst>
              <a:gd name="adj" fmla="val 37212"/>
            </a:avLst>
          </a:prstGeom>
          <a:solidFill>
            <a:schemeClr val="bg1">
              <a:lumMod val="95000"/>
            </a:schemeClr>
          </a:solidFill>
          <a:effectLst/>
        </p:spPr>
        <p:txBody>
          <a:bodyPr anchor="ctr"/>
          <a:lstStyle>
            <a:lvl1pPr marL="0" indent="0" algn="ctr">
              <a:buNone/>
              <a:defRPr/>
            </a:lvl1pPr>
          </a:lstStyle>
          <a:p>
            <a:r>
              <a:rPr lang="ko-KR" altLang="en-US"/>
              <a:t>그림을 추가하려면 아이콘을 클릭하십시오</a:t>
            </a:r>
            <a:endParaRPr lang="fr-CA" dirty="0"/>
          </a:p>
        </p:txBody>
      </p:sp>
    </p:spTree>
    <p:extLst>
      <p:ext uri="{BB962C8B-B14F-4D97-AF65-F5344CB8AC3E}">
        <p14:creationId xmlns:p14="http://schemas.microsoft.com/office/powerpoint/2010/main" val="225053487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supergraphic - true blue backgroun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655200" y="2314800"/>
            <a:ext cx="4852800" cy="360000"/>
          </a:xfrm>
        </p:spPr>
        <p:txBody>
          <a:bodyPr/>
          <a:lstStyle>
            <a:lvl1pPr>
              <a:defRPr>
                <a:solidFill>
                  <a:schemeClr val="bg1"/>
                </a:solidFill>
              </a:defRPr>
            </a:lvl1pPr>
          </a:lstStyle>
          <a:p>
            <a:r>
              <a:rPr lang="ko-KR" altLang="en-US"/>
              <a:t>마스터 제목 스타일 편집</a:t>
            </a:r>
            <a:endParaRPr lang="en-GB"/>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655638" y="3067200"/>
            <a:ext cx="4852800" cy="2588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655200" y="1270800"/>
            <a:ext cx="1800000" cy="900000"/>
          </a:xfrm>
        </p:spPr>
        <p:txBody>
          <a:bodyPr/>
          <a:lstStyle>
            <a:lvl1pPr marL="0" indent="0">
              <a:buNone/>
              <a:defRPr sz="6400" b="1">
                <a:solidFill>
                  <a:schemeClr val="bg1"/>
                </a:solidFill>
              </a:defRPr>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4" name="TextBox 3">
            <a:extLst>
              <a:ext uri="{FF2B5EF4-FFF2-40B4-BE49-F238E27FC236}">
                <a16:creationId xmlns:a16="http://schemas.microsoft.com/office/drawing/2014/main" id="{944686F2-C507-5C4F-D374-7015F44493E8}"/>
              </a:ext>
            </a:extLst>
          </p:cNvPr>
          <p:cNvSpPr txBox="1"/>
          <p:nvPr userDrawn="1"/>
        </p:nvSpPr>
        <p:spPr>
          <a:xfrm>
            <a:off x="-3989272" y="304800"/>
            <a:ext cx="3692939" cy="1938992"/>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sp>
        <p:nvSpPr>
          <p:cNvPr id="5" name="Espace réservé pour une image  29">
            <a:extLst>
              <a:ext uri="{FF2B5EF4-FFF2-40B4-BE49-F238E27FC236}">
                <a16:creationId xmlns:a16="http://schemas.microsoft.com/office/drawing/2014/main" id="{FA749186-1327-A026-901C-A8DCF5562185}"/>
              </a:ext>
            </a:extLst>
          </p:cNvPr>
          <p:cNvSpPr>
            <a:spLocks noGrp="1"/>
          </p:cNvSpPr>
          <p:nvPr>
            <p:ph type="pic" sz="quarter" idx="21"/>
          </p:nvPr>
        </p:nvSpPr>
        <p:spPr>
          <a:xfrm>
            <a:off x="5508000" y="0"/>
            <a:ext cx="6680200" cy="6858000"/>
          </a:xfrm>
          <a:prstGeom prst="parallelogram">
            <a:avLst>
              <a:gd name="adj" fmla="val 37212"/>
            </a:avLst>
          </a:prstGeom>
          <a:solidFill>
            <a:schemeClr val="bg1">
              <a:lumMod val="95000"/>
            </a:schemeClr>
          </a:solidFill>
          <a:effectLst/>
        </p:spPr>
        <p:txBody>
          <a:bodyPr anchor="ctr"/>
          <a:lstStyle>
            <a:lvl1pPr marL="0" indent="0" algn="ctr">
              <a:buNone/>
              <a:defRPr/>
            </a:lvl1pPr>
          </a:lstStyle>
          <a:p>
            <a:r>
              <a:rPr lang="ko-KR" altLang="en-US"/>
              <a:t>그림을 추가하려면 아이콘을 클릭하십시오</a:t>
            </a:r>
            <a:endParaRPr lang="fr-CA" dirty="0"/>
          </a:p>
        </p:txBody>
      </p:sp>
    </p:spTree>
    <p:extLst>
      <p:ext uri="{BB962C8B-B14F-4D97-AF65-F5344CB8AC3E}">
        <p14:creationId xmlns:p14="http://schemas.microsoft.com/office/powerpoint/2010/main" val="370563462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picture layout - white background">
    <p:spTree>
      <p:nvGrpSpPr>
        <p:cNvPr id="1" name=""/>
        <p:cNvGrpSpPr/>
        <p:nvPr/>
      </p:nvGrpSpPr>
      <p:grpSpPr>
        <a:xfrm>
          <a:off x="0" y="0"/>
          <a:ext cx="0" cy="0"/>
          <a:chOff x="0" y="0"/>
          <a:chExt cx="0" cy="0"/>
        </a:xfrm>
      </p:grpSpPr>
      <p:sp>
        <p:nvSpPr>
          <p:cNvPr id="14" name="Espace réservé pour une image  29">
            <a:extLst>
              <a:ext uri="{FF2B5EF4-FFF2-40B4-BE49-F238E27FC236}">
                <a16:creationId xmlns:a16="http://schemas.microsoft.com/office/drawing/2014/main" id="{CF959CCD-D15E-897A-1772-7A00E3555B6B}"/>
              </a:ext>
            </a:extLst>
          </p:cNvPr>
          <p:cNvSpPr>
            <a:spLocks noGrp="1"/>
          </p:cNvSpPr>
          <p:nvPr>
            <p:ph type="pic" sz="quarter" idx="21"/>
          </p:nvPr>
        </p:nvSpPr>
        <p:spPr>
          <a:xfrm>
            <a:off x="6243562" y="306393"/>
            <a:ext cx="5648400" cy="6249600"/>
          </a:xfrm>
          <a:prstGeom prst="rect">
            <a:avLst/>
          </a:prstGeom>
          <a:solidFill>
            <a:schemeClr val="bg1">
              <a:lumMod val="95000"/>
            </a:schemeClr>
          </a:solidFill>
          <a:effectLst/>
        </p:spPr>
        <p:txBody>
          <a:bodyPr anchor="ctr"/>
          <a:lstStyle>
            <a:lvl1pPr marL="0" indent="0" algn="ctr">
              <a:buNone/>
              <a:defRPr/>
            </a:lvl1pPr>
          </a:lstStyle>
          <a:p>
            <a:r>
              <a:rPr lang="ko-KR" altLang="en-US"/>
              <a:t>그림을 추가하려면 아이콘을 클릭하십시오</a:t>
            </a:r>
            <a:endParaRPr lang="fr-CA" dirty="0"/>
          </a:p>
        </p:txBody>
      </p:sp>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306000" y="2314800"/>
            <a:ext cx="4852800" cy="360000"/>
          </a:xfrm>
        </p:spPr>
        <p:txBody>
          <a:bodyPr/>
          <a:lstStyle/>
          <a:p>
            <a:r>
              <a:rPr lang="ko-KR" altLang="en-US"/>
              <a:t>마스터 제목 스타일 편집</a:t>
            </a:r>
            <a:endParaRPr lang="en-GB" dirty="0"/>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306000" y="3067200"/>
            <a:ext cx="4852800" cy="25884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306000" y="1270800"/>
            <a:ext cx="1800000" cy="900000"/>
          </a:xfrm>
        </p:spPr>
        <p:txBody>
          <a:bodyPr/>
          <a:lstStyle>
            <a:lvl1pPr marL="0" indent="0">
              <a:buNone/>
              <a:defRPr sz="6400" b="1"/>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Tree>
    <p:extLst>
      <p:ext uri="{BB962C8B-B14F-4D97-AF65-F5344CB8AC3E}">
        <p14:creationId xmlns:p14="http://schemas.microsoft.com/office/powerpoint/2010/main" val="21467387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picture layout - indigo background">
    <p:bg>
      <p:bgPr>
        <a:solidFill>
          <a:schemeClr val="accent3"/>
        </a:solidFill>
        <a:effectLst/>
      </p:bgPr>
    </p:bg>
    <p:spTree>
      <p:nvGrpSpPr>
        <p:cNvPr id="1" name=""/>
        <p:cNvGrpSpPr/>
        <p:nvPr/>
      </p:nvGrpSpPr>
      <p:grpSpPr>
        <a:xfrm>
          <a:off x="0" y="0"/>
          <a:ext cx="0" cy="0"/>
          <a:chOff x="0" y="0"/>
          <a:chExt cx="0" cy="0"/>
        </a:xfrm>
      </p:grpSpPr>
      <p:sp>
        <p:nvSpPr>
          <p:cNvPr id="14" name="Espace réservé pour une image  29">
            <a:extLst>
              <a:ext uri="{FF2B5EF4-FFF2-40B4-BE49-F238E27FC236}">
                <a16:creationId xmlns:a16="http://schemas.microsoft.com/office/drawing/2014/main" id="{CF959CCD-D15E-897A-1772-7A00E3555B6B}"/>
              </a:ext>
            </a:extLst>
          </p:cNvPr>
          <p:cNvSpPr>
            <a:spLocks noGrp="1"/>
          </p:cNvSpPr>
          <p:nvPr>
            <p:ph type="pic" sz="quarter" idx="21"/>
          </p:nvPr>
        </p:nvSpPr>
        <p:spPr>
          <a:xfrm>
            <a:off x="6243562" y="306393"/>
            <a:ext cx="5648400" cy="6249600"/>
          </a:xfrm>
          <a:prstGeom prst="rect">
            <a:avLst/>
          </a:prstGeom>
          <a:solidFill>
            <a:schemeClr val="bg1">
              <a:lumMod val="95000"/>
            </a:schemeClr>
          </a:solidFill>
          <a:effectLst/>
        </p:spPr>
        <p:txBody>
          <a:bodyPr anchor="ctr"/>
          <a:lstStyle>
            <a:lvl1pPr marL="0" indent="0" algn="ctr">
              <a:buNone/>
              <a:defRPr/>
            </a:lvl1pPr>
          </a:lstStyle>
          <a:p>
            <a:r>
              <a:rPr lang="ko-KR" altLang="en-US"/>
              <a:t>그림을 추가하려면 아이콘을 클릭하십시오</a:t>
            </a:r>
            <a:endParaRPr lang="fr-CA" dirty="0"/>
          </a:p>
        </p:txBody>
      </p:sp>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306000" y="2314800"/>
            <a:ext cx="4852800" cy="360000"/>
          </a:xfrm>
        </p:spPr>
        <p:txBody>
          <a:bodyPr/>
          <a:lstStyle>
            <a:lvl1pPr>
              <a:defRPr>
                <a:solidFill>
                  <a:schemeClr val="bg1"/>
                </a:solidFill>
              </a:defRPr>
            </a:lvl1pPr>
          </a:lstStyle>
          <a:p>
            <a:r>
              <a:rPr lang="ko-KR" altLang="en-US"/>
              <a:t>마스터 제목 스타일 편집</a:t>
            </a:r>
            <a:endParaRPr lang="en-GB" dirty="0"/>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306000" y="3067200"/>
            <a:ext cx="4852800" cy="2588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306000" y="1270800"/>
            <a:ext cx="1800000" cy="900000"/>
          </a:xfrm>
        </p:spPr>
        <p:txBody>
          <a:bodyPr/>
          <a:lstStyle>
            <a:lvl1pPr marL="0" indent="0">
              <a:buNone/>
              <a:defRPr sz="6400" b="1">
                <a:solidFill>
                  <a:schemeClr val="bg1"/>
                </a:solidFill>
              </a:defRPr>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3" name="TextBox 2">
            <a:extLst>
              <a:ext uri="{FF2B5EF4-FFF2-40B4-BE49-F238E27FC236}">
                <a16:creationId xmlns:a16="http://schemas.microsoft.com/office/drawing/2014/main" id="{5D9433A1-C798-63C5-0F11-736B090717ED}"/>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spTree>
    <p:extLst>
      <p:ext uri="{BB962C8B-B14F-4D97-AF65-F5344CB8AC3E}">
        <p14:creationId xmlns:p14="http://schemas.microsoft.com/office/powerpoint/2010/main" val="210565336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 picture layout - true blue background">
    <p:bg>
      <p:bgPr>
        <a:solidFill>
          <a:schemeClr val="tx2"/>
        </a:solidFill>
        <a:effectLst/>
      </p:bgPr>
    </p:bg>
    <p:spTree>
      <p:nvGrpSpPr>
        <p:cNvPr id="1" name=""/>
        <p:cNvGrpSpPr/>
        <p:nvPr/>
      </p:nvGrpSpPr>
      <p:grpSpPr>
        <a:xfrm>
          <a:off x="0" y="0"/>
          <a:ext cx="0" cy="0"/>
          <a:chOff x="0" y="0"/>
          <a:chExt cx="0" cy="0"/>
        </a:xfrm>
      </p:grpSpPr>
      <p:sp>
        <p:nvSpPr>
          <p:cNvPr id="14" name="Espace réservé pour une image  29">
            <a:extLst>
              <a:ext uri="{FF2B5EF4-FFF2-40B4-BE49-F238E27FC236}">
                <a16:creationId xmlns:a16="http://schemas.microsoft.com/office/drawing/2014/main" id="{CF959CCD-D15E-897A-1772-7A00E3555B6B}"/>
              </a:ext>
            </a:extLst>
          </p:cNvPr>
          <p:cNvSpPr>
            <a:spLocks noGrp="1"/>
          </p:cNvSpPr>
          <p:nvPr>
            <p:ph type="pic" sz="quarter" idx="21"/>
          </p:nvPr>
        </p:nvSpPr>
        <p:spPr>
          <a:xfrm>
            <a:off x="6243562" y="306393"/>
            <a:ext cx="5648400" cy="6249600"/>
          </a:xfrm>
          <a:prstGeom prst="rect">
            <a:avLst/>
          </a:prstGeom>
          <a:solidFill>
            <a:schemeClr val="bg1">
              <a:lumMod val="95000"/>
            </a:schemeClr>
          </a:solidFill>
          <a:effectLst/>
        </p:spPr>
        <p:txBody>
          <a:bodyPr anchor="ctr"/>
          <a:lstStyle>
            <a:lvl1pPr marL="0" indent="0" algn="ctr">
              <a:buNone/>
              <a:defRPr/>
            </a:lvl1pPr>
          </a:lstStyle>
          <a:p>
            <a:r>
              <a:rPr lang="ko-KR" altLang="en-US"/>
              <a:t>그림을 추가하려면 아이콘을 클릭하십시오</a:t>
            </a:r>
            <a:endParaRPr lang="fr-CA" dirty="0"/>
          </a:p>
        </p:txBody>
      </p:sp>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306000" y="2314800"/>
            <a:ext cx="4852800" cy="360000"/>
          </a:xfrm>
        </p:spPr>
        <p:txBody>
          <a:bodyPr/>
          <a:lstStyle>
            <a:lvl1pPr>
              <a:defRPr>
                <a:solidFill>
                  <a:schemeClr val="bg1"/>
                </a:solidFill>
              </a:defRPr>
            </a:lvl1pPr>
          </a:lstStyle>
          <a:p>
            <a:r>
              <a:rPr lang="ko-KR" altLang="en-US"/>
              <a:t>마스터 제목 스타일 편집</a:t>
            </a:r>
            <a:endParaRPr lang="en-GB"/>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306000" y="3067200"/>
            <a:ext cx="4852800" cy="2588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306000" y="1270800"/>
            <a:ext cx="1800000" cy="900000"/>
          </a:xfrm>
        </p:spPr>
        <p:txBody>
          <a:bodyPr/>
          <a:lstStyle>
            <a:lvl1pPr marL="0" indent="0">
              <a:buNone/>
              <a:defRPr sz="6400" b="1">
                <a:solidFill>
                  <a:schemeClr val="bg1"/>
                </a:solidFill>
              </a:defRPr>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3" name="TextBox 2">
            <a:extLst>
              <a:ext uri="{FF2B5EF4-FFF2-40B4-BE49-F238E27FC236}">
                <a16:creationId xmlns:a16="http://schemas.microsoft.com/office/drawing/2014/main" id="{7EEB3325-FA9F-F961-C408-CA2D663ECC82}"/>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spTree>
    <p:extLst>
      <p:ext uri="{BB962C8B-B14F-4D97-AF65-F5344CB8AC3E}">
        <p14:creationId xmlns:p14="http://schemas.microsoft.com/office/powerpoint/2010/main" val="330296227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basic layout -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306000" y="2023200"/>
            <a:ext cx="5642487" cy="360000"/>
          </a:xfrm>
        </p:spPr>
        <p:txBody>
          <a:bodyPr anchor="t"/>
          <a:lstStyle>
            <a:lvl1pPr>
              <a:defRPr b="1"/>
            </a:lvl1pPr>
          </a:lstStyle>
          <a:p>
            <a:r>
              <a:rPr lang="ko-KR" altLang="en-US"/>
              <a:t>마스터 제목 스타일 편집</a:t>
            </a:r>
            <a:endParaRPr lang="en-GB" dirty="0"/>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306000" y="3067200"/>
            <a:ext cx="5642048" cy="25884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9012163" y="215900"/>
            <a:ext cx="2886150" cy="1602000"/>
          </a:xfrm>
        </p:spPr>
        <p:txBody>
          <a:bodyPr anchor="ctr"/>
          <a:lstStyle>
            <a:lvl1pPr marL="0" indent="0" algn="r">
              <a:buNone/>
              <a:defRPr sz="13800" b="1"/>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4" name="Text Placeholder 3">
            <a:extLst>
              <a:ext uri="{FF2B5EF4-FFF2-40B4-BE49-F238E27FC236}">
                <a16:creationId xmlns:a16="http://schemas.microsoft.com/office/drawing/2014/main" id="{FC9983F1-ACEA-BDAB-C2D4-50FBD45F23A3}"/>
              </a:ext>
            </a:extLst>
          </p:cNvPr>
          <p:cNvSpPr>
            <a:spLocks noGrp="1"/>
          </p:cNvSpPr>
          <p:nvPr>
            <p:ph type="body" sz="quarter" idx="12" hasCustomPrompt="1"/>
          </p:nvPr>
        </p:nvSpPr>
        <p:spPr>
          <a:xfrm>
            <a:off x="306000" y="1557338"/>
            <a:ext cx="5648400" cy="360000"/>
          </a:xfrm>
        </p:spPr>
        <p:txBody>
          <a:bodyPr anchor="t"/>
          <a:lstStyle>
            <a:lvl1pPr marL="0" indent="0">
              <a:buNone/>
              <a:defRPr sz="2400"/>
            </a:lvl1pPr>
            <a:lvl2pPr>
              <a:defRPr sz="2400"/>
            </a:lvl2pPr>
            <a:lvl3pPr>
              <a:defRPr sz="2400"/>
            </a:lvl3pPr>
            <a:lvl4pPr>
              <a:defRPr sz="2400"/>
            </a:lvl4pPr>
            <a:lvl5pPr>
              <a:defRPr sz="2400"/>
            </a:lvl5pPr>
          </a:lstStyle>
          <a:p>
            <a:pPr lvl="0"/>
            <a:r>
              <a:rPr lang="en-US" dirty="0"/>
              <a:t>Section XX</a:t>
            </a:r>
            <a:endParaRPr lang="en-GB" dirty="0"/>
          </a:p>
        </p:txBody>
      </p:sp>
    </p:spTree>
    <p:extLst>
      <p:ext uri="{BB962C8B-B14F-4D97-AF65-F5344CB8AC3E}">
        <p14:creationId xmlns:p14="http://schemas.microsoft.com/office/powerpoint/2010/main" val="74637278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 basic layout - indigo backgroun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306000" y="2023200"/>
            <a:ext cx="5642487" cy="360000"/>
          </a:xfrm>
        </p:spPr>
        <p:txBody>
          <a:bodyPr anchor="t"/>
          <a:lstStyle>
            <a:lvl1pPr>
              <a:defRPr b="1">
                <a:solidFill>
                  <a:schemeClr val="bg1"/>
                </a:solidFill>
              </a:defRPr>
            </a:lvl1pPr>
          </a:lstStyle>
          <a:p>
            <a:r>
              <a:rPr lang="ko-KR" altLang="en-US"/>
              <a:t>마스터 제목 스타일 편집</a:t>
            </a:r>
            <a:endParaRPr lang="en-GB" dirty="0"/>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306000" y="3067200"/>
            <a:ext cx="5642048" cy="2588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9012163" y="215900"/>
            <a:ext cx="2886150" cy="1602000"/>
          </a:xfrm>
        </p:spPr>
        <p:txBody>
          <a:bodyPr anchor="ctr"/>
          <a:lstStyle>
            <a:lvl1pPr marL="0" indent="0" algn="r">
              <a:buNone/>
              <a:defRPr sz="13800" b="1">
                <a:solidFill>
                  <a:schemeClr val="bg1"/>
                </a:solidFill>
              </a:defRPr>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4" name="Text Placeholder 3">
            <a:extLst>
              <a:ext uri="{FF2B5EF4-FFF2-40B4-BE49-F238E27FC236}">
                <a16:creationId xmlns:a16="http://schemas.microsoft.com/office/drawing/2014/main" id="{FC9983F1-ACEA-BDAB-C2D4-50FBD45F23A3}"/>
              </a:ext>
            </a:extLst>
          </p:cNvPr>
          <p:cNvSpPr>
            <a:spLocks noGrp="1"/>
          </p:cNvSpPr>
          <p:nvPr>
            <p:ph type="body" sz="quarter" idx="12" hasCustomPrompt="1"/>
          </p:nvPr>
        </p:nvSpPr>
        <p:spPr>
          <a:xfrm>
            <a:off x="306000" y="1557338"/>
            <a:ext cx="5648400" cy="360000"/>
          </a:xfrm>
        </p:spPr>
        <p:txBody>
          <a:bodyPr anchor="t"/>
          <a:lstStyle>
            <a:lvl1pPr marL="0" indent="0">
              <a:buNone/>
              <a:defRPr sz="2400">
                <a:solidFill>
                  <a:schemeClr val="bg1"/>
                </a:solidFill>
              </a:defRPr>
            </a:lvl1pPr>
            <a:lvl2pPr>
              <a:defRPr sz="2400"/>
            </a:lvl2pPr>
            <a:lvl3pPr>
              <a:defRPr sz="2400"/>
            </a:lvl3pPr>
            <a:lvl4pPr>
              <a:defRPr sz="2400"/>
            </a:lvl4pPr>
            <a:lvl5pPr>
              <a:defRPr sz="2400"/>
            </a:lvl5pPr>
          </a:lstStyle>
          <a:p>
            <a:pPr lvl="0"/>
            <a:r>
              <a:rPr lang="en-US" dirty="0"/>
              <a:t>Section XX</a:t>
            </a:r>
            <a:endParaRPr lang="en-GB" dirty="0"/>
          </a:p>
        </p:txBody>
      </p:sp>
      <p:sp>
        <p:nvSpPr>
          <p:cNvPr id="3" name="TextBox 2">
            <a:extLst>
              <a:ext uri="{FF2B5EF4-FFF2-40B4-BE49-F238E27FC236}">
                <a16:creationId xmlns:a16="http://schemas.microsoft.com/office/drawing/2014/main" id="{155FDC82-2799-FF42-DE43-87A47E4814DD}"/>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spTree>
    <p:extLst>
      <p:ext uri="{BB962C8B-B14F-4D97-AF65-F5344CB8AC3E}">
        <p14:creationId xmlns:p14="http://schemas.microsoft.com/office/powerpoint/2010/main" val="342829667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 basic layout - true blue backgroun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A5D7-8C76-E536-D354-F45FBD125C3D}"/>
              </a:ext>
            </a:extLst>
          </p:cNvPr>
          <p:cNvSpPr>
            <a:spLocks noGrp="1"/>
          </p:cNvSpPr>
          <p:nvPr>
            <p:ph type="title"/>
          </p:nvPr>
        </p:nvSpPr>
        <p:spPr>
          <a:xfrm>
            <a:off x="306000" y="2023200"/>
            <a:ext cx="5642487" cy="360000"/>
          </a:xfrm>
        </p:spPr>
        <p:txBody>
          <a:bodyPr anchor="t"/>
          <a:lstStyle>
            <a:lvl1pPr>
              <a:defRPr b="1">
                <a:solidFill>
                  <a:schemeClr val="bg1"/>
                </a:solidFill>
              </a:defRPr>
            </a:lvl1pPr>
          </a:lstStyle>
          <a:p>
            <a:r>
              <a:rPr lang="ko-KR" altLang="en-US"/>
              <a:t>마스터 제목 스타일 편집</a:t>
            </a:r>
            <a:endParaRPr lang="en-GB" dirty="0"/>
          </a:p>
        </p:txBody>
      </p:sp>
      <p:sp>
        <p:nvSpPr>
          <p:cNvPr id="7" name="Text Placeholder 6">
            <a:extLst>
              <a:ext uri="{FF2B5EF4-FFF2-40B4-BE49-F238E27FC236}">
                <a16:creationId xmlns:a16="http://schemas.microsoft.com/office/drawing/2014/main" id="{B069A028-AA9B-8F80-07A9-6EAC40213764}"/>
              </a:ext>
            </a:extLst>
          </p:cNvPr>
          <p:cNvSpPr>
            <a:spLocks noGrp="1"/>
          </p:cNvSpPr>
          <p:nvPr>
            <p:ph type="body" sz="quarter" idx="10"/>
          </p:nvPr>
        </p:nvSpPr>
        <p:spPr>
          <a:xfrm>
            <a:off x="306000" y="3067200"/>
            <a:ext cx="5642048" cy="2588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12" name="Text Placeholder 11">
            <a:extLst>
              <a:ext uri="{FF2B5EF4-FFF2-40B4-BE49-F238E27FC236}">
                <a16:creationId xmlns:a16="http://schemas.microsoft.com/office/drawing/2014/main" id="{8B9F687E-4233-724F-96C8-BFA57712F30F}"/>
              </a:ext>
            </a:extLst>
          </p:cNvPr>
          <p:cNvSpPr>
            <a:spLocks noGrp="1"/>
          </p:cNvSpPr>
          <p:nvPr>
            <p:ph type="body" sz="quarter" idx="11" hasCustomPrompt="1"/>
          </p:nvPr>
        </p:nvSpPr>
        <p:spPr>
          <a:xfrm>
            <a:off x="9012163" y="215900"/>
            <a:ext cx="2886150" cy="1602000"/>
          </a:xfrm>
        </p:spPr>
        <p:txBody>
          <a:bodyPr anchor="ctr"/>
          <a:lstStyle>
            <a:lvl1pPr marL="0" indent="0" algn="r">
              <a:buNone/>
              <a:defRPr sz="13800" b="1">
                <a:solidFill>
                  <a:schemeClr val="bg1"/>
                </a:solidFill>
              </a:defRPr>
            </a:lvl1pPr>
            <a:lvl2pPr marL="176213" indent="0">
              <a:buNone/>
              <a:defRPr sz="6400" b="1"/>
            </a:lvl2pPr>
            <a:lvl3pPr marL="357188" indent="0">
              <a:buNone/>
              <a:defRPr sz="6400" b="1"/>
            </a:lvl3pPr>
            <a:lvl4pPr marL="534988" indent="0">
              <a:buNone/>
              <a:defRPr sz="6400" b="1"/>
            </a:lvl4pPr>
            <a:lvl5pPr marL="715963" indent="0">
              <a:buNone/>
              <a:defRPr sz="6400" b="1"/>
            </a:lvl5pPr>
          </a:lstStyle>
          <a:p>
            <a:pPr lvl="0"/>
            <a:r>
              <a:rPr lang="en-US" dirty="0"/>
              <a:t>XX</a:t>
            </a:r>
            <a:endParaRPr lang="en-GB" dirty="0"/>
          </a:p>
        </p:txBody>
      </p:sp>
      <p:sp>
        <p:nvSpPr>
          <p:cNvPr id="4" name="Text Placeholder 3">
            <a:extLst>
              <a:ext uri="{FF2B5EF4-FFF2-40B4-BE49-F238E27FC236}">
                <a16:creationId xmlns:a16="http://schemas.microsoft.com/office/drawing/2014/main" id="{FC9983F1-ACEA-BDAB-C2D4-50FBD45F23A3}"/>
              </a:ext>
            </a:extLst>
          </p:cNvPr>
          <p:cNvSpPr>
            <a:spLocks noGrp="1"/>
          </p:cNvSpPr>
          <p:nvPr>
            <p:ph type="body" sz="quarter" idx="12" hasCustomPrompt="1"/>
          </p:nvPr>
        </p:nvSpPr>
        <p:spPr>
          <a:xfrm>
            <a:off x="306000" y="1557338"/>
            <a:ext cx="5648400" cy="360000"/>
          </a:xfrm>
        </p:spPr>
        <p:txBody>
          <a:bodyPr anchor="t"/>
          <a:lstStyle>
            <a:lvl1pPr marL="0" indent="0">
              <a:buNone/>
              <a:defRPr sz="2400">
                <a:solidFill>
                  <a:schemeClr val="bg1"/>
                </a:solidFill>
              </a:defRPr>
            </a:lvl1pPr>
            <a:lvl2pPr>
              <a:defRPr sz="2400"/>
            </a:lvl2pPr>
            <a:lvl3pPr>
              <a:defRPr sz="2400"/>
            </a:lvl3pPr>
            <a:lvl4pPr>
              <a:defRPr sz="2400"/>
            </a:lvl4pPr>
            <a:lvl5pPr>
              <a:defRPr sz="2400"/>
            </a:lvl5pPr>
          </a:lstStyle>
          <a:p>
            <a:pPr lvl="0"/>
            <a:r>
              <a:rPr lang="en-US" dirty="0"/>
              <a:t>Section XX</a:t>
            </a:r>
            <a:endParaRPr lang="en-GB" dirty="0"/>
          </a:p>
        </p:txBody>
      </p:sp>
      <p:sp>
        <p:nvSpPr>
          <p:cNvPr id="3" name="TextBox 2">
            <a:extLst>
              <a:ext uri="{FF2B5EF4-FFF2-40B4-BE49-F238E27FC236}">
                <a16:creationId xmlns:a16="http://schemas.microsoft.com/office/drawing/2014/main" id="{30F88A7D-E20D-9C04-1C87-655FE2CB09FD}"/>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spTree>
    <p:extLst>
      <p:ext uri="{BB962C8B-B14F-4D97-AF65-F5344CB8AC3E}">
        <p14:creationId xmlns:p14="http://schemas.microsoft.com/office/powerpoint/2010/main" val="263230363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C47A1A32-9B66-B905-F948-4DE7A7AAA25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6BB42F8-260B-C2A0-C544-9462945F47FD}"/>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5C2021A9-5D3A-1D7B-BB26-EE053C89D1DC}"/>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260000"/>
            <a:ext cx="115812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692000"/>
            <a:ext cx="11581200" cy="3969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Tree>
    <p:extLst>
      <p:ext uri="{BB962C8B-B14F-4D97-AF65-F5344CB8AC3E}">
        <p14:creationId xmlns:p14="http://schemas.microsoft.com/office/powerpoint/2010/main" val="320344218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ternative conte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C47A1A32-9B66-B905-F948-4DE7A7AAA25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6BB42F8-260B-C2A0-C544-9462945F47FD}"/>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5C2021A9-5D3A-1D7B-BB26-EE053C89D1DC}"/>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260000"/>
            <a:ext cx="115812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691999"/>
            <a:ext cx="11581200" cy="205836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8" name="Picture Placeholder 7">
            <a:extLst>
              <a:ext uri="{FF2B5EF4-FFF2-40B4-BE49-F238E27FC236}">
                <a16:creationId xmlns:a16="http://schemas.microsoft.com/office/drawing/2014/main" id="{88B080B3-7B7C-93B4-F84D-78B5211F63C3}"/>
              </a:ext>
            </a:extLst>
          </p:cNvPr>
          <p:cNvSpPr>
            <a:spLocks noGrp="1"/>
          </p:cNvSpPr>
          <p:nvPr>
            <p:ph type="pic" sz="quarter" idx="16"/>
          </p:nvPr>
        </p:nvSpPr>
        <p:spPr>
          <a:xfrm>
            <a:off x="0" y="3930364"/>
            <a:ext cx="12193200" cy="2019587"/>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6" name="Freeform 15">
            <a:extLst>
              <a:ext uri="{FF2B5EF4-FFF2-40B4-BE49-F238E27FC236}">
                <a16:creationId xmlns:a16="http://schemas.microsoft.com/office/drawing/2014/main" id="{29C4CBDD-B2F4-6DA2-44F3-F538A967B265}"/>
              </a:ext>
            </a:extLst>
          </p:cNvPr>
          <p:cNvSpPr/>
          <p:nvPr userDrawn="1"/>
        </p:nvSpPr>
        <p:spPr>
          <a:xfrm>
            <a:off x="7999036" y="3930364"/>
            <a:ext cx="3019540" cy="2019586"/>
          </a:xfrm>
          <a:custGeom>
            <a:avLst/>
            <a:gdLst>
              <a:gd name="connsiteX0" fmla="*/ 742160 w 3019540"/>
              <a:gd name="connsiteY0" fmla="*/ 0 h 2019586"/>
              <a:gd name="connsiteX1" fmla="*/ 3019540 w 3019540"/>
              <a:gd name="connsiteY1" fmla="*/ 0 h 2019586"/>
              <a:gd name="connsiteX2" fmla="*/ 2277379 w 3019540"/>
              <a:gd name="connsiteY2" fmla="*/ 2019586 h 2019586"/>
              <a:gd name="connsiteX3" fmla="*/ 0 w 3019540"/>
              <a:gd name="connsiteY3" fmla="*/ 2019586 h 2019586"/>
            </a:gdLst>
            <a:ahLst/>
            <a:cxnLst>
              <a:cxn ang="0">
                <a:pos x="connsiteX0" y="connsiteY0"/>
              </a:cxn>
              <a:cxn ang="0">
                <a:pos x="connsiteX1" y="connsiteY1"/>
              </a:cxn>
              <a:cxn ang="0">
                <a:pos x="connsiteX2" y="connsiteY2"/>
              </a:cxn>
              <a:cxn ang="0">
                <a:pos x="connsiteX3" y="connsiteY3"/>
              </a:cxn>
            </a:cxnLst>
            <a:rect l="l" t="t" r="r" b="b"/>
            <a:pathLst>
              <a:path w="3019540" h="2019586">
                <a:moveTo>
                  <a:pt x="742160" y="0"/>
                </a:moveTo>
                <a:lnTo>
                  <a:pt x="3019540" y="0"/>
                </a:lnTo>
                <a:lnTo>
                  <a:pt x="2277379" y="2019586"/>
                </a:lnTo>
                <a:lnTo>
                  <a:pt x="0" y="2019586"/>
                </a:lnTo>
                <a:close/>
              </a:path>
            </a:pathLst>
          </a:custGeom>
          <a:solidFill>
            <a:schemeClr val="bg1">
              <a:alpha val="245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82416022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ternative conte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C47A1A32-9B66-B905-F948-4DE7A7AAA25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6BB42F8-260B-C2A0-C544-9462945F47FD}"/>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5C2021A9-5D3A-1D7B-BB26-EE053C89D1DC}"/>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3616210"/>
            <a:ext cx="115812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4035136"/>
            <a:ext cx="11581200" cy="1683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8" name="Picture Placeholder 7">
            <a:extLst>
              <a:ext uri="{FF2B5EF4-FFF2-40B4-BE49-F238E27FC236}">
                <a16:creationId xmlns:a16="http://schemas.microsoft.com/office/drawing/2014/main" id="{88B080B3-7B7C-93B4-F84D-78B5211F63C3}"/>
              </a:ext>
            </a:extLst>
          </p:cNvPr>
          <p:cNvSpPr>
            <a:spLocks noGrp="1"/>
          </p:cNvSpPr>
          <p:nvPr>
            <p:ph type="pic" sz="quarter" idx="16"/>
          </p:nvPr>
        </p:nvSpPr>
        <p:spPr>
          <a:xfrm>
            <a:off x="0" y="1258888"/>
            <a:ext cx="12193200" cy="2165701"/>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35396138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lternative content layout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13211F2-5B55-5E50-F363-A425A297920F}"/>
              </a:ext>
            </a:extLst>
          </p:cNvPr>
          <p:cNvSpPr/>
          <p:nvPr userDrawn="1"/>
        </p:nvSpPr>
        <p:spPr>
          <a:xfrm>
            <a:off x="0" y="1260000"/>
            <a:ext cx="12192000" cy="2169000"/>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C47A1A32-9B66-B905-F948-4DE7A7AAA25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6BB42F8-260B-C2A0-C544-9462945F47FD}"/>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5C2021A9-5D3A-1D7B-BB26-EE053C89D1DC}"/>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428355"/>
            <a:ext cx="115812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860355"/>
            <a:ext cx="11581200" cy="137052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05999" y="3618000"/>
            <a:ext cx="115812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06000" y="4035600"/>
            <a:ext cx="11581200" cy="1683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238079256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lternative content layout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13211F2-5B55-5E50-F363-A425A297920F}"/>
              </a:ext>
            </a:extLst>
          </p:cNvPr>
          <p:cNvSpPr/>
          <p:nvPr userDrawn="1"/>
        </p:nvSpPr>
        <p:spPr>
          <a:xfrm>
            <a:off x="0" y="3429000"/>
            <a:ext cx="12192000" cy="2526512"/>
          </a:xfrm>
          <a:prstGeom prst="rect">
            <a:avLst/>
          </a:prstGeom>
          <a:solidFill>
            <a:srgbClr val="F4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dirty="0"/>
          </a:p>
        </p:txBody>
      </p:sp>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C47A1A32-9B66-B905-F948-4DE7A7AAA25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6BB42F8-260B-C2A0-C544-9462945F47FD}"/>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5C2021A9-5D3A-1D7B-BB26-EE053C89D1DC}"/>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260000"/>
            <a:ext cx="115812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692000"/>
            <a:ext cx="11581200" cy="156864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05999" y="3618000"/>
            <a:ext cx="115812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06000" y="4035600"/>
            <a:ext cx="11581200" cy="1683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334250900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C47A1A32-9B66-B905-F948-4DE7A7AAA25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6BB42F8-260B-C2A0-C544-9462945F47FD}"/>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5C2021A9-5D3A-1D7B-BB26-EE053C89D1DC}"/>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692000"/>
            <a:ext cx="5648400" cy="3969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6243563"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6243563" y="1692000"/>
            <a:ext cx="5648400" cy="3969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34371680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s with 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2158888"/>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2592000"/>
            <a:ext cx="5648400" cy="30915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6243562" y="21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6243563" y="2592000"/>
            <a:ext cx="5648400" cy="30915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16" name="Text Placeholder 15">
            <a:extLst>
              <a:ext uri="{FF2B5EF4-FFF2-40B4-BE49-F238E27FC236}">
                <a16:creationId xmlns:a16="http://schemas.microsoft.com/office/drawing/2014/main" id="{37F87247-C211-9AF7-A6A0-806395C2060A}"/>
              </a:ext>
            </a:extLst>
          </p:cNvPr>
          <p:cNvSpPr>
            <a:spLocks noGrp="1"/>
          </p:cNvSpPr>
          <p:nvPr>
            <p:ph type="body" sz="quarter" idx="21" hasCustomPrompt="1"/>
          </p:nvPr>
        </p:nvSpPr>
        <p:spPr>
          <a:xfrm>
            <a:off x="305999" y="1258888"/>
            <a:ext cx="115812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Tree>
    <p:extLst>
      <p:ext uri="{BB962C8B-B14F-4D97-AF65-F5344CB8AC3E}">
        <p14:creationId xmlns:p14="http://schemas.microsoft.com/office/powerpoint/2010/main" val="82309636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s - banner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C47A1A32-9B66-B905-F948-4DE7A7AAA25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6BB42F8-260B-C2A0-C544-9462945F47FD}"/>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5C2021A9-5D3A-1D7B-BB26-EE053C89D1DC}"/>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270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3132000"/>
            <a:ext cx="5648400" cy="281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6243562" y="270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6243563" y="3132000"/>
            <a:ext cx="5648400" cy="281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Picture Placeholder 11">
            <a:extLst>
              <a:ext uri="{FF2B5EF4-FFF2-40B4-BE49-F238E27FC236}">
                <a16:creationId xmlns:a16="http://schemas.microsoft.com/office/drawing/2014/main" id="{3C8821C5-A6FB-D49F-DDED-113327453D83}"/>
              </a:ext>
            </a:extLst>
          </p:cNvPr>
          <p:cNvSpPr>
            <a:spLocks noGrp="1"/>
          </p:cNvSpPr>
          <p:nvPr>
            <p:ph type="pic" sz="quarter" idx="18"/>
          </p:nvPr>
        </p:nvSpPr>
        <p:spPr>
          <a:xfrm>
            <a:off x="305999" y="1263305"/>
            <a:ext cx="5648400" cy="1242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4" name="Picture Placeholder 11">
            <a:extLst>
              <a:ext uri="{FF2B5EF4-FFF2-40B4-BE49-F238E27FC236}">
                <a16:creationId xmlns:a16="http://schemas.microsoft.com/office/drawing/2014/main" id="{1137409A-77D2-E7C9-7EDA-FC9F06F8DB9E}"/>
              </a:ext>
            </a:extLst>
          </p:cNvPr>
          <p:cNvSpPr>
            <a:spLocks noGrp="1"/>
          </p:cNvSpPr>
          <p:nvPr>
            <p:ph type="pic" sz="quarter" idx="19"/>
          </p:nvPr>
        </p:nvSpPr>
        <p:spPr>
          <a:xfrm>
            <a:off x="6237601" y="1263305"/>
            <a:ext cx="5648400" cy="1242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324459045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s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333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3762000"/>
            <a:ext cx="3668400" cy="179467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264781" y="333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264782" y="3762000"/>
            <a:ext cx="3668400" cy="179467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223563" y="333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223564" y="3762000"/>
            <a:ext cx="3668400" cy="179467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5" name="Picture Placeholder 14">
            <a:extLst>
              <a:ext uri="{FF2B5EF4-FFF2-40B4-BE49-F238E27FC236}">
                <a16:creationId xmlns:a16="http://schemas.microsoft.com/office/drawing/2014/main" id="{B4DCCE1F-07CA-AB40-F546-DC01E18A40D4}"/>
              </a:ext>
            </a:extLst>
          </p:cNvPr>
          <p:cNvSpPr>
            <a:spLocks noGrp="1"/>
          </p:cNvSpPr>
          <p:nvPr>
            <p:ph type="pic" sz="quarter" idx="23"/>
          </p:nvPr>
        </p:nvSpPr>
        <p:spPr>
          <a:xfrm>
            <a:off x="305999" y="1258888"/>
            <a:ext cx="3668400" cy="1881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7" name="Picture Placeholder 14">
            <a:extLst>
              <a:ext uri="{FF2B5EF4-FFF2-40B4-BE49-F238E27FC236}">
                <a16:creationId xmlns:a16="http://schemas.microsoft.com/office/drawing/2014/main" id="{12ADB6C8-AFC8-960F-E3B0-DC264E1965A1}"/>
              </a:ext>
            </a:extLst>
          </p:cNvPr>
          <p:cNvSpPr>
            <a:spLocks noGrp="1"/>
          </p:cNvSpPr>
          <p:nvPr>
            <p:ph type="pic" sz="quarter" idx="24"/>
          </p:nvPr>
        </p:nvSpPr>
        <p:spPr>
          <a:xfrm>
            <a:off x="4264781" y="1258888"/>
            <a:ext cx="3668400" cy="1881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8" name="Picture Placeholder 14">
            <a:extLst>
              <a:ext uri="{FF2B5EF4-FFF2-40B4-BE49-F238E27FC236}">
                <a16:creationId xmlns:a16="http://schemas.microsoft.com/office/drawing/2014/main" id="{6C1568C1-CB71-7803-639B-A505F707EFA1}"/>
              </a:ext>
            </a:extLst>
          </p:cNvPr>
          <p:cNvSpPr>
            <a:spLocks noGrp="1"/>
          </p:cNvSpPr>
          <p:nvPr>
            <p:ph type="pic" sz="quarter" idx="25"/>
          </p:nvPr>
        </p:nvSpPr>
        <p:spPr>
          <a:xfrm>
            <a:off x="8223563" y="1258888"/>
            <a:ext cx="3668400" cy="1881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23064514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s with 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21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2592000"/>
            <a:ext cx="366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264781" y="21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264782" y="2592000"/>
            <a:ext cx="366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223563" y="21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223564" y="2592000"/>
            <a:ext cx="366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15">
            <a:extLst>
              <a:ext uri="{FF2B5EF4-FFF2-40B4-BE49-F238E27FC236}">
                <a16:creationId xmlns:a16="http://schemas.microsoft.com/office/drawing/2014/main" id="{C37BD24B-0050-8906-E9F3-CBBB1D82894E}"/>
              </a:ext>
            </a:extLst>
          </p:cNvPr>
          <p:cNvSpPr>
            <a:spLocks noGrp="1"/>
          </p:cNvSpPr>
          <p:nvPr>
            <p:ph type="body" sz="quarter" idx="23" hasCustomPrompt="1"/>
          </p:nvPr>
        </p:nvSpPr>
        <p:spPr>
          <a:xfrm>
            <a:off x="305999" y="1258888"/>
            <a:ext cx="115812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Tree>
    <p:extLst>
      <p:ext uri="{BB962C8B-B14F-4D97-AF65-F5344CB8AC3E}">
        <p14:creationId xmlns:p14="http://schemas.microsoft.com/office/powerpoint/2010/main" val="57718173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s no 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2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692000"/>
            <a:ext cx="3668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264781" y="12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264782" y="1692000"/>
            <a:ext cx="3668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223563" y="12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223564" y="1692000"/>
            <a:ext cx="3668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165029375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lumns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3330141"/>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3762000"/>
            <a:ext cx="2678400" cy="218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275187" y="3330141"/>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275188" y="3762000"/>
            <a:ext cx="2678400" cy="218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6244375" y="3330141"/>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6244376" y="3762000"/>
            <a:ext cx="2678400" cy="218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5" name="Picture Placeholder 14">
            <a:extLst>
              <a:ext uri="{FF2B5EF4-FFF2-40B4-BE49-F238E27FC236}">
                <a16:creationId xmlns:a16="http://schemas.microsoft.com/office/drawing/2014/main" id="{B4DCCE1F-07CA-AB40-F546-DC01E18A40D4}"/>
              </a:ext>
            </a:extLst>
          </p:cNvPr>
          <p:cNvSpPr>
            <a:spLocks noGrp="1"/>
          </p:cNvSpPr>
          <p:nvPr>
            <p:ph type="pic" sz="quarter" idx="23"/>
          </p:nvPr>
        </p:nvSpPr>
        <p:spPr>
          <a:xfrm>
            <a:off x="305999" y="1258888"/>
            <a:ext cx="2678400" cy="1881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dirty="0"/>
          </a:p>
        </p:txBody>
      </p:sp>
      <p:sp>
        <p:nvSpPr>
          <p:cNvPr id="17" name="Picture Placeholder 14">
            <a:extLst>
              <a:ext uri="{FF2B5EF4-FFF2-40B4-BE49-F238E27FC236}">
                <a16:creationId xmlns:a16="http://schemas.microsoft.com/office/drawing/2014/main" id="{12ADB6C8-AFC8-960F-E3B0-DC264E1965A1}"/>
              </a:ext>
            </a:extLst>
          </p:cNvPr>
          <p:cNvSpPr>
            <a:spLocks noGrp="1"/>
          </p:cNvSpPr>
          <p:nvPr>
            <p:ph type="pic" sz="quarter" idx="24"/>
          </p:nvPr>
        </p:nvSpPr>
        <p:spPr>
          <a:xfrm>
            <a:off x="3275187" y="1258888"/>
            <a:ext cx="2678400" cy="1881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8" name="Picture Placeholder 14">
            <a:extLst>
              <a:ext uri="{FF2B5EF4-FFF2-40B4-BE49-F238E27FC236}">
                <a16:creationId xmlns:a16="http://schemas.microsoft.com/office/drawing/2014/main" id="{6C1568C1-CB71-7803-639B-A505F707EFA1}"/>
              </a:ext>
            </a:extLst>
          </p:cNvPr>
          <p:cNvSpPr>
            <a:spLocks noGrp="1"/>
          </p:cNvSpPr>
          <p:nvPr>
            <p:ph type="pic" sz="quarter" idx="25"/>
          </p:nvPr>
        </p:nvSpPr>
        <p:spPr>
          <a:xfrm>
            <a:off x="6244375" y="1258888"/>
            <a:ext cx="2678400" cy="1881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5" name="Text Placeholder 8">
            <a:extLst>
              <a:ext uri="{FF2B5EF4-FFF2-40B4-BE49-F238E27FC236}">
                <a16:creationId xmlns:a16="http://schemas.microsoft.com/office/drawing/2014/main" id="{97754957-74D7-D0D5-848B-39C3E526E658}"/>
              </a:ext>
            </a:extLst>
          </p:cNvPr>
          <p:cNvSpPr>
            <a:spLocks noGrp="1"/>
          </p:cNvSpPr>
          <p:nvPr>
            <p:ph type="body" sz="quarter" idx="26" hasCustomPrompt="1"/>
          </p:nvPr>
        </p:nvSpPr>
        <p:spPr>
          <a:xfrm>
            <a:off x="9213562" y="3330141"/>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Content Placeholder 10">
            <a:extLst>
              <a:ext uri="{FF2B5EF4-FFF2-40B4-BE49-F238E27FC236}">
                <a16:creationId xmlns:a16="http://schemas.microsoft.com/office/drawing/2014/main" id="{AE165B66-0E91-F9C6-89CF-10EFF86FB3F5}"/>
              </a:ext>
            </a:extLst>
          </p:cNvPr>
          <p:cNvSpPr>
            <a:spLocks noGrp="1"/>
          </p:cNvSpPr>
          <p:nvPr>
            <p:ph sz="quarter" idx="27"/>
          </p:nvPr>
        </p:nvSpPr>
        <p:spPr>
          <a:xfrm>
            <a:off x="9213563" y="3762000"/>
            <a:ext cx="2678400" cy="218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6" name="Picture Placeholder 14">
            <a:extLst>
              <a:ext uri="{FF2B5EF4-FFF2-40B4-BE49-F238E27FC236}">
                <a16:creationId xmlns:a16="http://schemas.microsoft.com/office/drawing/2014/main" id="{A4852636-0F70-E002-0651-FFDDB11BF955}"/>
              </a:ext>
            </a:extLst>
          </p:cNvPr>
          <p:cNvSpPr>
            <a:spLocks noGrp="1"/>
          </p:cNvSpPr>
          <p:nvPr>
            <p:ph type="pic" sz="quarter" idx="28"/>
          </p:nvPr>
        </p:nvSpPr>
        <p:spPr>
          <a:xfrm>
            <a:off x="9213562" y="1258888"/>
            <a:ext cx="2678400" cy="1881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3440006690"/>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ur columns with banner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275187"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275188"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6244375"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6244376"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5" name="Picture Placeholder 14">
            <a:extLst>
              <a:ext uri="{FF2B5EF4-FFF2-40B4-BE49-F238E27FC236}">
                <a16:creationId xmlns:a16="http://schemas.microsoft.com/office/drawing/2014/main" id="{B4DCCE1F-07CA-AB40-F546-DC01E18A40D4}"/>
              </a:ext>
            </a:extLst>
          </p:cNvPr>
          <p:cNvSpPr>
            <a:spLocks noGrp="1"/>
          </p:cNvSpPr>
          <p:nvPr>
            <p:ph type="pic" sz="quarter" idx="23"/>
          </p:nvPr>
        </p:nvSpPr>
        <p:spPr>
          <a:xfrm>
            <a:off x="305999" y="1260000"/>
            <a:ext cx="2678400" cy="72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dirty="0"/>
          </a:p>
        </p:txBody>
      </p:sp>
      <p:sp>
        <p:nvSpPr>
          <p:cNvPr id="17" name="Picture Placeholder 14">
            <a:extLst>
              <a:ext uri="{FF2B5EF4-FFF2-40B4-BE49-F238E27FC236}">
                <a16:creationId xmlns:a16="http://schemas.microsoft.com/office/drawing/2014/main" id="{12ADB6C8-AFC8-960F-E3B0-DC264E1965A1}"/>
              </a:ext>
            </a:extLst>
          </p:cNvPr>
          <p:cNvSpPr>
            <a:spLocks noGrp="1"/>
          </p:cNvSpPr>
          <p:nvPr>
            <p:ph type="pic" sz="quarter" idx="24"/>
          </p:nvPr>
        </p:nvSpPr>
        <p:spPr>
          <a:xfrm>
            <a:off x="3275187" y="1260000"/>
            <a:ext cx="2678400" cy="72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8" name="Picture Placeholder 14">
            <a:extLst>
              <a:ext uri="{FF2B5EF4-FFF2-40B4-BE49-F238E27FC236}">
                <a16:creationId xmlns:a16="http://schemas.microsoft.com/office/drawing/2014/main" id="{6C1568C1-CB71-7803-639B-A505F707EFA1}"/>
              </a:ext>
            </a:extLst>
          </p:cNvPr>
          <p:cNvSpPr>
            <a:spLocks noGrp="1"/>
          </p:cNvSpPr>
          <p:nvPr>
            <p:ph type="pic" sz="quarter" idx="25"/>
          </p:nvPr>
        </p:nvSpPr>
        <p:spPr>
          <a:xfrm>
            <a:off x="6244375" y="1260000"/>
            <a:ext cx="2678400" cy="72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5" name="Text Placeholder 8">
            <a:extLst>
              <a:ext uri="{FF2B5EF4-FFF2-40B4-BE49-F238E27FC236}">
                <a16:creationId xmlns:a16="http://schemas.microsoft.com/office/drawing/2014/main" id="{97754957-74D7-D0D5-848B-39C3E526E658}"/>
              </a:ext>
            </a:extLst>
          </p:cNvPr>
          <p:cNvSpPr>
            <a:spLocks noGrp="1"/>
          </p:cNvSpPr>
          <p:nvPr>
            <p:ph type="body" sz="quarter" idx="26" hasCustomPrompt="1"/>
          </p:nvPr>
        </p:nvSpPr>
        <p:spPr>
          <a:xfrm>
            <a:off x="9213562"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Content Placeholder 10">
            <a:extLst>
              <a:ext uri="{FF2B5EF4-FFF2-40B4-BE49-F238E27FC236}">
                <a16:creationId xmlns:a16="http://schemas.microsoft.com/office/drawing/2014/main" id="{AE165B66-0E91-F9C6-89CF-10EFF86FB3F5}"/>
              </a:ext>
            </a:extLst>
          </p:cNvPr>
          <p:cNvSpPr>
            <a:spLocks noGrp="1"/>
          </p:cNvSpPr>
          <p:nvPr>
            <p:ph sz="quarter" idx="27"/>
          </p:nvPr>
        </p:nvSpPr>
        <p:spPr>
          <a:xfrm>
            <a:off x="9213563"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6" name="Picture Placeholder 14">
            <a:extLst>
              <a:ext uri="{FF2B5EF4-FFF2-40B4-BE49-F238E27FC236}">
                <a16:creationId xmlns:a16="http://schemas.microsoft.com/office/drawing/2014/main" id="{A4852636-0F70-E002-0651-FFDDB11BF955}"/>
              </a:ext>
            </a:extLst>
          </p:cNvPr>
          <p:cNvSpPr>
            <a:spLocks noGrp="1"/>
          </p:cNvSpPr>
          <p:nvPr>
            <p:ph type="pic" sz="quarter" idx="28"/>
          </p:nvPr>
        </p:nvSpPr>
        <p:spPr>
          <a:xfrm>
            <a:off x="9213562" y="1260000"/>
            <a:ext cx="2678400" cy="72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291301974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lumns with 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275187"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275188"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6244375"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6244376"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8">
            <a:extLst>
              <a:ext uri="{FF2B5EF4-FFF2-40B4-BE49-F238E27FC236}">
                <a16:creationId xmlns:a16="http://schemas.microsoft.com/office/drawing/2014/main" id="{97754957-74D7-D0D5-848B-39C3E526E658}"/>
              </a:ext>
            </a:extLst>
          </p:cNvPr>
          <p:cNvSpPr>
            <a:spLocks noGrp="1"/>
          </p:cNvSpPr>
          <p:nvPr>
            <p:ph type="body" sz="quarter" idx="26" hasCustomPrompt="1"/>
          </p:nvPr>
        </p:nvSpPr>
        <p:spPr>
          <a:xfrm>
            <a:off x="9213562" y="21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Content Placeholder 10">
            <a:extLst>
              <a:ext uri="{FF2B5EF4-FFF2-40B4-BE49-F238E27FC236}">
                <a16:creationId xmlns:a16="http://schemas.microsoft.com/office/drawing/2014/main" id="{AE165B66-0E91-F9C6-89CF-10EFF86FB3F5}"/>
              </a:ext>
            </a:extLst>
          </p:cNvPr>
          <p:cNvSpPr>
            <a:spLocks noGrp="1"/>
          </p:cNvSpPr>
          <p:nvPr>
            <p:ph sz="quarter" idx="27"/>
          </p:nvPr>
        </p:nvSpPr>
        <p:spPr>
          <a:xfrm>
            <a:off x="9213563" y="2592000"/>
            <a:ext cx="26784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9" name="Text Placeholder 15">
            <a:extLst>
              <a:ext uri="{FF2B5EF4-FFF2-40B4-BE49-F238E27FC236}">
                <a16:creationId xmlns:a16="http://schemas.microsoft.com/office/drawing/2014/main" id="{54804556-2CA6-A3C1-67A1-CB3B7D4C84B0}"/>
              </a:ext>
            </a:extLst>
          </p:cNvPr>
          <p:cNvSpPr>
            <a:spLocks noGrp="1"/>
          </p:cNvSpPr>
          <p:nvPr>
            <p:ph type="body" sz="quarter" idx="23" hasCustomPrompt="1"/>
          </p:nvPr>
        </p:nvSpPr>
        <p:spPr>
          <a:xfrm>
            <a:off x="305999" y="1260000"/>
            <a:ext cx="115812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Tree>
    <p:extLst>
      <p:ext uri="{BB962C8B-B14F-4D97-AF65-F5344CB8AC3E}">
        <p14:creationId xmlns:p14="http://schemas.microsoft.com/office/powerpoint/2010/main" val="291998423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lumns no 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2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692000"/>
            <a:ext cx="2678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275187" y="12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275188" y="1692000"/>
            <a:ext cx="2678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6244375" y="12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6244376" y="1692000"/>
            <a:ext cx="2678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8">
            <a:extLst>
              <a:ext uri="{FF2B5EF4-FFF2-40B4-BE49-F238E27FC236}">
                <a16:creationId xmlns:a16="http://schemas.microsoft.com/office/drawing/2014/main" id="{97754957-74D7-D0D5-848B-39C3E526E658}"/>
              </a:ext>
            </a:extLst>
          </p:cNvPr>
          <p:cNvSpPr>
            <a:spLocks noGrp="1"/>
          </p:cNvSpPr>
          <p:nvPr>
            <p:ph type="body" sz="quarter" idx="26" hasCustomPrompt="1"/>
          </p:nvPr>
        </p:nvSpPr>
        <p:spPr>
          <a:xfrm>
            <a:off x="9213562" y="1260000"/>
            <a:ext cx="267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Content Placeholder 10">
            <a:extLst>
              <a:ext uri="{FF2B5EF4-FFF2-40B4-BE49-F238E27FC236}">
                <a16:creationId xmlns:a16="http://schemas.microsoft.com/office/drawing/2014/main" id="{AE165B66-0E91-F9C6-89CF-10EFF86FB3F5}"/>
              </a:ext>
            </a:extLst>
          </p:cNvPr>
          <p:cNvSpPr>
            <a:spLocks noGrp="1"/>
          </p:cNvSpPr>
          <p:nvPr>
            <p:ph sz="quarter" idx="27"/>
          </p:nvPr>
        </p:nvSpPr>
        <p:spPr>
          <a:xfrm>
            <a:off x="9213563" y="1692000"/>
            <a:ext cx="2678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346611271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991F-3718-8448-0675-092878A5CA7A}"/>
              </a:ext>
            </a:extLst>
          </p:cNvPr>
          <p:cNvSpPr>
            <a:spLocks noGrp="1"/>
          </p:cNvSpPr>
          <p:nvPr>
            <p:ph type="title" hasCustomPrompt="1"/>
          </p:nvPr>
        </p:nvSpPr>
        <p:spPr>
          <a:xfrm>
            <a:off x="306000" y="306000"/>
            <a:ext cx="11584794"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5ADBAFB1-EC08-DFF0-0E3C-E581CEA34D9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37809E4-8B49-BFC9-B2E3-764C3CAE9A52}"/>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EA599B82-FC53-E52D-11E6-576CBA459189}"/>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F62F6C93-9039-61F9-A223-35A55C82FD38}"/>
              </a:ext>
            </a:extLst>
          </p:cNvPr>
          <p:cNvSpPr>
            <a:spLocks noGrp="1"/>
          </p:cNvSpPr>
          <p:nvPr>
            <p:ph type="body" sz="quarter" idx="13" hasCustomPrompt="1"/>
          </p:nvPr>
        </p:nvSpPr>
        <p:spPr>
          <a:xfrm>
            <a:off x="306000" y="673200"/>
            <a:ext cx="115848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15">
            <a:extLst>
              <a:ext uri="{FF2B5EF4-FFF2-40B4-BE49-F238E27FC236}">
                <a16:creationId xmlns:a16="http://schemas.microsoft.com/office/drawing/2014/main" id="{E4CF0ECA-EE5C-4248-6024-E2419A195DD1}"/>
              </a:ext>
            </a:extLst>
          </p:cNvPr>
          <p:cNvSpPr>
            <a:spLocks noGrp="1"/>
          </p:cNvSpPr>
          <p:nvPr>
            <p:ph type="body" sz="quarter" idx="23" hasCustomPrompt="1"/>
          </p:nvPr>
        </p:nvSpPr>
        <p:spPr>
          <a:xfrm>
            <a:off x="305999" y="1260000"/>
            <a:ext cx="56484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
        <p:nvSpPr>
          <p:cNvPr id="8" name="Text Placeholder 8">
            <a:extLst>
              <a:ext uri="{FF2B5EF4-FFF2-40B4-BE49-F238E27FC236}">
                <a16:creationId xmlns:a16="http://schemas.microsoft.com/office/drawing/2014/main" id="{4EBE3D16-79BC-145D-104A-8871C7542EF4}"/>
              </a:ext>
            </a:extLst>
          </p:cNvPr>
          <p:cNvSpPr>
            <a:spLocks noGrp="1"/>
          </p:cNvSpPr>
          <p:nvPr>
            <p:ph type="body" sz="quarter" idx="14" hasCustomPrompt="1"/>
          </p:nvPr>
        </p:nvSpPr>
        <p:spPr>
          <a:xfrm>
            <a:off x="305998" y="2160000"/>
            <a:ext cx="5648399" cy="334800"/>
          </a:xfrm>
        </p:spPr>
        <p:txBody>
          <a:bodyPr/>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9" name="Content Placeholder 10">
            <a:extLst>
              <a:ext uri="{FF2B5EF4-FFF2-40B4-BE49-F238E27FC236}">
                <a16:creationId xmlns:a16="http://schemas.microsoft.com/office/drawing/2014/main" id="{635868A0-C8FD-A3D7-C412-F83A19CD08B3}"/>
              </a:ext>
            </a:extLst>
          </p:cNvPr>
          <p:cNvSpPr>
            <a:spLocks noGrp="1"/>
          </p:cNvSpPr>
          <p:nvPr>
            <p:ph sz="quarter" idx="15"/>
          </p:nvPr>
        </p:nvSpPr>
        <p:spPr>
          <a:xfrm>
            <a:off x="305999" y="2592000"/>
            <a:ext cx="5648399"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1" name="Picture Placeholder 10">
            <a:extLst>
              <a:ext uri="{FF2B5EF4-FFF2-40B4-BE49-F238E27FC236}">
                <a16:creationId xmlns:a16="http://schemas.microsoft.com/office/drawing/2014/main" id="{AF889219-A9F0-B3B8-3D29-8F315E414812}"/>
              </a:ext>
            </a:extLst>
          </p:cNvPr>
          <p:cNvSpPr>
            <a:spLocks noGrp="1"/>
          </p:cNvSpPr>
          <p:nvPr>
            <p:ph type="pic" sz="quarter" idx="24"/>
          </p:nvPr>
        </p:nvSpPr>
        <p:spPr>
          <a:xfrm>
            <a:off x="6242400" y="1260000"/>
            <a:ext cx="5648400" cy="468995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352903835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facts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991F-3718-8448-0675-092878A5CA7A}"/>
              </a:ext>
            </a:extLst>
          </p:cNvPr>
          <p:cNvSpPr>
            <a:spLocks noGrp="1"/>
          </p:cNvSpPr>
          <p:nvPr>
            <p:ph type="title" hasCustomPrompt="1"/>
          </p:nvPr>
        </p:nvSpPr>
        <p:spPr>
          <a:xfrm>
            <a:off x="306000" y="306000"/>
            <a:ext cx="5648397"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5ADBAFB1-EC08-DFF0-0E3C-E581CEA34D9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37809E4-8B49-BFC9-B2E3-764C3CAE9A52}"/>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EA599B82-FC53-E52D-11E6-576CBA459189}"/>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F62F6C93-9039-61F9-A223-35A55C82FD38}"/>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15">
            <a:extLst>
              <a:ext uri="{FF2B5EF4-FFF2-40B4-BE49-F238E27FC236}">
                <a16:creationId xmlns:a16="http://schemas.microsoft.com/office/drawing/2014/main" id="{E4CF0ECA-EE5C-4248-6024-E2419A195DD1}"/>
              </a:ext>
            </a:extLst>
          </p:cNvPr>
          <p:cNvSpPr>
            <a:spLocks noGrp="1"/>
          </p:cNvSpPr>
          <p:nvPr>
            <p:ph type="body" sz="quarter" idx="23" hasCustomPrompt="1"/>
          </p:nvPr>
        </p:nvSpPr>
        <p:spPr>
          <a:xfrm>
            <a:off x="305999" y="1260000"/>
            <a:ext cx="56484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
        <p:nvSpPr>
          <p:cNvPr id="8" name="Text Placeholder 8">
            <a:extLst>
              <a:ext uri="{FF2B5EF4-FFF2-40B4-BE49-F238E27FC236}">
                <a16:creationId xmlns:a16="http://schemas.microsoft.com/office/drawing/2014/main" id="{4EBE3D16-79BC-145D-104A-8871C7542EF4}"/>
              </a:ext>
            </a:extLst>
          </p:cNvPr>
          <p:cNvSpPr>
            <a:spLocks noGrp="1"/>
          </p:cNvSpPr>
          <p:nvPr>
            <p:ph type="body" sz="quarter" idx="14" hasCustomPrompt="1"/>
          </p:nvPr>
        </p:nvSpPr>
        <p:spPr>
          <a:xfrm>
            <a:off x="305998" y="2160000"/>
            <a:ext cx="5648399"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Picture Placeholder 10">
            <a:extLst>
              <a:ext uri="{FF2B5EF4-FFF2-40B4-BE49-F238E27FC236}">
                <a16:creationId xmlns:a16="http://schemas.microsoft.com/office/drawing/2014/main" id="{AF889219-A9F0-B3B8-3D29-8F315E414812}"/>
              </a:ext>
            </a:extLst>
          </p:cNvPr>
          <p:cNvSpPr>
            <a:spLocks noGrp="1"/>
          </p:cNvSpPr>
          <p:nvPr>
            <p:ph type="pic" sz="quarter" idx="24"/>
          </p:nvPr>
        </p:nvSpPr>
        <p:spPr>
          <a:xfrm>
            <a:off x="6242400" y="304800"/>
            <a:ext cx="5648400" cy="564515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2" name="Text Placeholder 11">
            <a:extLst>
              <a:ext uri="{FF2B5EF4-FFF2-40B4-BE49-F238E27FC236}">
                <a16:creationId xmlns:a16="http://schemas.microsoft.com/office/drawing/2014/main" id="{E2439DE8-BAC6-1132-9C68-89C2D648A13A}"/>
              </a:ext>
            </a:extLst>
          </p:cNvPr>
          <p:cNvSpPr>
            <a:spLocks noGrp="1"/>
          </p:cNvSpPr>
          <p:nvPr>
            <p:ph type="body" sz="quarter" idx="25" hasCustomPrompt="1"/>
          </p:nvPr>
        </p:nvSpPr>
        <p:spPr>
          <a:xfrm>
            <a:off x="306000" y="2592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14" name="Text Placeholder 13">
            <a:extLst>
              <a:ext uri="{FF2B5EF4-FFF2-40B4-BE49-F238E27FC236}">
                <a16:creationId xmlns:a16="http://schemas.microsoft.com/office/drawing/2014/main" id="{B883744B-F36D-8700-9654-01B67F49DCB9}"/>
              </a:ext>
            </a:extLst>
          </p:cNvPr>
          <p:cNvSpPr>
            <a:spLocks noGrp="1"/>
          </p:cNvSpPr>
          <p:nvPr>
            <p:ph type="body" sz="quarter" idx="26"/>
          </p:nvPr>
        </p:nvSpPr>
        <p:spPr>
          <a:xfrm>
            <a:off x="306000" y="3294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
        <p:nvSpPr>
          <p:cNvPr id="16" name="Text Placeholder 11">
            <a:extLst>
              <a:ext uri="{FF2B5EF4-FFF2-40B4-BE49-F238E27FC236}">
                <a16:creationId xmlns:a16="http://schemas.microsoft.com/office/drawing/2014/main" id="{51514F61-BD65-F287-0158-FE1E635CA310}"/>
              </a:ext>
            </a:extLst>
          </p:cNvPr>
          <p:cNvSpPr>
            <a:spLocks noGrp="1"/>
          </p:cNvSpPr>
          <p:nvPr>
            <p:ph type="body" sz="quarter" idx="27" hasCustomPrompt="1"/>
          </p:nvPr>
        </p:nvSpPr>
        <p:spPr>
          <a:xfrm>
            <a:off x="3272397" y="2592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17" name="Text Placeholder 13">
            <a:extLst>
              <a:ext uri="{FF2B5EF4-FFF2-40B4-BE49-F238E27FC236}">
                <a16:creationId xmlns:a16="http://schemas.microsoft.com/office/drawing/2014/main" id="{B9D29752-2CDB-6A63-C2F8-9A45E5BA0A9D}"/>
              </a:ext>
            </a:extLst>
          </p:cNvPr>
          <p:cNvSpPr>
            <a:spLocks noGrp="1"/>
          </p:cNvSpPr>
          <p:nvPr>
            <p:ph type="body" sz="quarter" idx="28"/>
          </p:nvPr>
        </p:nvSpPr>
        <p:spPr>
          <a:xfrm>
            <a:off x="3272397" y="3294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
        <p:nvSpPr>
          <p:cNvPr id="18" name="Text Placeholder 8">
            <a:extLst>
              <a:ext uri="{FF2B5EF4-FFF2-40B4-BE49-F238E27FC236}">
                <a16:creationId xmlns:a16="http://schemas.microsoft.com/office/drawing/2014/main" id="{E4A55E5F-94F9-02B6-D5BF-BB64FCC807DB}"/>
              </a:ext>
            </a:extLst>
          </p:cNvPr>
          <p:cNvSpPr>
            <a:spLocks noGrp="1"/>
          </p:cNvSpPr>
          <p:nvPr>
            <p:ph type="body" sz="quarter" idx="29" hasCustomPrompt="1"/>
          </p:nvPr>
        </p:nvSpPr>
        <p:spPr>
          <a:xfrm>
            <a:off x="305998" y="4068000"/>
            <a:ext cx="5648399"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9" name="Text Placeholder 11">
            <a:extLst>
              <a:ext uri="{FF2B5EF4-FFF2-40B4-BE49-F238E27FC236}">
                <a16:creationId xmlns:a16="http://schemas.microsoft.com/office/drawing/2014/main" id="{0BE7F8DB-0BE1-7B02-DE2F-3FD6C246656E}"/>
              </a:ext>
            </a:extLst>
          </p:cNvPr>
          <p:cNvSpPr>
            <a:spLocks noGrp="1"/>
          </p:cNvSpPr>
          <p:nvPr>
            <p:ph type="body" sz="quarter" idx="30" hasCustomPrompt="1"/>
          </p:nvPr>
        </p:nvSpPr>
        <p:spPr>
          <a:xfrm>
            <a:off x="306000" y="4500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20" name="Text Placeholder 13">
            <a:extLst>
              <a:ext uri="{FF2B5EF4-FFF2-40B4-BE49-F238E27FC236}">
                <a16:creationId xmlns:a16="http://schemas.microsoft.com/office/drawing/2014/main" id="{D19DCBF7-FA68-3F27-5043-B2A09AA01ED5}"/>
              </a:ext>
            </a:extLst>
          </p:cNvPr>
          <p:cNvSpPr>
            <a:spLocks noGrp="1"/>
          </p:cNvSpPr>
          <p:nvPr>
            <p:ph type="body" sz="quarter" idx="31"/>
          </p:nvPr>
        </p:nvSpPr>
        <p:spPr>
          <a:xfrm>
            <a:off x="306000" y="5202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
        <p:nvSpPr>
          <p:cNvPr id="21" name="Text Placeholder 11">
            <a:extLst>
              <a:ext uri="{FF2B5EF4-FFF2-40B4-BE49-F238E27FC236}">
                <a16:creationId xmlns:a16="http://schemas.microsoft.com/office/drawing/2014/main" id="{A0F35B88-6ACA-37E3-019C-B70CD5D6FF76}"/>
              </a:ext>
            </a:extLst>
          </p:cNvPr>
          <p:cNvSpPr>
            <a:spLocks noGrp="1"/>
          </p:cNvSpPr>
          <p:nvPr>
            <p:ph type="body" sz="quarter" idx="32" hasCustomPrompt="1"/>
          </p:nvPr>
        </p:nvSpPr>
        <p:spPr>
          <a:xfrm>
            <a:off x="3272397" y="4500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22" name="Text Placeholder 13">
            <a:extLst>
              <a:ext uri="{FF2B5EF4-FFF2-40B4-BE49-F238E27FC236}">
                <a16:creationId xmlns:a16="http://schemas.microsoft.com/office/drawing/2014/main" id="{F1908FB4-6C1F-E2A9-2C17-0800D5C45C5F}"/>
              </a:ext>
            </a:extLst>
          </p:cNvPr>
          <p:cNvSpPr>
            <a:spLocks noGrp="1"/>
          </p:cNvSpPr>
          <p:nvPr>
            <p:ph type="body" sz="quarter" idx="33"/>
          </p:nvPr>
        </p:nvSpPr>
        <p:spPr>
          <a:xfrm>
            <a:off x="3272397" y="5202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Tree>
    <p:extLst>
      <p:ext uri="{BB962C8B-B14F-4D97-AF65-F5344CB8AC3E}">
        <p14:creationId xmlns:p14="http://schemas.microsoft.com/office/powerpoint/2010/main" val="342458644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Key facts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991F-3718-8448-0675-092878A5CA7A}"/>
              </a:ext>
            </a:extLst>
          </p:cNvPr>
          <p:cNvSpPr>
            <a:spLocks noGrp="1"/>
          </p:cNvSpPr>
          <p:nvPr>
            <p:ph type="title" hasCustomPrompt="1"/>
          </p:nvPr>
        </p:nvSpPr>
        <p:spPr>
          <a:xfrm>
            <a:off x="306000" y="306000"/>
            <a:ext cx="5648397"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5ADBAFB1-EC08-DFF0-0E3C-E581CEA34D9B}"/>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037809E4-8B49-BFC9-B2E3-764C3CAE9A52}"/>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EA599B82-FC53-E52D-11E6-576CBA459189}"/>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F62F6C93-9039-61F9-A223-35A55C82FD38}"/>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15">
            <a:extLst>
              <a:ext uri="{FF2B5EF4-FFF2-40B4-BE49-F238E27FC236}">
                <a16:creationId xmlns:a16="http://schemas.microsoft.com/office/drawing/2014/main" id="{E4CF0ECA-EE5C-4248-6024-E2419A195DD1}"/>
              </a:ext>
            </a:extLst>
          </p:cNvPr>
          <p:cNvSpPr>
            <a:spLocks noGrp="1"/>
          </p:cNvSpPr>
          <p:nvPr>
            <p:ph type="body" sz="quarter" idx="23" hasCustomPrompt="1"/>
          </p:nvPr>
        </p:nvSpPr>
        <p:spPr>
          <a:xfrm>
            <a:off x="305999" y="1260000"/>
            <a:ext cx="56484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
        <p:nvSpPr>
          <p:cNvPr id="8" name="Text Placeholder 8">
            <a:extLst>
              <a:ext uri="{FF2B5EF4-FFF2-40B4-BE49-F238E27FC236}">
                <a16:creationId xmlns:a16="http://schemas.microsoft.com/office/drawing/2014/main" id="{4EBE3D16-79BC-145D-104A-8871C7542EF4}"/>
              </a:ext>
            </a:extLst>
          </p:cNvPr>
          <p:cNvSpPr>
            <a:spLocks noGrp="1"/>
          </p:cNvSpPr>
          <p:nvPr>
            <p:ph type="body" sz="quarter" idx="14" hasCustomPrompt="1"/>
          </p:nvPr>
        </p:nvSpPr>
        <p:spPr>
          <a:xfrm>
            <a:off x="305998" y="2160000"/>
            <a:ext cx="5648399"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2" name="Text Placeholder 11">
            <a:extLst>
              <a:ext uri="{FF2B5EF4-FFF2-40B4-BE49-F238E27FC236}">
                <a16:creationId xmlns:a16="http://schemas.microsoft.com/office/drawing/2014/main" id="{E2439DE8-BAC6-1132-9C68-89C2D648A13A}"/>
              </a:ext>
            </a:extLst>
          </p:cNvPr>
          <p:cNvSpPr>
            <a:spLocks noGrp="1"/>
          </p:cNvSpPr>
          <p:nvPr>
            <p:ph type="body" sz="quarter" idx="25" hasCustomPrompt="1"/>
          </p:nvPr>
        </p:nvSpPr>
        <p:spPr>
          <a:xfrm>
            <a:off x="306000" y="2592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14" name="Text Placeholder 13">
            <a:extLst>
              <a:ext uri="{FF2B5EF4-FFF2-40B4-BE49-F238E27FC236}">
                <a16:creationId xmlns:a16="http://schemas.microsoft.com/office/drawing/2014/main" id="{B883744B-F36D-8700-9654-01B67F49DCB9}"/>
              </a:ext>
            </a:extLst>
          </p:cNvPr>
          <p:cNvSpPr>
            <a:spLocks noGrp="1"/>
          </p:cNvSpPr>
          <p:nvPr>
            <p:ph type="body" sz="quarter" idx="26"/>
          </p:nvPr>
        </p:nvSpPr>
        <p:spPr>
          <a:xfrm>
            <a:off x="306000" y="3294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
        <p:nvSpPr>
          <p:cNvPr id="16" name="Text Placeholder 11">
            <a:extLst>
              <a:ext uri="{FF2B5EF4-FFF2-40B4-BE49-F238E27FC236}">
                <a16:creationId xmlns:a16="http://schemas.microsoft.com/office/drawing/2014/main" id="{51514F61-BD65-F287-0158-FE1E635CA310}"/>
              </a:ext>
            </a:extLst>
          </p:cNvPr>
          <p:cNvSpPr>
            <a:spLocks noGrp="1"/>
          </p:cNvSpPr>
          <p:nvPr>
            <p:ph type="body" sz="quarter" idx="27" hasCustomPrompt="1"/>
          </p:nvPr>
        </p:nvSpPr>
        <p:spPr>
          <a:xfrm>
            <a:off x="3272397" y="2592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17" name="Text Placeholder 13">
            <a:extLst>
              <a:ext uri="{FF2B5EF4-FFF2-40B4-BE49-F238E27FC236}">
                <a16:creationId xmlns:a16="http://schemas.microsoft.com/office/drawing/2014/main" id="{B9D29752-2CDB-6A63-C2F8-9A45E5BA0A9D}"/>
              </a:ext>
            </a:extLst>
          </p:cNvPr>
          <p:cNvSpPr>
            <a:spLocks noGrp="1"/>
          </p:cNvSpPr>
          <p:nvPr>
            <p:ph type="body" sz="quarter" idx="28"/>
          </p:nvPr>
        </p:nvSpPr>
        <p:spPr>
          <a:xfrm>
            <a:off x="3272397" y="3294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
        <p:nvSpPr>
          <p:cNvPr id="18" name="Text Placeholder 8">
            <a:extLst>
              <a:ext uri="{FF2B5EF4-FFF2-40B4-BE49-F238E27FC236}">
                <a16:creationId xmlns:a16="http://schemas.microsoft.com/office/drawing/2014/main" id="{E4A55E5F-94F9-02B6-D5BF-BB64FCC807DB}"/>
              </a:ext>
            </a:extLst>
          </p:cNvPr>
          <p:cNvSpPr>
            <a:spLocks noGrp="1"/>
          </p:cNvSpPr>
          <p:nvPr>
            <p:ph type="body" sz="quarter" idx="29" hasCustomPrompt="1"/>
          </p:nvPr>
        </p:nvSpPr>
        <p:spPr>
          <a:xfrm>
            <a:off x="305998" y="4068000"/>
            <a:ext cx="5648399"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9" name="Text Placeholder 11">
            <a:extLst>
              <a:ext uri="{FF2B5EF4-FFF2-40B4-BE49-F238E27FC236}">
                <a16:creationId xmlns:a16="http://schemas.microsoft.com/office/drawing/2014/main" id="{0BE7F8DB-0BE1-7B02-DE2F-3FD6C246656E}"/>
              </a:ext>
            </a:extLst>
          </p:cNvPr>
          <p:cNvSpPr>
            <a:spLocks noGrp="1"/>
          </p:cNvSpPr>
          <p:nvPr>
            <p:ph type="body" sz="quarter" idx="30" hasCustomPrompt="1"/>
          </p:nvPr>
        </p:nvSpPr>
        <p:spPr>
          <a:xfrm>
            <a:off x="306000" y="4500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20" name="Text Placeholder 13">
            <a:extLst>
              <a:ext uri="{FF2B5EF4-FFF2-40B4-BE49-F238E27FC236}">
                <a16:creationId xmlns:a16="http://schemas.microsoft.com/office/drawing/2014/main" id="{D19DCBF7-FA68-3F27-5043-B2A09AA01ED5}"/>
              </a:ext>
            </a:extLst>
          </p:cNvPr>
          <p:cNvSpPr>
            <a:spLocks noGrp="1"/>
          </p:cNvSpPr>
          <p:nvPr>
            <p:ph type="body" sz="quarter" idx="31"/>
          </p:nvPr>
        </p:nvSpPr>
        <p:spPr>
          <a:xfrm>
            <a:off x="306000" y="5202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
        <p:nvSpPr>
          <p:cNvPr id="21" name="Text Placeholder 11">
            <a:extLst>
              <a:ext uri="{FF2B5EF4-FFF2-40B4-BE49-F238E27FC236}">
                <a16:creationId xmlns:a16="http://schemas.microsoft.com/office/drawing/2014/main" id="{A0F35B88-6ACA-37E3-019C-B70CD5D6FF76}"/>
              </a:ext>
            </a:extLst>
          </p:cNvPr>
          <p:cNvSpPr>
            <a:spLocks noGrp="1"/>
          </p:cNvSpPr>
          <p:nvPr>
            <p:ph type="body" sz="quarter" idx="32" hasCustomPrompt="1"/>
          </p:nvPr>
        </p:nvSpPr>
        <p:spPr>
          <a:xfrm>
            <a:off x="3272397" y="4500000"/>
            <a:ext cx="2682000" cy="702000"/>
          </a:xfrm>
        </p:spPr>
        <p:txBody>
          <a:bodyPr/>
          <a:lstStyle>
            <a:lvl1pPr marL="0" indent="0">
              <a:buNone/>
              <a:defRPr sz="4800" b="1"/>
            </a:lvl1pPr>
            <a:lvl2pPr marL="176213" indent="0">
              <a:buNone/>
              <a:defRPr sz="4800" b="1"/>
            </a:lvl2pPr>
            <a:lvl3pPr marL="357188" indent="0">
              <a:buNone/>
              <a:defRPr sz="4800" b="1"/>
            </a:lvl3pPr>
            <a:lvl4pPr marL="534988" indent="0">
              <a:buNone/>
              <a:defRPr sz="4800" b="1"/>
            </a:lvl4pPr>
            <a:lvl5pPr marL="715963" indent="0">
              <a:buNone/>
              <a:defRPr sz="4800" b="1"/>
            </a:lvl5pPr>
          </a:lstStyle>
          <a:p>
            <a:pPr lvl="0"/>
            <a:r>
              <a:rPr lang="en-US" dirty="0"/>
              <a:t>XX%</a:t>
            </a:r>
            <a:endParaRPr lang="en-GB" dirty="0"/>
          </a:p>
        </p:txBody>
      </p:sp>
      <p:sp>
        <p:nvSpPr>
          <p:cNvPr id="22" name="Text Placeholder 13">
            <a:extLst>
              <a:ext uri="{FF2B5EF4-FFF2-40B4-BE49-F238E27FC236}">
                <a16:creationId xmlns:a16="http://schemas.microsoft.com/office/drawing/2014/main" id="{F1908FB4-6C1F-E2A9-2C17-0800D5C45C5F}"/>
              </a:ext>
            </a:extLst>
          </p:cNvPr>
          <p:cNvSpPr>
            <a:spLocks noGrp="1"/>
          </p:cNvSpPr>
          <p:nvPr>
            <p:ph type="body" sz="quarter" idx="33"/>
          </p:nvPr>
        </p:nvSpPr>
        <p:spPr>
          <a:xfrm>
            <a:off x="3272397" y="5202000"/>
            <a:ext cx="2682000" cy="702000"/>
          </a:xfrm>
        </p:spPr>
        <p:txBody>
          <a:bodyPr/>
          <a:lstStyle>
            <a:lvl1pPr marL="0" indent="0">
              <a:buNone/>
              <a:defRPr/>
            </a:lvl1pPr>
            <a:lvl2pPr marL="176213" indent="0">
              <a:buNone/>
              <a:defRPr/>
            </a:lvl2pPr>
            <a:lvl3pPr marL="357188" indent="0">
              <a:buNone/>
              <a:defRPr/>
            </a:lvl3pPr>
            <a:lvl4pPr marL="534988" indent="0">
              <a:buNone/>
              <a:defRPr/>
            </a:lvl4pPr>
            <a:lvl5pPr marL="715963" indent="0">
              <a:buNone/>
              <a:defRPr/>
            </a:lvl5pPr>
          </a:lstStyle>
          <a:p>
            <a:pPr lvl="0"/>
            <a:r>
              <a:rPr lang="ko-KR" altLang="en-US"/>
              <a:t>마스터 텍스트 스타일을 편집하려면 클릭</a:t>
            </a:r>
          </a:p>
        </p:txBody>
      </p:sp>
      <p:sp>
        <p:nvSpPr>
          <p:cNvPr id="9" name="Espace réservé pour une image  29">
            <a:extLst>
              <a:ext uri="{FF2B5EF4-FFF2-40B4-BE49-F238E27FC236}">
                <a16:creationId xmlns:a16="http://schemas.microsoft.com/office/drawing/2014/main" id="{ED358CFF-706E-64A6-81F1-82F7B43F79A4}"/>
              </a:ext>
            </a:extLst>
          </p:cNvPr>
          <p:cNvSpPr>
            <a:spLocks noGrp="1" noChangeAspect="1"/>
          </p:cNvSpPr>
          <p:nvPr>
            <p:ph type="pic" sz="quarter" idx="21"/>
          </p:nvPr>
        </p:nvSpPr>
        <p:spPr>
          <a:xfrm>
            <a:off x="6387206" y="304800"/>
            <a:ext cx="5498794" cy="5645150"/>
          </a:xfrm>
          <a:prstGeom prst="parallelogram">
            <a:avLst>
              <a:gd name="adj" fmla="val 34601"/>
            </a:avLst>
          </a:prstGeom>
          <a:solidFill>
            <a:schemeClr val="bg1">
              <a:lumMod val="95000"/>
            </a:schemeClr>
          </a:solidFill>
          <a:ln>
            <a:noFill/>
          </a:ln>
          <a:effectLst/>
        </p:spPr>
        <p:txBody>
          <a:bodyPr anchor="ctr"/>
          <a:lstStyle>
            <a:lvl1pPr marL="0" indent="0" algn="ctr">
              <a:buNone/>
              <a:defRPr/>
            </a:lvl1pPr>
          </a:lstStyle>
          <a:p>
            <a:r>
              <a:rPr lang="ko-KR" altLang="en-US"/>
              <a:t>그림을 추가하려면 아이콘을 클릭하십시오</a:t>
            </a:r>
            <a:endParaRPr lang="fr-CA" dirty="0"/>
          </a:p>
        </p:txBody>
      </p:sp>
    </p:spTree>
    <p:extLst>
      <p:ext uri="{BB962C8B-B14F-4D97-AF65-F5344CB8AC3E}">
        <p14:creationId xmlns:p14="http://schemas.microsoft.com/office/powerpoint/2010/main" val="2336214639"/>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x blocks with 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21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2592000"/>
            <a:ext cx="36684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264781" y="21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264782" y="2592000"/>
            <a:ext cx="36684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223563" y="21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223564" y="2592000"/>
            <a:ext cx="36684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15">
            <a:extLst>
              <a:ext uri="{FF2B5EF4-FFF2-40B4-BE49-F238E27FC236}">
                <a16:creationId xmlns:a16="http://schemas.microsoft.com/office/drawing/2014/main" id="{C37BD24B-0050-8906-E9F3-CBBB1D82894E}"/>
              </a:ext>
            </a:extLst>
          </p:cNvPr>
          <p:cNvSpPr>
            <a:spLocks noGrp="1"/>
          </p:cNvSpPr>
          <p:nvPr>
            <p:ph type="body" sz="quarter" idx="23" hasCustomPrompt="1"/>
          </p:nvPr>
        </p:nvSpPr>
        <p:spPr>
          <a:xfrm>
            <a:off x="305999" y="1260000"/>
            <a:ext cx="115812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
        <p:nvSpPr>
          <p:cNvPr id="8" name="Text Placeholder 8">
            <a:extLst>
              <a:ext uri="{FF2B5EF4-FFF2-40B4-BE49-F238E27FC236}">
                <a16:creationId xmlns:a16="http://schemas.microsoft.com/office/drawing/2014/main" id="{0F9EC305-D440-2893-E906-ADC1D8E23E03}"/>
              </a:ext>
            </a:extLst>
          </p:cNvPr>
          <p:cNvSpPr>
            <a:spLocks noGrp="1"/>
          </p:cNvSpPr>
          <p:nvPr>
            <p:ph type="body" sz="quarter" idx="24" hasCustomPrompt="1"/>
          </p:nvPr>
        </p:nvSpPr>
        <p:spPr>
          <a:xfrm>
            <a:off x="305999" y="414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5" name="Content Placeholder 10">
            <a:extLst>
              <a:ext uri="{FF2B5EF4-FFF2-40B4-BE49-F238E27FC236}">
                <a16:creationId xmlns:a16="http://schemas.microsoft.com/office/drawing/2014/main" id="{6CD011D2-5F4B-4DEF-F30B-8FC238AC94FA}"/>
              </a:ext>
            </a:extLst>
          </p:cNvPr>
          <p:cNvSpPr>
            <a:spLocks noGrp="1"/>
          </p:cNvSpPr>
          <p:nvPr>
            <p:ph sz="quarter" idx="25"/>
          </p:nvPr>
        </p:nvSpPr>
        <p:spPr>
          <a:xfrm>
            <a:off x="306000" y="4572000"/>
            <a:ext cx="36684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6" name="Text Placeholder 8">
            <a:extLst>
              <a:ext uri="{FF2B5EF4-FFF2-40B4-BE49-F238E27FC236}">
                <a16:creationId xmlns:a16="http://schemas.microsoft.com/office/drawing/2014/main" id="{981CE925-E43A-C6B5-7D72-760559783A2D}"/>
              </a:ext>
            </a:extLst>
          </p:cNvPr>
          <p:cNvSpPr>
            <a:spLocks noGrp="1"/>
          </p:cNvSpPr>
          <p:nvPr>
            <p:ph type="body" sz="quarter" idx="26" hasCustomPrompt="1"/>
          </p:nvPr>
        </p:nvSpPr>
        <p:spPr>
          <a:xfrm>
            <a:off x="4264781" y="414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7" name="Content Placeholder 10">
            <a:extLst>
              <a:ext uri="{FF2B5EF4-FFF2-40B4-BE49-F238E27FC236}">
                <a16:creationId xmlns:a16="http://schemas.microsoft.com/office/drawing/2014/main" id="{84984A5E-0770-D103-58A3-E1A2F46867D8}"/>
              </a:ext>
            </a:extLst>
          </p:cNvPr>
          <p:cNvSpPr>
            <a:spLocks noGrp="1"/>
          </p:cNvSpPr>
          <p:nvPr>
            <p:ph sz="quarter" idx="27"/>
          </p:nvPr>
        </p:nvSpPr>
        <p:spPr>
          <a:xfrm>
            <a:off x="4264782" y="4572000"/>
            <a:ext cx="36684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8" name="Text Placeholder 8">
            <a:extLst>
              <a:ext uri="{FF2B5EF4-FFF2-40B4-BE49-F238E27FC236}">
                <a16:creationId xmlns:a16="http://schemas.microsoft.com/office/drawing/2014/main" id="{E81A2E33-5F45-E755-BFA5-7E84A36AF197}"/>
              </a:ext>
            </a:extLst>
          </p:cNvPr>
          <p:cNvSpPr>
            <a:spLocks noGrp="1"/>
          </p:cNvSpPr>
          <p:nvPr>
            <p:ph type="body" sz="quarter" idx="28" hasCustomPrompt="1"/>
          </p:nvPr>
        </p:nvSpPr>
        <p:spPr>
          <a:xfrm>
            <a:off x="8223563" y="414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9" name="Content Placeholder 10">
            <a:extLst>
              <a:ext uri="{FF2B5EF4-FFF2-40B4-BE49-F238E27FC236}">
                <a16:creationId xmlns:a16="http://schemas.microsoft.com/office/drawing/2014/main" id="{33061B88-6B81-FDAF-ED9E-74D088634BC0}"/>
              </a:ext>
            </a:extLst>
          </p:cNvPr>
          <p:cNvSpPr>
            <a:spLocks noGrp="1"/>
          </p:cNvSpPr>
          <p:nvPr>
            <p:ph sz="quarter" idx="29"/>
          </p:nvPr>
        </p:nvSpPr>
        <p:spPr>
          <a:xfrm>
            <a:off x="8223564" y="4572000"/>
            <a:ext cx="36684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422113753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ix blocks no 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305999" y="12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306000" y="1692000"/>
            <a:ext cx="36684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264781" y="12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264782" y="1692000"/>
            <a:ext cx="36684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223563" y="1260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223564" y="1692000"/>
            <a:ext cx="36684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8" name="Text Placeholder 8">
            <a:extLst>
              <a:ext uri="{FF2B5EF4-FFF2-40B4-BE49-F238E27FC236}">
                <a16:creationId xmlns:a16="http://schemas.microsoft.com/office/drawing/2014/main" id="{0F9EC305-D440-2893-E906-ADC1D8E23E03}"/>
              </a:ext>
            </a:extLst>
          </p:cNvPr>
          <p:cNvSpPr>
            <a:spLocks noGrp="1"/>
          </p:cNvSpPr>
          <p:nvPr>
            <p:ph type="body" sz="quarter" idx="24" hasCustomPrompt="1"/>
          </p:nvPr>
        </p:nvSpPr>
        <p:spPr>
          <a:xfrm>
            <a:off x="305999" y="3672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5" name="Content Placeholder 10">
            <a:extLst>
              <a:ext uri="{FF2B5EF4-FFF2-40B4-BE49-F238E27FC236}">
                <a16:creationId xmlns:a16="http://schemas.microsoft.com/office/drawing/2014/main" id="{6CD011D2-5F4B-4DEF-F30B-8FC238AC94FA}"/>
              </a:ext>
            </a:extLst>
          </p:cNvPr>
          <p:cNvSpPr>
            <a:spLocks noGrp="1"/>
          </p:cNvSpPr>
          <p:nvPr>
            <p:ph sz="quarter" idx="25"/>
          </p:nvPr>
        </p:nvSpPr>
        <p:spPr>
          <a:xfrm>
            <a:off x="306000" y="4104000"/>
            <a:ext cx="36684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6" name="Text Placeholder 8">
            <a:extLst>
              <a:ext uri="{FF2B5EF4-FFF2-40B4-BE49-F238E27FC236}">
                <a16:creationId xmlns:a16="http://schemas.microsoft.com/office/drawing/2014/main" id="{981CE925-E43A-C6B5-7D72-760559783A2D}"/>
              </a:ext>
            </a:extLst>
          </p:cNvPr>
          <p:cNvSpPr>
            <a:spLocks noGrp="1"/>
          </p:cNvSpPr>
          <p:nvPr>
            <p:ph type="body" sz="quarter" idx="26" hasCustomPrompt="1"/>
          </p:nvPr>
        </p:nvSpPr>
        <p:spPr>
          <a:xfrm>
            <a:off x="4264781" y="3672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7" name="Content Placeholder 10">
            <a:extLst>
              <a:ext uri="{FF2B5EF4-FFF2-40B4-BE49-F238E27FC236}">
                <a16:creationId xmlns:a16="http://schemas.microsoft.com/office/drawing/2014/main" id="{84984A5E-0770-D103-58A3-E1A2F46867D8}"/>
              </a:ext>
            </a:extLst>
          </p:cNvPr>
          <p:cNvSpPr>
            <a:spLocks noGrp="1"/>
          </p:cNvSpPr>
          <p:nvPr>
            <p:ph sz="quarter" idx="27"/>
          </p:nvPr>
        </p:nvSpPr>
        <p:spPr>
          <a:xfrm>
            <a:off x="4264782" y="4104000"/>
            <a:ext cx="36684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8" name="Text Placeholder 8">
            <a:extLst>
              <a:ext uri="{FF2B5EF4-FFF2-40B4-BE49-F238E27FC236}">
                <a16:creationId xmlns:a16="http://schemas.microsoft.com/office/drawing/2014/main" id="{E81A2E33-5F45-E755-BFA5-7E84A36AF197}"/>
              </a:ext>
            </a:extLst>
          </p:cNvPr>
          <p:cNvSpPr>
            <a:spLocks noGrp="1"/>
          </p:cNvSpPr>
          <p:nvPr>
            <p:ph type="body" sz="quarter" idx="28" hasCustomPrompt="1"/>
          </p:nvPr>
        </p:nvSpPr>
        <p:spPr>
          <a:xfrm>
            <a:off x="8223563" y="3672000"/>
            <a:ext cx="366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9" name="Content Placeholder 10">
            <a:extLst>
              <a:ext uri="{FF2B5EF4-FFF2-40B4-BE49-F238E27FC236}">
                <a16:creationId xmlns:a16="http://schemas.microsoft.com/office/drawing/2014/main" id="{33061B88-6B81-FDAF-ED9E-74D088634BC0}"/>
              </a:ext>
            </a:extLst>
          </p:cNvPr>
          <p:cNvSpPr>
            <a:spLocks noGrp="1"/>
          </p:cNvSpPr>
          <p:nvPr>
            <p:ph sz="quarter" idx="29"/>
          </p:nvPr>
        </p:nvSpPr>
        <p:spPr>
          <a:xfrm>
            <a:off x="8223564" y="4104000"/>
            <a:ext cx="36684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2080330976"/>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columns with introduction an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909634" y="21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909635" y="2592000"/>
            <a:ext cx="30600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868416" y="21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868417" y="2592000"/>
            <a:ext cx="30600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827198" y="21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827199" y="2592000"/>
            <a:ext cx="3060000"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15">
            <a:extLst>
              <a:ext uri="{FF2B5EF4-FFF2-40B4-BE49-F238E27FC236}">
                <a16:creationId xmlns:a16="http://schemas.microsoft.com/office/drawing/2014/main" id="{C37BD24B-0050-8906-E9F3-CBBB1D82894E}"/>
              </a:ext>
            </a:extLst>
          </p:cNvPr>
          <p:cNvSpPr>
            <a:spLocks noGrp="1"/>
          </p:cNvSpPr>
          <p:nvPr>
            <p:ph type="body" sz="quarter" idx="23" hasCustomPrompt="1"/>
          </p:nvPr>
        </p:nvSpPr>
        <p:spPr>
          <a:xfrm>
            <a:off x="305999" y="1260000"/>
            <a:ext cx="115812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
        <p:nvSpPr>
          <p:cNvPr id="15" name="Picture Placeholder 14">
            <a:extLst>
              <a:ext uri="{FF2B5EF4-FFF2-40B4-BE49-F238E27FC236}">
                <a16:creationId xmlns:a16="http://schemas.microsoft.com/office/drawing/2014/main" id="{3D13B656-6467-C073-C26F-9B2F8CE5D052}"/>
              </a:ext>
            </a:extLst>
          </p:cNvPr>
          <p:cNvSpPr>
            <a:spLocks noGrp="1"/>
          </p:cNvSpPr>
          <p:nvPr>
            <p:ph type="pic" sz="quarter" idx="24"/>
          </p:nvPr>
        </p:nvSpPr>
        <p:spPr>
          <a:xfrm>
            <a:off x="304801" y="1990800"/>
            <a:ext cx="502962" cy="504000"/>
          </a:xfrm>
        </p:spPr>
        <p:txBody>
          <a:bodyPr anchor="ctr"/>
          <a:lstStyle>
            <a:lvl1pPr marL="0" indent="0" algn="ctr">
              <a:buNone/>
              <a:defRPr sz="800"/>
            </a:lvl1pPr>
          </a:lstStyle>
          <a:p>
            <a:r>
              <a:rPr lang="ko-KR" altLang="en-US"/>
              <a:t>그림을 추가하려면 아이콘을 클릭하십시오</a:t>
            </a:r>
            <a:endParaRPr lang="en-GB" dirty="0"/>
          </a:p>
        </p:txBody>
      </p:sp>
      <p:sp>
        <p:nvSpPr>
          <p:cNvPr id="16" name="Picture Placeholder 14">
            <a:extLst>
              <a:ext uri="{FF2B5EF4-FFF2-40B4-BE49-F238E27FC236}">
                <a16:creationId xmlns:a16="http://schemas.microsoft.com/office/drawing/2014/main" id="{730BD01E-9314-90AA-551D-128BC858C47A}"/>
              </a:ext>
            </a:extLst>
          </p:cNvPr>
          <p:cNvSpPr>
            <a:spLocks noGrp="1"/>
          </p:cNvSpPr>
          <p:nvPr>
            <p:ph type="pic" sz="quarter" idx="25"/>
          </p:nvPr>
        </p:nvSpPr>
        <p:spPr>
          <a:xfrm>
            <a:off x="4263584" y="19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7" name="Picture Placeholder 14">
            <a:extLst>
              <a:ext uri="{FF2B5EF4-FFF2-40B4-BE49-F238E27FC236}">
                <a16:creationId xmlns:a16="http://schemas.microsoft.com/office/drawing/2014/main" id="{85CF624A-A380-99FE-C23C-D960C6B51AC7}"/>
              </a:ext>
            </a:extLst>
          </p:cNvPr>
          <p:cNvSpPr>
            <a:spLocks noGrp="1"/>
          </p:cNvSpPr>
          <p:nvPr>
            <p:ph type="pic" sz="quarter" idx="26"/>
          </p:nvPr>
        </p:nvSpPr>
        <p:spPr>
          <a:xfrm>
            <a:off x="8222367" y="19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419179238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lumns no introduction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914398" y="12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914399" y="1692000"/>
            <a:ext cx="30600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873180" y="12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873181" y="1692000"/>
            <a:ext cx="30600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831962" y="12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831963" y="1692000"/>
            <a:ext cx="30600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Picture Placeholder 14">
            <a:extLst>
              <a:ext uri="{FF2B5EF4-FFF2-40B4-BE49-F238E27FC236}">
                <a16:creationId xmlns:a16="http://schemas.microsoft.com/office/drawing/2014/main" id="{F0581416-50E1-E82F-8528-2CE457CD0CB0}"/>
              </a:ext>
            </a:extLst>
          </p:cNvPr>
          <p:cNvSpPr>
            <a:spLocks noGrp="1"/>
          </p:cNvSpPr>
          <p:nvPr>
            <p:ph type="pic" sz="quarter" idx="24"/>
          </p:nvPr>
        </p:nvSpPr>
        <p:spPr>
          <a:xfrm>
            <a:off x="304801"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8" name="Picture Placeholder 14">
            <a:extLst>
              <a:ext uri="{FF2B5EF4-FFF2-40B4-BE49-F238E27FC236}">
                <a16:creationId xmlns:a16="http://schemas.microsoft.com/office/drawing/2014/main" id="{5E2DCBAF-B731-246B-C848-100C8423D66B}"/>
              </a:ext>
            </a:extLst>
          </p:cNvPr>
          <p:cNvSpPr>
            <a:spLocks noGrp="1"/>
          </p:cNvSpPr>
          <p:nvPr>
            <p:ph type="pic" sz="quarter" idx="25"/>
          </p:nvPr>
        </p:nvSpPr>
        <p:spPr>
          <a:xfrm>
            <a:off x="4263584"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5" name="Picture Placeholder 14">
            <a:extLst>
              <a:ext uri="{FF2B5EF4-FFF2-40B4-BE49-F238E27FC236}">
                <a16:creationId xmlns:a16="http://schemas.microsoft.com/office/drawing/2014/main" id="{DA4814D1-B27E-08F8-FDF9-168771E12799}"/>
              </a:ext>
            </a:extLst>
          </p:cNvPr>
          <p:cNvSpPr>
            <a:spLocks noGrp="1"/>
          </p:cNvSpPr>
          <p:nvPr>
            <p:ph type="pic" sz="quarter" idx="26"/>
          </p:nvPr>
        </p:nvSpPr>
        <p:spPr>
          <a:xfrm>
            <a:off x="8222367"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240221564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columns with introduction an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914396" y="2160000"/>
            <a:ext cx="2193332"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914397" y="2592000"/>
            <a:ext cx="2193332"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843831" y="2160000"/>
            <a:ext cx="2193332"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843832" y="2592000"/>
            <a:ext cx="2193332"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6768849" y="2160000"/>
            <a:ext cx="2193332"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6768850" y="2592000"/>
            <a:ext cx="2193332"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8">
            <a:extLst>
              <a:ext uri="{FF2B5EF4-FFF2-40B4-BE49-F238E27FC236}">
                <a16:creationId xmlns:a16="http://schemas.microsoft.com/office/drawing/2014/main" id="{97754957-74D7-D0D5-848B-39C3E526E658}"/>
              </a:ext>
            </a:extLst>
          </p:cNvPr>
          <p:cNvSpPr>
            <a:spLocks noGrp="1"/>
          </p:cNvSpPr>
          <p:nvPr>
            <p:ph type="body" sz="quarter" idx="26" hasCustomPrompt="1"/>
          </p:nvPr>
        </p:nvSpPr>
        <p:spPr>
          <a:xfrm>
            <a:off x="9693866" y="2160000"/>
            <a:ext cx="2193332"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Content Placeholder 10">
            <a:extLst>
              <a:ext uri="{FF2B5EF4-FFF2-40B4-BE49-F238E27FC236}">
                <a16:creationId xmlns:a16="http://schemas.microsoft.com/office/drawing/2014/main" id="{AE165B66-0E91-F9C6-89CF-10EFF86FB3F5}"/>
              </a:ext>
            </a:extLst>
          </p:cNvPr>
          <p:cNvSpPr>
            <a:spLocks noGrp="1"/>
          </p:cNvSpPr>
          <p:nvPr>
            <p:ph sz="quarter" idx="27"/>
          </p:nvPr>
        </p:nvSpPr>
        <p:spPr>
          <a:xfrm>
            <a:off x="9693867" y="2592000"/>
            <a:ext cx="2193332" cy="33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9" name="Text Placeholder 15">
            <a:extLst>
              <a:ext uri="{FF2B5EF4-FFF2-40B4-BE49-F238E27FC236}">
                <a16:creationId xmlns:a16="http://schemas.microsoft.com/office/drawing/2014/main" id="{54804556-2CA6-A3C1-67A1-CB3B7D4C84B0}"/>
              </a:ext>
            </a:extLst>
          </p:cNvPr>
          <p:cNvSpPr>
            <a:spLocks noGrp="1"/>
          </p:cNvSpPr>
          <p:nvPr>
            <p:ph type="body" sz="quarter" idx="23" hasCustomPrompt="1"/>
          </p:nvPr>
        </p:nvSpPr>
        <p:spPr>
          <a:xfrm>
            <a:off x="305999" y="1260000"/>
            <a:ext cx="115812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
        <p:nvSpPr>
          <p:cNvPr id="15" name="Picture Placeholder 14">
            <a:extLst>
              <a:ext uri="{FF2B5EF4-FFF2-40B4-BE49-F238E27FC236}">
                <a16:creationId xmlns:a16="http://schemas.microsoft.com/office/drawing/2014/main" id="{386439A7-3822-1290-CAC9-BD96F35F8684}"/>
              </a:ext>
            </a:extLst>
          </p:cNvPr>
          <p:cNvSpPr>
            <a:spLocks noGrp="1"/>
          </p:cNvSpPr>
          <p:nvPr>
            <p:ph type="pic" sz="quarter" idx="24"/>
          </p:nvPr>
        </p:nvSpPr>
        <p:spPr>
          <a:xfrm>
            <a:off x="304800" y="19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6" name="Picture Placeholder 14">
            <a:extLst>
              <a:ext uri="{FF2B5EF4-FFF2-40B4-BE49-F238E27FC236}">
                <a16:creationId xmlns:a16="http://schemas.microsoft.com/office/drawing/2014/main" id="{8881FA82-625B-3A61-C9A7-4B9BB4F3F6E0}"/>
              </a:ext>
            </a:extLst>
          </p:cNvPr>
          <p:cNvSpPr>
            <a:spLocks noGrp="1"/>
          </p:cNvSpPr>
          <p:nvPr>
            <p:ph type="pic" sz="quarter" idx="25"/>
          </p:nvPr>
        </p:nvSpPr>
        <p:spPr>
          <a:xfrm>
            <a:off x="3231184" y="19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7" name="Picture Placeholder 14">
            <a:extLst>
              <a:ext uri="{FF2B5EF4-FFF2-40B4-BE49-F238E27FC236}">
                <a16:creationId xmlns:a16="http://schemas.microsoft.com/office/drawing/2014/main" id="{18288754-EC19-10D6-B558-74DB97EA1BE7}"/>
              </a:ext>
            </a:extLst>
          </p:cNvPr>
          <p:cNvSpPr>
            <a:spLocks noGrp="1"/>
          </p:cNvSpPr>
          <p:nvPr>
            <p:ph type="pic" sz="quarter" idx="28"/>
          </p:nvPr>
        </p:nvSpPr>
        <p:spPr>
          <a:xfrm>
            <a:off x="6157886" y="19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8" name="Picture Placeholder 14">
            <a:extLst>
              <a:ext uri="{FF2B5EF4-FFF2-40B4-BE49-F238E27FC236}">
                <a16:creationId xmlns:a16="http://schemas.microsoft.com/office/drawing/2014/main" id="{D44BD020-479D-FBFB-D346-B67666EB3AEE}"/>
              </a:ext>
            </a:extLst>
          </p:cNvPr>
          <p:cNvSpPr>
            <a:spLocks noGrp="1"/>
          </p:cNvSpPr>
          <p:nvPr>
            <p:ph type="pic" sz="quarter" idx="29"/>
          </p:nvPr>
        </p:nvSpPr>
        <p:spPr>
          <a:xfrm>
            <a:off x="9088687" y="19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262918938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ur columns no introduction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914400" y="1260000"/>
            <a:ext cx="2192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914400" y="1692000"/>
            <a:ext cx="2192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3841200" y="1260000"/>
            <a:ext cx="2192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3841200" y="1692000"/>
            <a:ext cx="2192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6768000" y="1260000"/>
            <a:ext cx="2192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6768000" y="1692000"/>
            <a:ext cx="2192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8">
            <a:extLst>
              <a:ext uri="{FF2B5EF4-FFF2-40B4-BE49-F238E27FC236}">
                <a16:creationId xmlns:a16="http://schemas.microsoft.com/office/drawing/2014/main" id="{97754957-74D7-D0D5-848B-39C3E526E658}"/>
              </a:ext>
            </a:extLst>
          </p:cNvPr>
          <p:cNvSpPr>
            <a:spLocks noGrp="1"/>
          </p:cNvSpPr>
          <p:nvPr>
            <p:ph type="body" sz="quarter" idx="26" hasCustomPrompt="1"/>
          </p:nvPr>
        </p:nvSpPr>
        <p:spPr>
          <a:xfrm>
            <a:off x="9694799" y="1260000"/>
            <a:ext cx="2192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Content Placeholder 10">
            <a:extLst>
              <a:ext uri="{FF2B5EF4-FFF2-40B4-BE49-F238E27FC236}">
                <a16:creationId xmlns:a16="http://schemas.microsoft.com/office/drawing/2014/main" id="{AE165B66-0E91-F9C6-89CF-10EFF86FB3F5}"/>
              </a:ext>
            </a:extLst>
          </p:cNvPr>
          <p:cNvSpPr>
            <a:spLocks noGrp="1"/>
          </p:cNvSpPr>
          <p:nvPr>
            <p:ph sz="quarter" idx="27"/>
          </p:nvPr>
        </p:nvSpPr>
        <p:spPr>
          <a:xfrm>
            <a:off x="9694800" y="1692000"/>
            <a:ext cx="21924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5" name="Picture Placeholder 14">
            <a:extLst>
              <a:ext uri="{FF2B5EF4-FFF2-40B4-BE49-F238E27FC236}">
                <a16:creationId xmlns:a16="http://schemas.microsoft.com/office/drawing/2014/main" id="{FA82684E-299D-151D-AC01-7693B8AF2DFC}"/>
              </a:ext>
            </a:extLst>
          </p:cNvPr>
          <p:cNvSpPr>
            <a:spLocks noGrp="1"/>
          </p:cNvSpPr>
          <p:nvPr>
            <p:ph type="pic" sz="quarter" idx="24"/>
          </p:nvPr>
        </p:nvSpPr>
        <p:spPr>
          <a:xfrm>
            <a:off x="304800"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6" name="Picture Placeholder 14">
            <a:extLst>
              <a:ext uri="{FF2B5EF4-FFF2-40B4-BE49-F238E27FC236}">
                <a16:creationId xmlns:a16="http://schemas.microsoft.com/office/drawing/2014/main" id="{9A680C2D-DE0C-2BE6-C4C1-167AED08BBA8}"/>
              </a:ext>
            </a:extLst>
          </p:cNvPr>
          <p:cNvSpPr>
            <a:spLocks noGrp="1"/>
          </p:cNvSpPr>
          <p:nvPr>
            <p:ph type="pic" sz="quarter" idx="25"/>
          </p:nvPr>
        </p:nvSpPr>
        <p:spPr>
          <a:xfrm>
            <a:off x="3231184"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7" name="Picture Placeholder 14">
            <a:extLst>
              <a:ext uri="{FF2B5EF4-FFF2-40B4-BE49-F238E27FC236}">
                <a16:creationId xmlns:a16="http://schemas.microsoft.com/office/drawing/2014/main" id="{9DE299DF-DBF8-3F0A-5C70-620983CABF25}"/>
              </a:ext>
            </a:extLst>
          </p:cNvPr>
          <p:cNvSpPr>
            <a:spLocks noGrp="1"/>
          </p:cNvSpPr>
          <p:nvPr>
            <p:ph type="pic" sz="quarter" idx="28"/>
          </p:nvPr>
        </p:nvSpPr>
        <p:spPr>
          <a:xfrm>
            <a:off x="6157886"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18" name="Picture Placeholder 14">
            <a:extLst>
              <a:ext uri="{FF2B5EF4-FFF2-40B4-BE49-F238E27FC236}">
                <a16:creationId xmlns:a16="http://schemas.microsoft.com/office/drawing/2014/main" id="{328CB566-8AC7-665C-FAB0-976D393A95D7}"/>
              </a:ext>
            </a:extLst>
          </p:cNvPr>
          <p:cNvSpPr>
            <a:spLocks noGrp="1"/>
          </p:cNvSpPr>
          <p:nvPr>
            <p:ph type="pic" sz="quarter" idx="29"/>
          </p:nvPr>
        </p:nvSpPr>
        <p:spPr>
          <a:xfrm>
            <a:off x="9088687" y="1090800"/>
            <a:ext cx="502962" cy="504000"/>
          </a:xfrm>
        </p:spPr>
        <p:txBody>
          <a:bodyPr anchor="ctr"/>
          <a:lstStyle>
            <a:lvl1pPr marL="0" indent="0" algn="ctr">
              <a:buNone/>
              <a:defRPr sz="800"/>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2265753799"/>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ix blocks with introduction an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914398" y="21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914399" y="2592000"/>
            <a:ext cx="30600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873180" y="21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873181" y="2592000"/>
            <a:ext cx="3060000" cy="12555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831962" y="21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831963" y="2592000"/>
            <a:ext cx="3060000" cy="12555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Text Placeholder 15">
            <a:extLst>
              <a:ext uri="{FF2B5EF4-FFF2-40B4-BE49-F238E27FC236}">
                <a16:creationId xmlns:a16="http://schemas.microsoft.com/office/drawing/2014/main" id="{C37BD24B-0050-8906-E9F3-CBBB1D82894E}"/>
              </a:ext>
            </a:extLst>
          </p:cNvPr>
          <p:cNvSpPr>
            <a:spLocks noGrp="1"/>
          </p:cNvSpPr>
          <p:nvPr>
            <p:ph type="body" sz="quarter" idx="23" hasCustomPrompt="1"/>
          </p:nvPr>
        </p:nvSpPr>
        <p:spPr>
          <a:xfrm>
            <a:off x="305999" y="1260000"/>
            <a:ext cx="11581200" cy="720000"/>
          </a:xfrm>
        </p:spPr>
        <p:txBody>
          <a:bodyPr/>
          <a:lstStyle>
            <a:lvl1pPr marL="0" indent="0">
              <a:buNone/>
              <a:defRPr sz="1800"/>
            </a:lvl1pPr>
            <a:lvl2pPr marL="176213" indent="0">
              <a:buNone/>
              <a:defRPr sz="2000"/>
            </a:lvl2pPr>
            <a:lvl3pPr marL="357188" indent="0">
              <a:buNone/>
              <a:defRPr sz="2000"/>
            </a:lvl3pPr>
            <a:lvl4pPr marL="534988" indent="0">
              <a:buNone/>
              <a:defRPr sz="2000"/>
            </a:lvl4pPr>
            <a:lvl5pPr marL="715963" indent="0">
              <a:buNone/>
              <a:defRPr sz="2000"/>
            </a:lvl5pPr>
          </a:lstStyle>
          <a:p>
            <a:pPr lvl="0"/>
            <a:r>
              <a:rPr lang="en-US" dirty="0"/>
              <a:t>Room for introductory text (2 lines maximum)</a:t>
            </a:r>
          </a:p>
        </p:txBody>
      </p:sp>
      <p:sp>
        <p:nvSpPr>
          <p:cNvPr id="8" name="Text Placeholder 8">
            <a:extLst>
              <a:ext uri="{FF2B5EF4-FFF2-40B4-BE49-F238E27FC236}">
                <a16:creationId xmlns:a16="http://schemas.microsoft.com/office/drawing/2014/main" id="{0F9EC305-D440-2893-E906-ADC1D8E23E03}"/>
              </a:ext>
            </a:extLst>
          </p:cNvPr>
          <p:cNvSpPr>
            <a:spLocks noGrp="1"/>
          </p:cNvSpPr>
          <p:nvPr>
            <p:ph type="body" sz="quarter" idx="24" hasCustomPrompt="1"/>
          </p:nvPr>
        </p:nvSpPr>
        <p:spPr>
          <a:xfrm>
            <a:off x="914398" y="414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5" name="Content Placeholder 10">
            <a:extLst>
              <a:ext uri="{FF2B5EF4-FFF2-40B4-BE49-F238E27FC236}">
                <a16:creationId xmlns:a16="http://schemas.microsoft.com/office/drawing/2014/main" id="{6CD011D2-5F4B-4DEF-F30B-8FC238AC94FA}"/>
              </a:ext>
            </a:extLst>
          </p:cNvPr>
          <p:cNvSpPr>
            <a:spLocks noGrp="1"/>
          </p:cNvSpPr>
          <p:nvPr>
            <p:ph sz="quarter" idx="25"/>
          </p:nvPr>
        </p:nvSpPr>
        <p:spPr>
          <a:xfrm>
            <a:off x="914399" y="4572000"/>
            <a:ext cx="30600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6" name="Text Placeholder 8">
            <a:extLst>
              <a:ext uri="{FF2B5EF4-FFF2-40B4-BE49-F238E27FC236}">
                <a16:creationId xmlns:a16="http://schemas.microsoft.com/office/drawing/2014/main" id="{981CE925-E43A-C6B5-7D72-760559783A2D}"/>
              </a:ext>
            </a:extLst>
          </p:cNvPr>
          <p:cNvSpPr>
            <a:spLocks noGrp="1"/>
          </p:cNvSpPr>
          <p:nvPr>
            <p:ph type="body" sz="quarter" idx="26" hasCustomPrompt="1"/>
          </p:nvPr>
        </p:nvSpPr>
        <p:spPr>
          <a:xfrm>
            <a:off x="4873180" y="414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7" name="Content Placeholder 10">
            <a:extLst>
              <a:ext uri="{FF2B5EF4-FFF2-40B4-BE49-F238E27FC236}">
                <a16:creationId xmlns:a16="http://schemas.microsoft.com/office/drawing/2014/main" id="{84984A5E-0770-D103-58A3-E1A2F46867D8}"/>
              </a:ext>
            </a:extLst>
          </p:cNvPr>
          <p:cNvSpPr>
            <a:spLocks noGrp="1"/>
          </p:cNvSpPr>
          <p:nvPr>
            <p:ph sz="quarter" idx="27"/>
          </p:nvPr>
        </p:nvSpPr>
        <p:spPr>
          <a:xfrm>
            <a:off x="4873181" y="4572000"/>
            <a:ext cx="30600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8" name="Text Placeholder 8">
            <a:extLst>
              <a:ext uri="{FF2B5EF4-FFF2-40B4-BE49-F238E27FC236}">
                <a16:creationId xmlns:a16="http://schemas.microsoft.com/office/drawing/2014/main" id="{E81A2E33-5F45-E755-BFA5-7E84A36AF197}"/>
              </a:ext>
            </a:extLst>
          </p:cNvPr>
          <p:cNvSpPr>
            <a:spLocks noGrp="1"/>
          </p:cNvSpPr>
          <p:nvPr>
            <p:ph type="body" sz="quarter" idx="28" hasCustomPrompt="1"/>
          </p:nvPr>
        </p:nvSpPr>
        <p:spPr>
          <a:xfrm>
            <a:off x="8831962" y="414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9" name="Content Placeholder 10">
            <a:extLst>
              <a:ext uri="{FF2B5EF4-FFF2-40B4-BE49-F238E27FC236}">
                <a16:creationId xmlns:a16="http://schemas.microsoft.com/office/drawing/2014/main" id="{33061B88-6B81-FDAF-ED9E-74D088634BC0}"/>
              </a:ext>
            </a:extLst>
          </p:cNvPr>
          <p:cNvSpPr>
            <a:spLocks noGrp="1"/>
          </p:cNvSpPr>
          <p:nvPr>
            <p:ph sz="quarter" idx="29"/>
          </p:nvPr>
        </p:nvSpPr>
        <p:spPr>
          <a:xfrm>
            <a:off x="8831963" y="4572000"/>
            <a:ext cx="3060000" cy="136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20" name="Picture Placeholder 14">
            <a:extLst>
              <a:ext uri="{FF2B5EF4-FFF2-40B4-BE49-F238E27FC236}">
                <a16:creationId xmlns:a16="http://schemas.microsoft.com/office/drawing/2014/main" id="{9591626B-58F0-DFE6-D291-D1F74A047BE7}"/>
              </a:ext>
            </a:extLst>
          </p:cNvPr>
          <p:cNvSpPr>
            <a:spLocks noGrp="1"/>
          </p:cNvSpPr>
          <p:nvPr>
            <p:ph type="pic" sz="quarter" idx="30"/>
          </p:nvPr>
        </p:nvSpPr>
        <p:spPr>
          <a:xfrm>
            <a:off x="304801" y="1991016"/>
            <a:ext cx="502962" cy="504000"/>
          </a:xfrm>
        </p:spPr>
        <p:txBody>
          <a:bodyPr anchor="ctr"/>
          <a:lstStyle>
            <a:lvl1pPr marL="0" indent="0" algn="ctr">
              <a:buNone/>
              <a:defRPr sz="800"/>
            </a:lvl1pPr>
          </a:lstStyle>
          <a:p>
            <a:r>
              <a:rPr lang="ko-KR" altLang="en-US"/>
              <a:t>그림을 추가하려면 아이콘을 클릭하십시오</a:t>
            </a:r>
            <a:endParaRPr lang="en-GB" dirty="0"/>
          </a:p>
        </p:txBody>
      </p:sp>
      <p:sp>
        <p:nvSpPr>
          <p:cNvPr id="21" name="Picture Placeholder 14">
            <a:extLst>
              <a:ext uri="{FF2B5EF4-FFF2-40B4-BE49-F238E27FC236}">
                <a16:creationId xmlns:a16="http://schemas.microsoft.com/office/drawing/2014/main" id="{419217D5-9389-E4D4-C7C1-076CA234E5B7}"/>
              </a:ext>
            </a:extLst>
          </p:cNvPr>
          <p:cNvSpPr>
            <a:spLocks noGrp="1"/>
          </p:cNvSpPr>
          <p:nvPr>
            <p:ph type="pic" sz="quarter" idx="31"/>
          </p:nvPr>
        </p:nvSpPr>
        <p:spPr>
          <a:xfrm>
            <a:off x="4263584" y="1991016"/>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22" name="Picture Placeholder 14">
            <a:extLst>
              <a:ext uri="{FF2B5EF4-FFF2-40B4-BE49-F238E27FC236}">
                <a16:creationId xmlns:a16="http://schemas.microsoft.com/office/drawing/2014/main" id="{ECD36A1E-7B2E-2134-533F-C023B8AFBE3A}"/>
              </a:ext>
            </a:extLst>
          </p:cNvPr>
          <p:cNvSpPr>
            <a:spLocks noGrp="1"/>
          </p:cNvSpPr>
          <p:nvPr>
            <p:ph type="pic" sz="quarter" idx="32"/>
          </p:nvPr>
        </p:nvSpPr>
        <p:spPr>
          <a:xfrm>
            <a:off x="8222367" y="1991016"/>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23" name="Picture Placeholder 14">
            <a:extLst>
              <a:ext uri="{FF2B5EF4-FFF2-40B4-BE49-F238E27FC236}">
                <a16:creationId xmlns:a16="http://schemas.microsoft.com/office/drawing/2014/main" id="{3AEC8FD1-28A6-3231-B7EC-2C76E3CBF03A}"/>
              </a:ext>
            </a:extLst>
          </p:cNvPr>
          <p:cNvSpPr>
            <a:spLocks noGrp="1"/>
          </p:cNvSpPr>
          <p:nvPr>
            <p:ph type="pic" sz="quarter" idx="33"/>
          </p:nvPr>
        </p:nvSpPr>
        <p:spPr>
          <a:xfrm>
            <a:off x="304801" y="3971016"/>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24" name="Picture Placeholder 14">
            <a:extLst>
              <a:ext uri="{FF2B5EF4-FFF2-40B4-BE49-F238E27FC236}">
                <a16:creationId xmlns:a16="http://schemas.microsoft.com/office/drawing/2014/main" id="{A67A67F9-C4E6-257B-32E3-A57F1190942C}"/>
              </a:ext>
            </a:extLst>
          </p:cNvPr>
          <p:cNvSpPr>
            <a:spLocks noGrp="1"/>
          </p:cNvSpPr>
          <p:nvPr>
            <p:ph type="pic" sz="quarter" idx="34"/>
          </p:nvPr>
        </p:nvSpPr>
        <p:spPr>
          <a:xfrm>
            <a:off x="4263584" y="3971016"/>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25" name="Picture Placeholder 14">
            <a:extLst>
              <a:ext uri="{FF2B5EF4-FFF2-40B4-BE49-F238E27FC236}">
                <a16:creationId xmlns:a16="http://schemas.microsoft.com/office/drawing/2014/main" id="{38AAB764-B8CC-20D4-676B-A928F053992B}"/>
              </a:ext>
            </a:extLst>
          </p:cNvPr>
          <p:cNvSpPr>
            <a:spLocks noGrp="1"/>
          </p:cNvSpPr>
          <p:nvPr>
            <p:ph type="pic" sz="quarter" idx="35"/>
          </p:nvPr>
        </p:nvSpPr>
        <p:spPr>
          <a:xfrm>
            <a:off x="8222367" y="3971016"/>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3743880733"/>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ix blocks no introduction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6B2A-25FD-97FA-B587-E577F9D470CC}"/>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7" name="Text Placeholder 6">
            <a:extLst>
              <a:ext uri="{FF2B5EF4-FFF2-40B4-BE49-F238E27FC236}">
                <a16:creationId xmlns:a16="http://schemas.microsoft.com/office/drawing/2014/main" id="{33009D2C-48BF-EB93-E681-83623E88F751}"/>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ABBC92C-2804-6021-2D01-52726E0959A3}"/>
              </a:ext>
            </a:extLst>
          </p:cNvPr>
          <p:cNvSpPr>
            <a:spLocks noGrp="1"/>
          </p:cNvSpPr>
          <p:nvPr>
            <p:ph type="body" sz="quarter" idx="14" hasCustomPrompt="1"/>
          </p:nvPr>
        </p:nvSpPr>
        <p:spPr>
          <a:xfrm>
            <a:off x="914398" y="12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58FF356F-9046-C28C-B595-84F1BF6B7746}"/>
              </a:ext>
            </a:extLst>
          </p:cNvPr>
          <p:cNvSpPr>
            <a:spLocks noGrp="1"/>
          </p:cNvSpPr>
          <p:nvPr>
            <p:ph sz="quarter" idx="15"/>
          </p:nvPr>
        </p:nvSpPr>
        <p:spPr>
          <a:xfrm>
            <a:off x="914399" y="1692000"/>
            <a:ext cx="30600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6" name="Text Placeholder 8">
            <a:extLst>
              <a:ext uri="{FF2B5EF4-FFF2-40B4-BE49-F238E27FC236}">
                <a16:creationId xmlns:a16="http://schemas.microsoft.com/office/drawing/2014/main" id="{AF7A2340-BCCE-BAE4-1543-D93A1CF20ABA}"/>
              </a:ext>
            </a:extLst>
          </p:cNvPr>
          <p:cNvSpPr>
            <a:spLocks noGrp="1"/>
          </p:cNvSpPr>
          <p:nvPr>
            <p:ph type="body" sz="quarter" idx="16" hasCustomPrompt="1"/>
          </p:nvPr>
        </p:nvSpPr>
        <p:spPr>
          <a:xfrm>
            <a:off x="4873180" y="12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0" name="Content Placeholder 10">
            <a:extLst>
              <a:ext uri="{FF2B5EF4-FFF2-40B4-BE49-F238E27FC236}">
                <a16:creationId xmlns:a16="http://schemas.microsoft.com/office/drawing/2014/main" id="{3104CEC1-3049-629D-2BFB-508568609B5F}"/>
              </a:ext>
            </a:extLst>
          </p:cNvPr>
          <p:cNvSpPr>
            <a:spLocks noGrp="1"/>
          </p:cNvSpPr>
          <p:nvPr>
            <p:ph sz="quarter" idx="17"/>
          </p:nvPr>
        </p:nvSpPr>
        <p:spPr>
          <a:xfrm>
            <a:off x="4873181" y="1692000"/>
            <a:ext cx="30600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2" name="Date Placeholder 11">
            <a:extLst>
              <a:ext uri="{FF2B5EF4-FFF2-40B4-BE49-F238E27FC236}">
                <a16:creationId xmlns:a16="http://schemas.microsoft.com/office/drawing/2014/main" id="{B443A3FF-0F18-EB95-B1F7-C0D79AC924F3}"/>
              </a:ext>
            </a:extLst>
          </p:cNvPr>
          <p:cNvSpPr>
            <a:spLocks noGrp="1"/>
          </p:cNvSpPr>
          <p:nvPr>
            <p:ph type="dt" sz="half" idx="18"/>
          </p:nvPr>
        </p:nvSpPr>
        <p:spPr/>
        <p:txBody>
          <a:bodyPr/>
          <a:lstStyle/>
          <a:p>
            <a:r>
              <a:rPr lang="en-US"/>
              <a:t>Date</a:t>
            </a:r>
            <a:endParaRPr lang="en-GB" dirty="0"/>
          </a:p>
        </p:txBody>
      </p:sp>
      <p:sp>
        <p:nvSpPr>
          <p:cNvPr id="13" name="Footer Placeholder 12">
            <a:extLst>
              <a:ext uri="{FF2B5EF4-FFF2-40B4-BE49-F238E27FC236}">
                <a16:creationId xmlns:a16="http://schemas.microsoft.com/office/drawing/2014/main" id="{C9DCABAC-5282-175F-09B8-FD8020331035}"/>
              </a:ext>
            </a:extLst>
          </p:cNvPr>
          <p:cNvSpPr>
            <a:spLocks noGrp="1"/>
          </p:cNvSpPr>
          <p:nvPr>
            <p:ph type="ftr" sz="quarter" idx="19"/>
          </p:nvPr>
        </p:nvSpPr>
        <p:spPr/>
        <p:txBody>
          <a:bodyPr/>
          <a:lstStyle/>
          <a:p>
            <a:r>
              <a:rPr lang="en-GB"/>
              <a:t>Title</a:t>
            </a:r>
            <a:endParaRPr lang="en-GB" dirty="0"/>
          </a:p>
        </p:txBody>
      </p:sp>
      <p:sp>
        <p:nvSpPr>
          <p:cNvPr id="14" name="Slide Number Placeholder 13">
            <a:extLst>
              <a:ext uri="{FF2B5EF4-FFF2-40B4-BE49-F238E27FC236}">
                <a16:creationId xmlns:a16="http://schemas.microsoft.com/office/drawing/2014/main" id="{12BB74EE-C12E-99A7-A96E-0DC8CC0DBDFD}"/>
              </a:ext>
            </a:extLst>
          </p:cNvPr>
          <p:cNvSpPr>
            <a:spLocks noGrp="1"/>
          </p:cNvSpPr>
          <p:nvPr>
            <p:ph type="sldNum" sz="quarter" idx="20"/>
          </p:nvPr>
        </p:nvSpPr>
        <p:spPr/>
        <p:txBody>
          <a:bodyPr/>
          <a:lstStyle/>
          <a:p>
            <a:fld id="{721C06D9-4617-44B0-8711-1EF1C439A609}" type="slidenum">
              <a:rPr lang="en-GB" smtClean="0"/>
              <a:pPr/>
              <a:t>‹#›</a:t>
            </a:fld>
            <a:endParaRPr lang="en-GB" dirty="0"/>
          </a:p>
        </p:txBody>
      </p:sp>
      <p:sp>
        <p:nvSpPr>
          <p:cNvPr id="3" name="Text Placeholder 8">
            <a:extLst>
              <a:ext uri="{FF2B5EF4-FFF2-40B4-BE49-F238E27FC236}">
                <a16:creationId xmlns:a16="http://schemas.microsoft.com/office/drawing/2014/main" id="{6EDC2CE6-943D-F3EA-85E0-34B37E4168FE}"/>
              </a:ext>
            </a:extLst>
          </p:cNvPr>
          <p:cNvSpPr>
            <a:spLocks noGrp="1"/>
          </p:cNvSpPr>
          <p:nvPr>
            <p:ph type="body" sz="quarter" idx="21" hasCustomPrompt="1"/>
          </p:nvPr>
        </p:nvSpPr>
        <p:spPr>
          <a:xfrm>
            <a:off x="8831962" y="1260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4" name="Content Placeholder 10">
            <a:extLst>
              <a:ext uri="{FF2B5EF4-FFF2-40B4-BE49-F238E27FC236}">
                <a16:creationId xmlns:a16="http://schemas.microsoft.com/office/drawing/2014/main" id="{25DA77E7-7077-8025-921A-3EF4A5F2BCD1}"/>
              </a:ext>
            </a:extLst>
          </p:cNvPr>
          <p:cNvSpPr>
            <a:spLocks noGrp="1"/>
          </p:cNvSpPr>
          <p:nvPr>
            <p:ph sz="quarter" idx="22"/>
          </p:nvPr>
        </p:nvSpPr>
        <p:spPr>
          <a:xfrm>
            <a:off x="8831963" y="1692000"/>
            <a:ext cx="30600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8" name="Text Placeholder 8">
            <a:extLst>
              <a:ext uri="{FF2B5EF4-FFF2-40B4-BE49-F238E27FC236}">
                <a16:creationId xmlns:a16="http://schemas.microsoft.com/office/drawing/2014/main" id="{0F9EC305-D440-2893-E906-ADC1D8E23E03}"/>
              </a:ext>
            </a:extLst>
          </p:cNvPr>
          <p:cNvSpPr>
            <a:spLocks noGrp="1"/>
          </p:cNvSpPr>
          <p:nvPr>
            <p:ph type="body" sz="quarter" idx="24" hasCustomPrompt="1"/>
          </p:nvPr>
        </p:nvSpPr>
        <p:spPr>
          <a:xfrm>
            <a:off x="914398" y="3672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5" name="Content Placeholder 10">
            <a:extLst>
              <a:ext uri="{FF2B5EF4-FFF2-40B4-BE49-F238E27FC236}">
                <a16:creationId xmlns:a16="http://schemas.microsoft.com/office/drawing/2014/main" id="{6CD011D2-5F4B-4DEF-F30B-8FC238AC94FA}"/>
              </a:ext>
            </a:extLst>
          </p:cNvPr>
          <p:cNvSpPr>
            <a:spLocks noGrp="1"/>
          </p:cNvSpPr>
          <p:nvPr>
            <p:ph sz="quarter" idx="25"/>
          </p:nvPr>
        </p:nvSpPr>
        <p:spPr>
          <a:xfrm>
            <a:off x="914399" y="4104000"/>
            <a:ext cx="30600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6" name="Text Placeholder 8">
            <a:extLst>
              <a:ext uri="{FF2B5EF4-FFF2-40B4-BE49-F238E27FC236}">
                <a16:creationId xmlns:a16="http://schemas.microsoft.com/office/drawing/2014/main" id="{981CE925-E43A-C6B5-7D72-760559783A2D}"/>
              </a:ext>
            </a:extLst>
          </p:cNvPr>
          <p:cNvSpPr>
            <a:spLocks noGrp="1"/>
          </p:cNvSpPr>
          <p:nvPr>
            <p:ph type="body" sz="quarter" idx="26" hasCustomPrompt="1"/>
          </p:nvPr>
        </p:nvSpPr>
        <p:spPr>
          <a:xfrm>
            <a:off x="4873180" y="3672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7" name="Content Placeholder 10">
            <a:extLst>
              <a:ext uri="{FF2B5EF4-FFF2-40B4-BE49-F238E27FC236}">
                <a16:creationId xmlns:a16="http://schemas.microsoft.com/office/drawing/2014/main" id="{84984A5E-0770-D103-58A3-E1A2F46867D8}"/>
              </a:ext>
            </a:extLst>
          </p:cNvPr>
          <p:cNvSpPr>
            <a:spLocks noGrp="1"/>
          </p:cNvSpPr>
          <p:nvPr>
            <p:ph sz="quarter" idx="27"/>
          </p:nvPr>
        </p:nvSpPr>
        <p:spPr>
          <a:xfrm>
            <a:off x="4873181" y="4104000"/>
            <a:ext cx="30600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8" name="Text Placeholder 8">
            <a:extLst>
              <a:ext uri="{FF2B5EF4-FFF2-40B4-BE49-F238E27FC236}">
                <a16:creationId xmlns:a16="http://schemas.microsoft.com/office/drawing/2014/main" id="{E81A2E33-5F45-E755-BFA5-7E84A36AF197}"/>
              </a:ext>
            </a:extLst>
          </p:cNvPr>
          <p:cNvSpPr>
            <a:spLocks noGrp="1"/>
          </p:cNvSpPr>
          <p:nvPr>
            <p:ph type="body" sz="quarter" idx="28" hasCustomPrompt="1"/>
          </p:nvPr>
        </p:nvSpPr>
        <p:spPr>
          <a:xfrm>
            <a:off x="8831962" y="3672000"/>
            <a:ext cx="30600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9" name="Content Placeholder 10">
            <a:extLst>
              <a:ext uri="{FF2B5EF4-FFF2-40B4-BE49-F238E27FC236}">
                <a16:creationId xmlns:a16="http://schemas.microsoft.com/office/drawing/2014/main" id="{33061B88-6B81-FDAF-ED9E-74D088634BC0}"/>
              </a:ext>
            </a:extLst>
          </p:cNvPr>
          <p:cNvSpPr>
            <a:spLocks noGrp="1"/>
          </p:cNvSpPr>
          <p:nvPr>
            <p:ph sz="quarter" idx="29"/>
          </p:nvPr>
        </p:nvSpPr>
        <p:spPr>
          <a:xfrm>
            <a:off x="8831963" y="4104000"/>
            <a:ext cx="3060000" cy="1800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5" name="Picture Placeholder 14">
            <a:extLst>
              <a:ext uri="{FF2B5EF4-FFF2-40B4-BE49-F238E27FC236}">
                <a16:creationId xmlns:a16="http://schemas.microsoft.com/office/drawing/2014/main" id="{2BF23F95-2673-FE84-66E7-82097451E463}"/>
              </a:ext>
            </a:extLst>
          </p:cNvPr>
          <p:cNvSpPr>
            <a:spLocks noGrp="1"/>
          </p:cNvSpPr>
          <p:nvPr>
            <p:ph type="pic" sz="quarter" idx="30"/>
          </p:nvPr>
        </p:nvSpPr>
        <p:spPr>
          <a:xfrm>
            <a:off x="304801" y="1090800"/>
            <a:ext cx="502962" cy="504000"/>
          </a:xfrm>
        </p:spPr>
        <p:txBody>
          <a:bodyPr anchor="ctr"/>
          <a:lstStyle>
            <a:lvl1pPr marL="0" indent="0" algn="ctr">
              <a:buNone/>
              <a:defRPr sz="800"/>
            </a:lvl1pPr>
          </a:lstStyle>
          <a:p>
            <a:r>
              <a:rPr lang="ko-KR" altLang="en-US"/>
              <a:t>그림을 추가하려면 아이콘을 클릭하십시오</a:t>
            </a:r>
            <a:endParaRPr lang="en-GB" dirty="0"/>
          </a:p>
        </p:txBody>
      </p:sp>
      <p:sp>
        <p:nvSpPr>
          <p:cNvPr id="20" name="Picture Placeholder 14">
            <a:extLst>
              <a:ext uri="{FF2B5EF4-FFF2-40B4-BE49-F238E27FC236}">
                <a16:creationId xmlns:a16="http://schemas.microsoft.com/office/drawing/2014/main" id="{C7CCFC2C-8E49-1CD8-E77D-05EC46161534}"/>
              </a:ext>
            </a:extLst>
          </p:cNvPr>
          <p:cNvSpPr>
            <a:spLocks noGrp="1"/>
          </p:cNvSpPr>
          <p:nvPr>
            <p:ph type="pic" sz="quarter" idx="31"/>
          </p:nvPr>
        </p:nvSpPr>
        <p:spPr>
          <a:xfrm>
            <a:off x="4263584"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21" name="Picture Placeholder 14">
            <a:extLst>
              <a:ext uri="{FF2B5EF4-FFF2-40B4-BE49-F238E27FC236}">
                <a16:creationId xmlns:a16="http://schemas.microsoft.com/office/drawing/2014/main" id="{99383212-5E56-5076-CADC-AE74C2E23549}"/>
              </a:ext>
            </a:extLst>
          </p:cNvPr>
          <p:cNvSpPr>
            <a:spLocks noGrp="1"/>
          </p:cNvSpPr>
          <p:nvPr>
            <p:ph type="pic" sz="quarter" idx="32"/>
          </p:nvPr>
        </p:nvSpPr>
        <p:spPr>
          <a:xfrm>
            <a:off x="8222367" y="1090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22" name="Picture Placeholder 14">
            <a:extLst>
              <a:ext uri="{FF2B5EF4-FFF2-40B4-BE49-F238E27FC236}">
                <a16:creationId xmlns:a16="http://schemas.microsoft.com/office/drawing/2014/main" id="{B23A623D-583C-7275-793F-72445CF17BC5}"/>
              </a:ext>
            </a:extLst>
          </p:cNvPr>
          <p:cNvSpPr>
            <a:spLocks noGrp="1"/>
          </p:cNvSpPr>
          <p:nvPr>
            <p:ph type="pic" sz="quarter" idx="33"/>
          </p:nvPr>
        </p:nvSpPr>
        <p:spPr>
          <a:xfrm>
            <a:off x="304801" y="3502800"/>
            <a:ext cx="502962" cy="504000"/>
          </a:xfrm>
        </p:spPr>
        <p:txBody>
          <a:bodyPr anchor="ctr"/>
          <a:lstStyle>
            <a:lvl1pPr marL="0" indent="0" algn="ctr">
              <a:buNone/>
              <a:defRPr sz="800"/>
            </a:lvl1pPr>
          </a:lstStyle>
          <a:p>
            <a:r>
              <a:rPr lang="ko-KR" altLang="en-US"/>
              <a:t>그림을 추가하려면 아이콘을 클릭하십시오</a:t>
            </a:r>
            <a:endParaRPr lang="en-GB" dirty="0"/>
          </a:p>
        </p:txBody>
      </p:sp>
      <p:sp>
        <p:nvSpPr>
          <p:cNvPr id="23" name="Picture Placeholder 14">
            <a:extLst>
              <a:ext uri="{FF2B5EF4-FFF2-40B4-BE49-F238E27FC236}">
                <a16:creationId xmlns:a16="http://schemas.microsoft.com/office/drawing/2014/main" id="{85ECF528-F4CD-11DE-C52B-74C6A0536CB6}"/>
              </a:ext>
            </a:extLst>
          </p:cNvPr>
          <p:cNvSpPr>
            <a:spLocks noGrp="1"/>
          </p:cNvSpPr>
          <p:nvPr>
            <p:ph type="pic" sz="quarter" idx="34"/>
          </p:nvPr>
        </p:nvSpPr>
        <p:spPr>
          <a:xfrm>
            <a:off x="4263584" y="3502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
        <p:nvSpPr>
          <p:cNvPr id="24" name="Picture Placeholder 14">
            <a:extLst>
              <a:ext uri="{FF2B5EF4-FFF2-40B4-BE49-F238E27FC236}">
                <a16:creationId xmlns:a16="http://schemas.microsoft.com/office/drawing/2014/main" id="{770DC091-DD84-E985-38FC-1D5ACA0845A1}"/>
              </a:ext>
            </a:extLst>
          </p:cNvPr>
          <p:cNvSpPr>
            <a:spLocks noGrp="1"/>
          </p:cNvSpPr>
          <p:nvPr>
            <p:ph type="pic" sz="quarter" idx="35"/>
          </p:nvPr>
        </p:nvSpPr>
        <p:spPr>
          <a:xfrm>
            <a:off x="8222367" y="3502800"/>
            <a:ext cx="502962" cy="504000"/>
          </a:xfrm>
        </p:spPr>
        <p:txBody>
          <a:bodyPr anchor="ctr"/>
          <a:lstStyle>
            <a:lvl1pPr marL="0" indent="0" algn="ctr">
              <a:buNone/>
              <a:defRPr sz="800"/>
            </a:lvl1pPr>
          </a:lstStyle>
          <a:p>
            <a:r>
              <a:rPr lang="ko-KR" altLang="en-US"/>
              <a:t>그림을 추가하려면 아이콘을 클릭하십시오</a:t>
            </a:r>
            <a:endParaRPr lang="en-GB"/>
          </a:p>
        </p:txBody>
      </p:sp>
    </p:spTree>
    <p:extLst>
      <p:ext uri="{BB962C8B-B14F-4D97-AF65-F5344CB8AC3E}">
        <p14:creationId xmlns:p14="http://schemas.microsoft.com/office/powerpoint/2010/main" val="29325756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AD6B1-3EFA-DC15-FA38-C5DFFE8BD92E}"/>
              </a:ext>
            </a:extLst>
          </p:cNvPr>
          <p:cNvSpPr>
            <a:spLocks noGrp="1"/>
          </p:cNvSpPr>
          <p:nvPr>
            <p:ph type="title"/>
          </p:nvPr>
        </p:nvSpPr>
        <p:spPr>
          <a:xfrm>
            <a:off x="306000" y="2422800"/>
            <a:ext cx="11581200" cy="360000"/>
          </a:xfrm>
        </p:spPr>
        <p:txBody>
          <a:bodyPr anchor="t"/>
          <a:lstStyle/>
          <a:p>
            <a:r>
              <a:rPr lang="ko-KR" altLang="en-US"/>
              <a:t>마스터 제목 스타일 편집</a:t>
            </a:r>
            <a:endParaRPr lang="en-GB" dirty="0"/>
          </a:p>
        </p:txBody>
      </p:sp>
      <p:sp>
        <p:nvSpPr>
          <p:cNvPr id="3" name="Date Placeholder 2">
            <a:extLst>
              <a:ext uri="{FF2B5EF4-FFF2-40B4-BE49-F238E27FC236}">
                <a16:creationId xmlns:a16="http://schemas.microsoft.com/office/drawing/2014/main" id="{84823C6B-F584-EFF0-D4B2-F50D4DEE6D6D}"/>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0E8608B-C9BE-0115-D98A-80D843DB3C2B}"/>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C8BE60D8-D1AB-0B88-66B3-B28585C5AA28}"/>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7" name="Text Placeholder 6">
            <a:extLst>
              <a:ext uri="{FF2B5EF4-FFF2-40B4-BE49-F238E27FC236}">
                <a16:creationId xmlns:a16="http://schemas.microsoft.com/office/drawing/2014/main" id="{A9594359-489A-D8EC-A63B-358473973D9E}"/>
              </a:ext>
            </a:extLst>
          </p:cNvPr>
          <p:cNvSpPr>
            <a:spLocks noGrp="1"/>
          </p:cNvSpPr>
          <p:nvPr>
            <p:ph type="body" sz="quarter" idx="13"/>
          </p:nvPr>
        </p:nvSpPr>
        <p:spPr>
          <a:xfrm>
            <a:off x="304800" y="2869248"/>
            <a:ext cx="11581200" cy="1590675"/>
          </a:xfrm>
        </p:spPr>
        <p:txBody>
          <a:bodyPr anchor="t"/>
          <a:lstStyle>
            <a:lvl1pPr marL="0" indent="0">
              <a:buNone/>
              <a:defRPr sz="3600" b="1"/>
            </a:lvl1pPr>
            <a:lvl2pPr marL="176213" indent="0">
              <a:buNone/>
              <a:defRPr sz="3600" b="1"/>
            </a:lvl2pPr>
            <a:lvl3pPr marL="357188" indent="0">
              <a:buNone/>
              <a:defRPr sz="3600" b="1"/>
            </a:lvl3pPr>
            <a:lvl4pPr marL="534988" indent="0">
              <a:buNone/>
              <a:defRPr sz="3600" b="1"/>
            </a:lvl4pPr>
            <a:lvl5pPr marL="715963" indent="0">
              <a:buNone/>
              <a:defRPr sz="3600" b="1"/>
            </a:lvl5pPr>
          </a:lstStyle>
          <a:p>
            <a:pPr lvl="0"/>
            <a:r>
              <a:rPr lang="ko-KR" altLang="en-US"/>
              <a:t>마스터 텍스트 스타일을 편집하려면 클릭</a:t>
            </a:r>
          </a:p>
        </p:txBody>
      </p:sp>
    </p:spTree>
    <p:extLst>
      <p:ext uri="{BB962C8B-B14F-4D97-AF65-F5344CB8AC3E}">
        <p14:creationId xmlns:p14="http://schemas.microsoft.com/office/powerpoint/2010/main" val="2124327087"/>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EE27-6D9E-2EA1-121A-B2BD253AB8CA}"/>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78A4EC3D-D47F-716A-A151-ADE5FB2C0D15}"/>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12C25ECD-39EC-4E11-7048-B8F19CE2AAFA}"/>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37252932-21A5-5D5D-CBD0-B1D05162BFF2}"/>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0202DCC5-A246-1BAC-FE34-93992F42C806}"/>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Picture Placeholder 7">
            <a:extLst>
              <a:ext uri="{FF2B5EF4-FFF2-40B4-BE49-F238E27FC236}">
                <a16:creationId xmlns:a16="http://schemas.microsoft.com/office/drawing/2014/main" id="{7AC093CF-9094-42B3-E644-4B1D722C8086}"/>
              </a:ext>
            </a:extLst>
          </p:cNvPr>
          <p:cNvSpPr>
            <a:spLocks noGrp="1"/>
          </p:cNvSpPr>
          <p:nvPr>
            <p:ph type="pic" sz="quarter" idx="14"/>
          </p:nvPr>
        </p:nvSpPr>
        <p:spPr>
          <a:xfrm>
            <a:off x="306000" y="1258889"/>
            <a:ext cx="5648400" cy="4691062"/>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9" name="Text Placeholder 8">
            <a:extLst>
              <a:ext uri="{FF2B5EF4-FFF2-40B4-BE49-F238E27FC236}">
                <a16:creationId xmlns:a16="http://schemas.microsoft.com/office/drawing/2014/main" id="{75E81BA9-7009-A36E-9F02-FC2536F7D46E}"/>
              </a:ext>
            </a:extLst>
          </p:cNvPr>
          <p:cNvSpPr>
            <a:spLocks noGrp="1"/>
          </p:cNvSpPr>
          <p:nvPr>
            <p:ph type="body" sz="quarter" idx="15"/>
          </p:nvPr>
        </p:nvSpPr>
        <p:spPr>
          <a:xfrm>
            <a:off x="6243563" y="1258888"/>
            <a:ext cx="5648400" cy="4240212"/>
          </a:xfrm>
        </p:spPr>
        <p:txBody>
          <a:bodyPr anchor="t"/>
          <a:lstStyle>
            <a:lvl1pPr marL="157163" indent="-157163">
              <a:buNone/>
              <a:defRPr sz="2400" b="1"/>
            </a:lvl1pPr>
            <a:lvl2pPr marL="176213" indent="0">
              <a:buNone/>
              <a:defRPr sz="2400" b="1"/>
            </a:lvl2pPr>
            <a:lvl3pPr marL="357188" indent="0">
              <a:buNone/>
              <a:defRPr sz="2400" b="1"/>
            </a:lvl3pPr>
            <a:lvl4pPr marL="534988" indent="0">
              <a:buNone/>
              <a:defRPr sz="2400" b="1"/>
            </a:lvl4pPr>
            <a:lvl5pPr marL="715963" indent="0">
              <a:buNone/>
              <a:defRPr sz="2400" b="1"/>
            </a:lvl5pPr>
          </a:lstStyle>
          <a:p>
            <a:pPr lvl="0"/>
            <a:r>
              <a:rPr lang="ko-KR" altLang="en-US"/>
              <a:t>마스터 텍스트 스타일을 편집하려면 클릭</a:t>
            </a:r>
          </a:p>
        </p:txBody>
      </p:sp>
      <p:sp>
        <p:nvSpPr>
          <p:cNvPr id="8" name="Text Placeholder 12">
            <a:extLst>
              <a:ext uri="{FF2B5EF4-FFF2-40B4-BE49-F238E27FC236}">
                <a16:creationId xmlns:a16="http://schemas.microsoft.com/office/drawing/2014/main" id="{DD79567B-BA61-21E3-EB1B-6B95C8E88DE1}"/>
              </a:ext>
            </a:extLst>
          </p:cNvPr>
          <p:cNvSpPr>
            <a:spLocks noGrp="1"/>
          </p:cNvSpPr>
          <p:nvPr>
            <p:ph type="body" sz="quarter" idx="19" hasCustomPrompt="1"/>
          </p:nvPr>
        </p:nvSpPr>
        <p:spPr>
          <a:xfrm>
            <a:off x="6237602" y="5499100"/>
            <a:ext cx="5648398" cy="450850"/>
          </a:xfrm>
        </p:spPr>
        <p:txBody>
          <a:bodyPr/>
          <a:lstStyle>
            <a:lvl1pPr marL="0" indent="0">
              <a:buNone/>
              <a:defRPr sz="1200" b="1"/>
            </a:lvl1pPr>
            <a:lvl2pPr>
              <a:defRPr sz="1200" b="1"/>
            </a:lvl2pPr>
            <a:lvl3pPr>
              <a:defRPr sz="1200" b="1"/>
            </a:lvl3pPr>
            <a:lvl4pPr>
              <a:defRPr sz="1200" b="1"/>
            </a:lvl4pPr>
            <a:lvl5pPr>
              <a:defRPr sz="1200" b="1"/>
            </a:lvl5pPr>
          </a:lstStyle>
          <a:p>
            <a:pPr lvl="0"/>
            <a:r>
              <a:rPr lang="en-US" dirty="0"/>
              <a:t>Name, Job Title</a:t>
            </a:r>
          </a:p>
        </p:txBody>
      </p:sp>
    </p:spTree>
    <p:extLst>
      <p:ext uri="{BB962C8B-B14F-4D97-AF65-F5344CB8AC3E}">
        <p14:creationId xmlns:p14="http://schemas.microsoft.com/office/powerpoint/2010/main" val="264091646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lternative_Quote layout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644ABC-A943-3ED6-C41B-5AFF1F1E01A8}"/>
              </a:ext>
            </a:extLst>
          </p:cNvPr>
          <p:cNvSpPr/>
          <p:nvPr userDrawn="1"/>
        </p:nvSpPr>
        <p:spPr>
          <a:xfrm>
            <a:off x="7569201" y="1"/>
            <a:ext cx="4622800" cy="685481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40BEE27-6D9E-2EA1-121A-B2BD253AB8CA}"/>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78A4EC3D-D47F-716A-A151-ADE5FB2C0D15}"/>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12C25ECD-39EC-4E11-7048-B8F19CE2AAFA}"/>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37252932-21A5-5D5D-CBD0-B1D05162BFF2}"/>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0202DCC5-A246-1BAC-FE34-93992F42C806}"/>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75E81BA9-7009-A36E-9F02-FC2536F7D46E}"/>
              </a:ext>
            </a:extLst>
          </p:cNvPr>
          <p:cNvSpPr>
            <a:spLocks noGrp="1"/>
          </p:cNvSpPr>
          <p:nvPr>
            <p:ph type="body" sz="quarter" idx="15" hasCustomPrompt="1"/>
          </p:nvPr>
        </p:nvSpPr>
        <p:spPr>
          <a:xfrm>
            <a:off x="7997735" y="1260000"/>
            <a:ext cx="3748720" cy="4239100"/>
          </a:xfrm>
        </p:spPr>
        <p:txBody>
          <a:bodyPr/>
          <a:lstStyle>
            <a:lvl1pPr marL="120650" indent="-120650">
              <a:buNone/>
              <a:defRPr sz="2400" b="0"/>
            </a:lvl1pPr>
            <a:lvl2pPr marL="176213" indent="0">
              <a:buNone/>
              <a:defRPr sz="2400" b="1"/>
            </a:lvl2pPr>
            <a:lvl3pPr marL="357188" indent="0">
              <a:buNone/>
              <a:defRPr sz="2400" b="1"/>
            </a:lvl3pPr>
            <a:lvl4pPr marL="534988" indent="0">
              <a:buNone/>
              <a:defRPr sz="2400" b="1"/>
            </a:lvl4pPr>
            <a:lvl5pPr marL="715963" indent="0">
              <a:buNone/>
              <a:defRPr sz="2400" b="1"/>
            </a:lvl5pPr>
          </a:lstStyle>
          <a:p>
            <a:pPr lvl="0"/>
            <a:r>
              <a:rPr lang="en-US" dirty="0"/>
              <a:t>“Click to edit Master text styles</a:t>
            </a:r>
          </a:p>
        </p:txBody>
      </p:sp>
      <p:sp>
        <p:nvSpPr>
          <p:cNvPr id="8" name="Text Placeholder 8">
            <a:extLst>
              <a:ext uri="{FF2B5EF4-FFF2-40B4-BE49-F238E27FC236}">
                <a16:creationId xmlns:a16="http://schemas.microsoft.com/office/drawing/2014/main" id="{F8DBE469-FA96-A611-CE98-0F2F91BDD651}"/>
              </a:ext>
            </a:extLst>
          </p:cNvPr>
          <p:cNvSpPr>
            <a:spLocks noGrp="1"/>
          </p:cNvSpPr>
          <p:nvPr>
            <p:ph type="body" sz="quarter" idx="14" hasCustomPrompt="1"/>
          </p:nvPr>
        </p:nvSpPr>
        <p:spPr>
          <a:xfrm>
            <a:off x="305997" y="1260000"/>
            <a:ext cx="7200000" cy="334800"/>
          </a:xfrm>
        </p:spPr>
        <p:txBody>
          <a:bodyPr/>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Content Placeholder 10">
            <a:extLst>
              <a:ext uri="{FF2B5EF4-FFF2-40B4-BE49-F238E27FC236}">
                <a16:creationId xmlns:a16="http://schemas.microsoft.com/office/drawing/2014/main" id="{F390D26B-A5B3-53AF-787D-CA185DA722E3}"/>
              </a:ext>
            </a:extLst>
          </p:cNvPr>
          <p:cNvSpPr>
            <a:spLocks noGrp="1"/>
          </p:cNvSpPr>
          <p:nvPr>
            <p:ph sz="quarter" idx="18"/>
          </p:nvPr>
        </p:nvSpPr>
        <p:spPr>
          <a:xfrm>
            <a:off x="305998" y="1692000"/>
            <a:ext cx="7200000"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pic>
        <p:nvPicPr>
          <p:cNvPr id="10" name="Picture 9" descr="Blue letters on a black background&#10;&#10;Description automatically generated">
            <a:extLst>
              <a:ext uri="{FF2B5EF4-FFF2-40B4-BE49-F238E27FC236}">
                <a16:creationId xmlns:a16="http://schemas.microsoft.com/office/drawing/2014/main" id="{A695A264-93AA-CE06-BF63-CD04C406C7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11963" y="6164997"/>
            <a:ext cx="1080000" cy="454003"/>
          </a:xfrm>
          <a:prstGeom prst="rect">
            <a:avLst/>
          </a:prstGeom>
        </p:spPr>
      </p:pic>
      <p:sp>
        <p:nvSpPr>
          <p:cNvPr id="12" name="Text Placeholder 12">
            <a:extLst>
              <a:ext uri="{FF2B5EF4-FFF2-40B4-BE49-F238E27FC236}">
                <a16:creationId xmlns:a16="http://schemas.microsoft.com/office/drawing/2014/main" id="{29C61118-65C4-E1C5-E036-604CF0B059E8}"/>
              </a:ext>
            </a:extLst>
          </p:cNvPr>
          <p:cNvSpPr>
            <a:spLocks noGrp="1"/>
          </p:cNvSpPr>
          <p:nvPr>
            <p:ph type="body" sz="quarter" idx="19" hasCustomPrompt="1"/>
          </p:nvPr>
        </p:nvSpPr>
        <p:spPr>
          <a:xfrm>
            <a:off x="7997735" y="5499100"/>
            <a:ext cx="3748720" cy="450850"/>
          </a:xfrm>
        </p:spPr>
        <p:txBody>
          <a:bodyPr/>
          <a:lstStyle>
            <a:lvl1pPr marL="0" indent="0">
              <a:buNone/>
              <a:defRPr sz="1200" b="1"/>
            </a:lvl1pPr>
            <a:lvl2pPr>
              <a:defRPr sz="1200" b="1"/>
            </a:lvl2pPr>
            <a:lvl3pPr>
              <a:defRPr sz="1200" b="1"/>
            </a:lvl3pPr>
            <a:lvl4pPr>
              <a:defRPr sz="1200" b="1"/>
            </a:lvl4pPr>
            <a:lvl5pPr>
              <a:defRPr sz="1200" b="1"/>
            </a:lvl5pPr>
          </a:lstStyle>
          <a:p>
            <a:pPr lvl="0"/>
            <a:r>
              <a:rPr lang="en-US" dirty="0"/>
              <a:t>Name, Job Title</a:t>
            </a:r>
          </a:p>
        </p:txBody>
      </p:sp>
    </p:spTree>
    <p:extLst>
      <p:ext uri="{BB962C8B-B14F-4D97-AF65-F5344CB8AC3E}">
        <p14:creationId xmlns:p14="http://schemas.microsoft.com/office/powerpoint/2010/main" val="2651509866"/>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lumns with right highl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9F930D-35CB-01D0-4761-E9A6692624F6}"/>
              </a:ext>
            </a:extLst>
          </p:cNvPr>
          <p:cNvSpPr/>
          <p:nvPr userDrawn="1"/>
        </p:nvSpPr>
        <p:spPr>
          <a:xfrm>
            <a:off x="7569201" y="1"/>
            <a:ext cx="4622800" cy="685481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2FAA43-049E-0EDB-73E3-7ED4429EAC21}"/>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7BB65ECB-6708-A610-4029-A91BD50C7BF5}"/>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E33E1FAB-C451-E465-8500-00AEE22D82FB}"/>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AEB4D2BA-FFC1-18C8-F9F3-DBECD87DE183}"/>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75F5A8C2-A4E5-0B25-09CD-E49B87376758}"/>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pic>
        <p:nvPicPr>
          <p:cNvPr id="8" name="Picture 7" descr="Blue letters on a black background&#10;&#10;Description automatically generated">
            <a:extLst>
              <a:ext uri="{FF2B5EF4-FFF2-40B4-BE49-F238E27FC236}">
                <a16:creationId xmlns:a16="http://schemas.microsoft.com/office/drawing/2014/main" id="{C31CD433-4D6D-8EAB-439A-3F97BE7866B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11963" y="6164997"/>
            <a:ext cx="1080000" cy="454003"/>
          </a:xfrm>
          <a:prstGeom prst="rect">
            <a:avLst/>
          </a:prstGeom>
        </p:spPr>
      </p:pic>
      <p:sp>
        <p:nvSpPr>
          <p:cNvPr id="11" name="Content Placeholder 9">
            <a:extLst>
              <a:ext uri="{FF2B5EF4-FFF2-40B4-BE49-F238E27FC236}">
                <a16:creationId xmlns:a16="http://schemas.microsoft.com/office/drawing/2014/main" id="{92E247C2-C9E4-83C5-F04A-E5EA50CF0DAD}"/>
              </a:ext>
            </a:extLst>
          </p:cNvPr>
          <p:cNvSpPr>
            <a:spLocks noGrp="1"/>
          </p:cNvSpPr>
          <p:nvPr>
            <p:ph sz="quarter" idx="15"/>
          </p:nvPr>
        </p:nvSpPr>
        <p:spPr>
          <a:xfrm>
            <a:off x="7876131" y="1258888"/>
            <a:ext cx="4011069" cy="4691062"/>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14" name="Text Placeholder 8">
            <a:extLst>
              <a:ext uri="{FF2B5EF4-FFF2-40B4-BE49-F238E27FC236}">
                <a16:creationId xmlns:a16="http://schemas.microsoft.com/office/drawing/2014/main" id="{DFC463AB-4BD2-49D5-767F-54FC8EA65B16}"/>
              </a:ext>
            </a:extLst>
          </p:cNvPr>
          <p:cNvSpPr>
            <a:spLocks noGrp="1"/>
          </p:cNvSpPr>
          <p:nvPr>
            <p:ph type="body" sz="quarter" idx="14" hasCustomPrompt="1"/>
          </p:nvPr>
        </p:nvSpPr>
        <p:spPr>
          <a:xfrm>
            <a:off x="305997" y="1260000"/>
            <a:ext cx="6958402"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5" name="Content Placeholder 10">
            <a:extLst>
              <a:ext uri="{FF2B5EF4-FFF2-40B4-BE49-F238E27FC236}">
                <a16:creationId xmlns:a16="http://schemas.microsoft.com/office/drawing/2014/main" id="{271815FF-0161-8C49-AB75-C04614AA1BB6}"/>
              </a:ext>
            </a:extLst>
          </p:cNvPr>
          <p:cNvSpPr>
            <a:spLocks noGrp="1"/>
          </p:cNvSpPr>
          <p:nvPr>
            <p:ph sz="quarter" idx="18"/>
          </p:nvPr>
        </p:nvSpPr>
        <p:spPr>
          <a:xfrm>
            <a:off x="305998" y="1692000"/>
            <a:ext cx="6958402" cy="425795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2700108508"/>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6774D-425F-4BC0-2A89-D4FFAD2D27AF}"/>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7ECD2A33-8FED-378E-7CD7-17B365A7EE5E}"/>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C4581165-1F65-1CE8-67D1-821449075D53}"/>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FBEC5859-8CFE-67C8-1FC8-66D5E71B9837}"/>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8D3BA3C3-C7E2-5DDF-A5DF-F098DEE555F9}"/>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Tree>
    <p:extLst>
      <p:ext uri="{BB962C8B-B14F-4D97-AF65-F5344CB8AC3E}">
        <p14:creationId xmlns:p14="http://schemas.microsoft.com/office/powerpoint/2010/main" val="133083844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EE27-6D9E-2EA1-121A-B2BD253AB8CA}"/>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78A4EC3D-D47F-716A-A151-ADE5FB2C0D15}"/>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12C25ECD-39EC-4E11-7048-B8F19CE2AAFA}"/>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37252932-21A5-5D5D-CBD0-B1D05162BFF2}"/>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0202DCC5-A246-1BAC-FE34-93992F42C806}"/>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15" name="Text Placeholder 14">
            <a:extLst>
              <a:ext uri="{FF2B5EF4-FFF2-40B4-BE49-F238E27FC236}">
                <a16:creationId xmlns:a16="http://schemas.microsoft.com/office/drawing/2014/main" id="{672A2661-F0D3-EA1A-1204-1F0DD202305C}"/>
              </a:ext>
            </a:extLst>
          </p:cNvPr>
          <p:cNvSpPr>
            <a:spLocks noGrp="1"/>
          </p:cNvSpPr>
          <p:nvPr>
            <p:ph type="body" sz="quarter" idx="14" hasCustomPrompt="1"/>
          </p:nvPr>
        </p:nvSpPr>
        <p:spPr>
          <a:xfrm>
            <a:off x="306000" y="1260000"/>
            <a:ext cx="3276128" cy="360000"/>
          </a:xfrm>
        </p:spPr>
        <p:txBody>
          <a:bodyPr anchor="t"/>
          <a:lstStyle>
            <a:lvl1pPr marL="0" indent="0">
              <a:buNone/>
              <a:defRPr/>
            </a:lvl1pPr>
          </a:lstStyle>
          <a:p>
            <a:pPr lvl="0"/>
            <a:r>
              <a:rPr lang="en-US" dirty="0"/>
              <a:t>Our team</a:t>
            </a:r>
            <a:endParaRPr lang="en-GB" dirty="0"/>
          </a:p>
        </p:txBody>
      </p:sp>
      <p:sp>
        <p:nvSpPr>
          <p:cNvPr id="17" name="Text Placeholder 16">
            <a:extLst>
              <a:ext uri="{FF2B5EF4-FFF2-40B4-BE49-F238E27FC236}">
                <a16:creationId xmlns:a16="http://schemas.microsoft.com/office/drawing/2014/main" id="{06AAF7BD-B690-19AE-85DD-D64C07178B94}"/>
              </a:ext>
            </a:extLst>
          </p:cNvPr>
          <p:cNvSpPr>
            <a:spLocks noGrp="1"/>
          </p:cNvSpPr>
          <p:nvPr>
            <p:ph type="body" sz="quarter" idx="15"/>
          </p:nvPr>
        </p:nvSpPr>
        <p:spPr>
          <a:xfrm>
            <a:off x="304800" y="1692000"/>
            <a:ext cx="3277200" cy="1501775"/>
          </a:xfrm>
        </p:spPr>
        <p:txBody>
          <a:bodyPr anchor="t"/>
          <a:lstStyle>
            <a:lvl1pPr marL="0" indent="0">
              <a:buNone/>
              <a:defRPr sz="2400" b="1"/>
            </a:lvl1pPr>
            <a:lvl2pPr marL="176213" indent="0">
              <a:buNone/>
              <a:defRPr sz="2400" b="1"/>
            </a:lvl2pPr>
            <a:lvl3pPr marL="357188" indent="0">
              <a:buNone/>
              <a:defRPr sz="2400" b="1"/>
            </a:lvl3pPr>
            <a:lvl4pPr marL="534988" indent="0">
              <a:buNone/>
              <a:defRPr sz="2400" b="1"/>
            </a:lvl4pPr>
            <a:lvl5pPr marL="715963" indent="0">
              <a:buNone/>
              <a:defRPr sz="2400" b="1"/>
            </a:lvl5pPr>
          </a:lstStyle>
          <a:p>
            <a:pPr lvl="0"/>
            <a:r>
              <a:rPr lang="ko-KR" altLang="en-US"/>
              <a:t>마스터 텍스트 스타일을 편집하려면 클릭</a:t>
            </a:r>
          </a:p>
        </p:txBody>
      </p:sp>
      <p:sp>
        <p:nvSpPr>
          <p:cNvPr id="20" name="Picture Placeholder 19">
            <a:extLst>
              <a:ext uri="{FF2B5EF4-FFF2-40B4-BE49-F238E27FC236}">
                <a16:creationId xmlns:a16="http://schemas.microsoft.com/office/drawing/2014/main" id="{8D23521A-6BFC-0413-2BE0-68637565C490}"/>
              </a:ext>
            </a:extLst>
          </p:cNvPr>
          <p:cNvSpPr>
            <a:spLocks noGrp="1"/>
          </p:cNvSpPr>
          <p:nvPr>
            <p:ph type="pic" sz="quarter" idx="16"/>
          </p:nvPr>
        </p:nvSpPr>
        <p:spPr>
          <a:xfrm>
            <a:off x="3821498" y="1260000"/>
            <a:ext cx="1638000" cy="1638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1" name="Picture Placeholder 19">
            <a:extLst>
              <a:ext uri="{FF2B5EF4-FFF2-40B4-BE49-F238E27FC236}">
                <a16:creationId xmlns:a16="http://schemas.microsoft.com/office/drawing/2014/main" id="{777DA299-DF9F-AA0B-EBD9-B89A2B27B94D}"/>
              </a:ext>
            </a:extLst>
          </p:cNvPr>
          <p:cNvSpPr>
            <a:spLocks noGrp="1"/>
          </p:cNvSpPr>
          <p:nvPr>
            <p:ph type="pic" sz="quarter" idx="17"/>
          </p:nvPr>
        </p:nvSpPr>
        <p:spPr>
          <a:xfrm>
            <a:off x="7973498" y="1260000"/>
            <a:ext cx="1638000" cy="1638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2" name="Picture Placeholder 19">
            <a:extLst>
              <a:ext uri="{FF2B5EF4-FFF2-40B4-BE49-F238E27FC236}">
                <a16:creationId xmlns:a16="http://schemas.microsoft.com/office/drawing/2014/main" id="{9EDEE6B0-32AE-5C3F-B6C7-53332D9C70E4}"/>
              </a:ext>
            </a:extLst>
          </p:cNvPr>
          <p:cNvSpPr>
            <a:spLocks noGrp="1"/>
          </p:cNvSpPr>
          <p:nvPr>
            <p:ph type="pic" sz="quarter" idx="18"/>
          </p:nvPr>
        </p:nvSpPr>
        <p:spPr>
          <a:xfrm>
            <a:off x="3821498" y="3652524"/>
            <a:ext cx="1638000" cy="1638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3" name="Picture Placeholder 19">
            <a:extLst>
              <a:ext uri="{FF2B5EF4-FFF2-40B4-BE49-F238E27FC236}">
                <a16:creationId xmlns:a16="http://schemas.microsoft.com/office/drawing/2014/main" id="{62F9F762-D9F9-DA71-29D1-C79016D1A8D0}"/>
              </a:ext>
            </a:extLst>
          </p:cNvPr>
          <p:cNvSpPr>
            <a:spLocks noGrp="1"/>
          </p:cNvSpPr>
          <p:nvPr>
            <p:ph type="pic" sz="quarter" idx="19"/>
          </p:nvPr>
        </p:nvSpPr>
        <p:spPr>
          <a:xfrm>
            <a:off x="7973498" y="3652524"/>
            <a:ext cx="1638000" cy="1638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5" name="Text Placeholder 24">
            <a:extLst>
              <a:ext uri="{FF2B5EF4-FFF2-40B4-BE49-F238E27FC236}">
                <a16:creationId xmlns:a16="http://schemas.microsoft.com/office/drawing/2014/main" id="{E33872C5-04BF-F8E7-4D24-9D0D57B1BB24}"/>
              </a:ext>
            </a:extLst>
          </p:cNvPr>
          <p:cNvSpPr>
            <a:spLocks noGrp="1"/>
          </p:cNvSpPr>
          <p:nvPr>
            <p:ph type="body" sz="quarter" idx="20" hasCustomPrompt="1"/>
          </p:nvPr>
        </p:nvSpPr>
        <p:spPr>
          <a:xfrm>
            <a:off x="5706949" y="2117664"/>
            <a:ext cx="2027051" cy="360000"/>
          </a:xfrm>
        </p:spPr>
        <p:txBody>
          <a:bodyPr/>
          <a:lstStyle>
            <a:lvl1pPr marL="0" indent="0">
              <a:buNone/>
              <a:defRPr b="1"/>
            </a:lvl1pPr>
          </a:lstStyle>
          <a:p>
            <a:pPr lvl="0"/>
            <a:r>
              <a:rPr lang="en-US" dirty="0"/>
              <a:t>Name surname</a:t>
            </a:r>
            <a:endParaRPr lang="en-GB" dirty="0"/>
          </a:p>
        </p:txBody>
      </p:sp>
      <p:sp>
        <p:nvSpPr>
          <p:cNvPr id="26" name="Text Placeholder 24">
            <a:extLst>
              <a:ext uri="{FF2B5EF4-FFF2-40B4-BE49-F238E27FC236}">
                <a16:creationId xmlns:a16="http://schemas.microsoft.com/office/drawing/2014/main" id="{FBD4C676-D3A0-7C78-8E0C-1156D9E4EFC2}"/>
              </a:ext>
            </a:extLst>
          </p:cNvPr>
          <p:cNvSpPr>
            <a:spLocks noGrp="1"/>
          </p:cNvSpPr>
          <p:nvPr>
            <p:ph type="body" sz="quarter" idx="21" hasCustomPrompt="1"/>
          </p:nvPr>
        </p:nvSpPr>
        <p:spPr>
          <a:xfrm>
            <a:off x="5706949" y="2538000"/>
            <a:ext cx="2027051" cy="360000"/>
          </a:xfrm>
        </p:spPr>
        <p:txBody>
          <a:bodyPr/>
          <a:lstStyle>
            <a:lvl1pPr marL="0" indent="0">
              <a:buNone/>
              <a:defRPr b="0"/>
            </a:lvl1pPr>
          </a:lstStyle>
          <a:p>
            <a:pPr lvl="0"/>
            <a:r>
              <a:rPr lang="en-US" dirty="0"/>
              <a:t>Job title</a:t>
            </a:r>
            <a:endParaRPr lang="en-GB" dirty="0"/>
          </a:p>
        </p:txBody>
      </p:sp>
      <p:sp>
        <p:nvSpPr>
          <p:cNvPr id="27" name="Text Placeholder 24">
            <a:extLst>
              <a:ext uri="{FF2B5EF4-FFF2-40B4-BE49-F238E27FC236}">
                <a16:creationId xmlns:a16="http://schemas.microsoft.com/office/drawing/2014/main" id="{5A2D47DF-6C80-9D62-8F40-BED8626C265A}"/>
              </a:ext>
            </a:extLst>
          </p:cNvPr>
          <p:cNvSpPr>
            <a:spLocks noGrp="1"/>
          </p:cNvSpPr>
          <p:nvPr>
            <p:ph type="body" sz="quarter" idx="22" hasCustomPrompt="1"/>
          </p:nvPr>
        </p:nvSpPr>
        <p:spPr>
          <a:xfrm>
            <a:off x="9858949" y="2117664"/>
            <a:ext cx="2027051" cy="360000"/>
          </a:xfrm>
        </p:spPr>
        <p:txBody>
          <a:bodyPr/>
          <a:lstStyle>
            <a:lvl1pPr marL="0" indent="0">
              <a:buNone/>
              <a:defRPr b="1"/>
            </a:lvl1pPr>
          </a:lstStyle>
          <a:p>
            <a:pPr lvl="0"/>
            <a:r>
              <a:rPr lang="en-US" dirty="0"/>
              <a:t>Name surname</a:t>
            </a:r>
            <a:endParaRPr lang="en-GB" dirty="0"/>
          </a:p>
        </p:txBody>
      </p:sp>
      <p:sp>
        <p:nvSpPr>
          <p:cNvPr id="28" name="Text Placeholder 24">
            <a:extLst>
              <a:ext uri="{FF2B5EF4-FFF2-40B4-BE49-F238E27FC236}">
                <a16:creationId xmlns:a16="http://schemas.microsoft.com/office/drawing/2014/main" id="{124E0AA2-5A10-C4F8-7FF7-3331E936DA95}"/>
              </a:ext>
            </a:extLst>
          </p:cNvPr>
          <p:cNvSpPr>
            <a:spLocks noGrp="1"/>
          </p:cNvSpPr>
          <p:nvPr>
            <p:ph type="body" sz="quarter" idx="23" hasCustomPrompt="1"/>
          </p:nvPr>
        </p:nvSpPr>
        <p:spPr>
          <a:xfrm>
            <a:off x="9858949" y="2538000"/>
            <a:ext cx="2027051" cy="360000"/>
          </a:xfrm>
        </p:spPr>
        <p:txBody>
          <a:bodyPr/>
          <a:lstStyle>
            <a:lvl1pPr marL="0" indent="0">
              <a:buNone/>
              <a:defRPr b="0"/>
            </a:lvl1pPr>
          </a:lstStyle>
          <a:p>
            <a:pPr lvl="0"/>
            <a:r>
              <a:rPr lang="en-US" dirty="0"/>
              <a:t>Job title</a:t>
            </a:r>
            <a:endParaRPr lang="en-GB" dirty="0"/>
          </a:p>
        </p:txBody>
      </p:sp>
      <p:sp>
        <p:nvSpPr>
          <p:cNvPr id="29" name="Text Placeholder 24">
            <a:extLst>
              <a:ext uri="{FF2B5EF4-FFF2-40B4-BE49-F238E27FC236}">
                <a16:creationId xmlns:a16="http://schemas.microsoft.com/office/drawing/2014/main" id="{8BDB34A3-36A9-DFDC-3C94-2120F1A7EB46}"/>
              </a:ext>
            </a:extLst>
          </p:cNvPr>
          <p:cNvSpPr>
            <a:spLocks noGrp="1"/>
          </p:cNvSpPr>
          <p:nvPr>
            <p:ph type="body" sz="quarter" idx="24" hasCustomPrompt="1"/>
          </p:nvPr>
        </p:nvSpPr>
        <p:spPr>
          <a:xfrm>
            <a:off x="5706949" y="4510188"/>
            <a:ext cx="2027051" cy="360000"/>
          </a:xfrm>
        </p:spPr>
        <p:txBody>
          <a:bodyPr/>
          <a:lstStyle>
            <a:lvl1pPr marL="0" indent="0">
              <a:buNone/>
              <a:defRPr b="1"/>
            </a:lvl1pPr>
          </a:lstStyle>
          <a:p>
            <a:pPr lvl="0"/>
            <a:r>
              <a:rPr lang="en-US" dirty="0"/>
              <a:t>Name surname</a:t>
            </a:r>
            <a:endParaRPr lang="en-GB" dirty="0"/>
          </a:p>
        </p:txBody>
      </p:sp>
      <p:sp>
        <p:nvSpPr>
          <p:cNvPr id="30" name="Text Placeholder 24">
            <a:extLst>
              <a:ext uri="{FF2B5EF4-FFF2-40B4-BE49-F238E27FC236}">
                <a16:creationId xmlns:a16="http://schemas.microsoft.com/office/drawing/2014/main" id="{A3717ED6-BDEA-E997-D0EF-C7FC7E6B0A2F}"/>
              </a:ext>
            </a:extLst>
          </p:cNvPr>
          <p:cNvSpPr>
            <a:spLocks noGrp="1"/>
          </p:cNvSpPr>
          <p:nvPr>
            <p:ph type="body" sz="quarter" idx="25" hasCustomPrompt="1"/>
          </p:nvPr>
        </p:nvSpPr>
        <p:spPr>
          <a:xfrm>
            <a:off x="5706949" y="4930524"/>
            <a:ext cx="2027051" cy="360000"/>
          </a:xfrm>
        </p:spPr>
        <p:txBody>
          <a:bodyPr/>
          <a:lstStyle>
            <a:lvl1pPr marL="0" indent="0">
              <a:buNone/>
              <a:defRPr b="0"/>
            </a:lvl1pPr>
          </a:lstStyle>
          <a:p>
            <a:pPr lvl="0"/>
            <a:r>
              <a:rPr lang="en-US" dirty="0"/>
              <a:t>Job title</a:t>
            </a:r>
            <a:endParaRPr lang="en-GB" dirty="0"/>
          </a:p>
        </p:txBody>
      </p:sp>
      <p:sp>
        <p:nvSpPr>
          <p:cNvPr id="31" name="Text Placeholder 24">
            <a:extLst>
              <a:ext uri="{FF2B5EF4-FFF2-40B4-BE49-F238E27FC236}">
                <a16:creationId xmlns:a16="http://schemas.microsoft.com/office/drawing/2014/main" id="{46608C4E-A3D0-8547-0277-9E3C281776B0}"/>
              </a:ext>
            </a:extLst>
          </p:cNvPr>
          <p:cNvSpPr>
            <a:spLocks noGrp="1"/>
          </p:cNvSpPr>
          <p:nvPr>
            <p:ph type="body" sz="quarter" idx="26" hasCustomPrompt="1"/>
          </p:nvPr>
        </p:nvSpPr>
        <p:spPr>
          <a:xfrm>
            <a:off x="9858949" y="4510188"/>
            <a:ext cx="2027051" cy="360000"/>
          </a:xfrm>
        </p:spPr>
        <p:txBody>
          <a:bodyPr/>
          <a:lstStyle>
            <a:lvl1pPr marL="0" indent="0">
              <a:buNone/>
              <a:defRPr b="1"/>
            </a:lvl1pPr>
          </a:lstStyle>
          <a:p>
            <a:pPr lvl="0"/>
            <a:r>
              <a:rPr lang="en-US" dirty="0"/>
              <a:t>Name surname</a:t>
            </a:r>
            <a:endParaRPr lang="en-GB" dirty="0"/>
          </a:p>
        </p:txBody>
      </p:sp>
      <p:sp>
        <p:nvSpPr>
          <p:cNvPr id="32" name="Text Placeholder 24">
            <a:extLst>
              <a:ext uri="{FF2B5EF4-FFF2-40B4-BE49-F238E27FC236}">
                <a16:creationId xmlns:a16="http://schemas.microsoft.com/office/drawing/2014/main" id="{2F90C55D-5300-4742-EBF6-164AB6B4FC38}"/>
              </a:ext>
            </a:extLst>
          </p:cNvPr>
          <p:cNvSpPr>
            <a:spLocks noGrp="1"/>
          </p:cNvSpPr>
          <p:nvPr>
            <p:ph type="body" sz="quarter" idx="27" hasCustomPrompt="1"/>
          </p:nvPr>
        </p:nvSpPr>
        <p:spPr>
          <a:xfrm>
            <a:off x="9858949" y="4930524"/>
            <a:ext cx="2027051" cy="360000"/>
          </a:xfrm>
        </p:spPr>
        <p:txBody>
          <a:bodyPr/>
          <a:lstStyle>
            <a:lvl1pPr marL="0" indent="0">
              <a:buNone/>
              <a:defRPr b="0"/>
            </a:lvl1pPr>
          </a:lstStyle>
          <a:p>
            <a:pPr lvl="0"/>
            <a:r>
              <a:rPr lang="en-US" dirty="0"/>
              <a:t>Job title</a:t>
            </a:r>
            <a:endParaRPr lang="en-GB" dirty="0"/>
          </a:p>
        </p:txBody>
      </p:sp>
    </p:spTree>
    <p:extLst>
      <p:ext uri="{BB962C8B-B14F-4D97-AF65-F5344CB8AC3E}">
        <p14:creationId xmlns:p14="http://schemas.microsoft.com/office/powerpoint/2010/main" val="257740249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am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119A-5205-549D-6A59-CF6BFED54E12}"/>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52C064FE-D615-C9B5-75EB-0193E382BF59}"/>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AFE10F5C-6B52-D19B-BD1F-10CBDAB3DF61}"/>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8CE66C31-CED2-A64E-05C1-0BADF0DA9BA3}"/>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8" name="Text Placeholder 6">
            <a:extLst>
              <a:ext uri="{FF2B5EF4-FFF2-40B4-BE49-F238E27FC236}">
                <a16:creationId xmlns:a16="http://schemas.microsoft.com/office/drawing/2014/main" id="{98E2DB3B-3EB6-21F1-DD6A-DB825E3FBF02}"/>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5A7CD79-A047-3B0B-707A-9346E33EB891}"/>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Picture Placeholder 10">
            <a:extLst>
              <a:ext uri="{FF2B5EF4-FFF2-40B4-BE49-F238E27FC236}">
                <a16:creationId xmlns:a16="http://schemas.microsoft.com/office/drawing/2014/main" id="{4B40880E-2441-2036-7E0C-9AF61B5CE48A}"/>
              </a:ext>
            </a:extLst>
          </p:cNvPr>
          <p:cNvSpPr>
            <a:spLocks noGrp="1"/>
          </p:cNvSpPr>
          <p:nvPr>
            <p:ph type="pic" sz="quarter" idx="24"/>
          </p:nvPr>
        </p:nvSpPr>
        <p:spPr>
          <a:xfrm>
            <a:off x="306388" y="190999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dirty="0"/>
          </a:p>
        </p:txBody>
      </p:sp>
      <p:sp>
        <p:nvSpPr>
          <p:cNvPr id="13" name="Text Placeholder 12">
            <a:extLst>
              <a:ext uri="{FF2B5EF4-FFF2-40B4-BE49-F238E27FC236}">
                <a16:creationId xmlns:a16="http://schemas.microsoft.com/office/drawing/2014/main" id="{011E5CD3-DC74-79A2-F9C5-9B34E0A4C000}"/>
              </a:ext>
            </a:extLst>
          </p:cNvPr>
          <p:cNvSpPr>
            <a:spLocks noGrp="1"/>
          </p:cNvSpPr>
          <p:nvPr>
            <p:ph type="body" sz="quarter" idx="25" hasCustomPrompt="1"/>
          </p:nvPr>
        </p:nvSpPr>
        <p:spPr>
          <a:xfrm>
            <a:off x="1352550" y="2069979"/>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14" name="Text Placeholder 12">
            <a:extLst>
              <a:ext uri="{FF2B5EF4-FFF2-40B4-BE49-F238E27FC236}">
                <a16:creationId xmlns:a16="http://schemas.microsoft.com/office/drawing/2014/main" id="{42D45A9F-31F5-55C8-2DA7-272DC34A4FDC}"/>
              </a:ext>
            </a:extLst>
          </p:cNvPr>
          <p:cNvSpPr>
            <a:spLocks noGrp="1"/>
          </p:cNvSpPr>
          <p:nvPr>
            <p:ph type="body" sz="quarter" idx="26" hasCustomPrompt="1"/>
          </p:nvPr>
        </p:nvSpPr>
        <p:spPr>
          <a:xfrm>
            <a:off x="1352550" y="23589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15" name="Picture Placeholder 10">
            <a:extLst>
              <a:ext uri="{FF2B5EF4-FFF2-40B4-BE49-F238E27FC236}">
                <a16:creationId xmlns:a16="http://schemas.microsoft.com/office/drawing/2014/main" id="{0EB16D30-D682-728D-096A-539D025158CE}"/>
              </a:ext>
            </a:extLst>
          </p:cNvPr>
          <p:cNvSpPr>
            <a:spLocks noGrp="1"/>
          </p:cNvSpPr>
          <p:nvPr>
            <p:ph type="pic" sz="quarter" idx="27"/>
          </p:nvPr>
        </p:nvSpPr>
        <p:spPr>
          <a:xfrm>
            <a:off x="306388" y="3263224"/>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6" name="Text Placeholder 12">
            <a:extLst>
              <a:ext uri="{FF2B5EF4-FFF2-40B4-BE49-F238E27FC236}">
                <a16:creationId xmlns:a16="http://schemas.microsoft.com/office/drawing/2014/main" id="{51516F45-D716-2ECB-DE30-47451F44508D}"/>
              </a:ext>
            </a:extLst>
          </p:cNvPr>
          <p:cNvSpPr>
            <a:spLocks noGrp="1"/>
          </p:cNvSpPr>
          <p:nvPr>
            <p:ph type="body" sz="quarter" idx="28" hasCustomPrompt="1"/>
          </p:nvPr>
        </p:nvSpPr>
        <p:spPr>
          <a:xfrm>
            <a:off x="1352550" y="3435428"/>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17" name="Text Placeholder 12">
            <a:extLst>
              <a:ext uri="{FF2B5EF4-FFF2-40B4-BE49-F238E27FC236}">
                <a16:creationId xmlns:a16="http://schemas.microsoft.com/office/drawing/2014/main" id="{F9034FFE-349E-57E0-A97B-B0259AF286CC}"/>
              </a:ext>
            </a:extLst>
          </p:cNvPr>
          <p:cNvSpPr>
            <a:spLocks noGrp="1"/>
          </p:cNvSpPr>
          <p:nvPr>
            <p:ph type="body" sz="quarter" idx="29" hasCustomPrompt="1"/>
          </p:nvPr>
        </p:nvSpPr>
        <p:spPr>
          <a:xfrm>
            <a:off x="1352550" y="37211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18" name="Picture Placeholder 10">
            <a:extLst>
              <a:ext uri="{FF2B5EF4-FFF2-40B4-BE49-F238E27FC236}">
                <a16:creationId xmlns:a16="http://schemas.microsoft.com/office/drawing/2014/main" id="{BC84830A-754F-D374-A275-A566E5B2F199}"/>
              </a:ext>
            </a:extLst>
          </p:cNvPr>
          <p:cNvSpPr>
            <a:spLocks noGrp="1"/>
          </p:cNvSpPr>
          <p:nvPr>
            <p:ph type="pic" sz="quarter" idx="30"/>
          </p:nvPr>
        </p:nvSpPr>
        <p:spPr>
          <a:xfrm>
            <a:off x="306388" y="461644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9" name="Text Placeholder 12">
            <a:extLst>
              <a:ext uri="{FF2B5EF4-FFF2-40B4-BE49-F238E27FC236}">
                <a16:creationId xmlns:a16="http://schemas.microsoft.com/office/drawing/2014/main" id="{87A6012A-D91F-C88E-5F6A-A0C9D7978C3C}"/>
              </a:ext>
            </a:extLst>
          </p:cNvPr>
          <p:cNvSpPr>
            <a:spLocks noGrp="1"/>
          </p:cNvSpPr>
          <p:nvPr>
            <p:ph type="body" sz="quarter" idx="31" hasCustomPrompt="1"/>
          </p:nvPr>
        </p:nvSpPr>
        <p:spPr>
          <a:xfrm>
            <a:off x="1352550" y="4787002"/>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0" name="Text Placeholder 12">
            <a:extLst>
              <a:ext uri="{FF2B5EF4-FFF2-40B4-BE49-F238E27FC236}">
                <a16:creationId xmlns:a16="http://schemas.microsoft.com/office/drawing/2014/main" id="{D799F34D-A198-85E8-B6FA-D894213C8C52}"/>
              </a:ext>
            </a:extLst>
          </p:cNvPr>
          <p:cNvSpPr>
            <a:spLocks noGrp="1"/>
          </p:cNvSpPr>
          <p:nvPr>
            <p:ph type="body" sz="quarter" idx="32" hasCustomPrompt="1"/>
          </p:nvPr>
        </p:nvSpPr>
        <p:spPr>
          <a:xfrm>
            <a:off x="1352550" y="5072752"/>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21" name="Picture Placeholder 10">
            <a:extLst>
              <a:ext uri="{FF2B5EF4-FFF2-40B4-BE49-F238E27FC236}">
                <a16:creationId xmlns:a16="http://schemas.microsoft.com/office/drawing/2014/main" id="{F6A0002E-ADB8-E7E8-623B-31F88EBD7456}"/>
              </a:ext>
            </a:extLst>
          </p:cNvPr>
          <p:cNvSpPr>
            <a:spLocks noGrp="1"/>
          </p:cNvSpPr>
          <p:nvPr>
            <p:ph type="pic" sz="quarter" idx="33"/>
          </p:nvPr>
        </p:nvSpPr>
        <p:spPr>
          <a:xfrm>
            <a:off x="6103938" y="190999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2" name="Text Placeholder 12">
            <a:extLst>
              <a:ext uri="{FF2B5EF4-FFF2-40B4-BE49-F238E27FC236}">
                <a16:creationId xmlns:a16="http://schemas.microsoft.com/office/drawing/2014/main" id="{D831397A-CDEC-9164-A6D0-2344B10DA3CC}"/>
              </a:ext>
            </a:extLst>
          </p:cNvPr>
          <p:cNvSpPr>
            <a:spLocks noGrp="1"/>
          </p:cNvSpPr>
          <p:nvPr>
            <p:ph type="body" sz="quarter" idx="34" hasCustomPrompt="1"/>
          </p:nvPr>
        </p:nvSpPr>
        <p:spPr>
          <a:xfrm>
            <a:off x="7150100" y="2069979"/>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3" name="Text Placeholder 12">
            <a:extLst>
              <a:ext uri="{FF2B5EF4-FFF2-40B4-BE49-F238E27FC236}">
                <a16:creationId xmlns:a16="http://schemas.microsoft.com/office/drawing/2014/main" id="{92CEEA47-9458-21D6-F801-54AF0CCF87EC}"/>
              </a:ext>
            </a:extLst>
          </p:cNvPr>
          <p:cNvSpPr>
            <a:spLocks noGrp="1"/>
          </p:cNvSpPr>
          <p:nvPr>
            <p:ph type="body" sz="quarter" idx="35" hasCustomPrompt="1"/>
          </p:nvPr>
        </p:nvSpPr>
        <p:spPr>
          <a:xfrm>
            <a:off x="7150100" y="2355729"/>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24" name="Picture Placeholder 10">
            <a:extLst>
              <a:ext uri="{FF2B5EF4-FFF2-40B4-BE49-F238E27FC236}">
                <a16:creationId xmlns:a16="http://schemas.microsoft.com/office/drawing/2014/main" id="{B59B1DAC-4F74-27F5-E442-B0BF36F38D40}"/>
              </a:ext>
            </a:extLst>
          </p:cNvPr>
          <p:cNvSpPr>
            <a:spLocks noGrp="1"/>
          </p:cNvSpPr>
          <p:nvPr>
            <p:ph type="pic" sz="quarter" idx="36"/>
          </p:nvPr>
        </p:nvSpPr>
        <p:spPr>
          <a:xfrm>
            <a:off x="6103938" y="3263224"/>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5" name="Text Placeholder 12">
            <a:extLst>
              <a:ext uri="{FF2B5EF4-FFF2-40B4-BE49-F238E27FC236}">
                <a16:creationId xmlns:a16="http://schemas.microsoft.com/office/drawing/2014/main" id="{68FB1F47-A580-6EF2-B61C-7D815366968E}"/>
              </a:ext>
            </a:extLst>
          </p:cNvPr>
          <p:cNvSpPr>
            <a:spLocks noGrp="1"/>
          </p:cNvSpPr>
          <p:nvPr>
            <p:ph type="body" sz="quarter" idx="37" hasCustomPrompt="1"/>
          </p:nvPr>
        </p:nvSpPr>
        <p:spPr>
          <a:xfrm>
            <a:off x="7150100" y="3435428"/>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6" name="Text Placeholder 12">
            <a:extLst>
              <a:ext uri="{FF2B5EF4-FFF2-40B4-BE49-F238E27FC236}">
                <a16:creationId xmlns:a16="http://schemas.microsoft.com/office/drawing/2014/main" id="{8106A885-6035-680F-D7B6-51F11F3E359D}"/>
              </a:ext>
            </a:extLst>
          </p:cNvPr>
          <p:cNvSpPr>
            <a:spLocks noGrp="1"/>
          </p:cNvSpPr>
          <p:nvPr>
            <p:ph type="body" sz="quarter" idx="38" hasCustomPrompt="1"/>
          </p:nvPr>
        </p:nvSpPr>
        <p:spPr>
          <a:xfrm>
            <a:off x="7150100" y="37211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27" name="Picture Placeholder 10">
            <a:extLst>
              <a:ext uri="{FF2B5EF4-FFF2-40B4-BE49-F238E27FC236}">
                <a16:creationId xmlns:a16="http://schemas.microsoft.com/office/drawing/2014/main" id="{92B06F5C-A2A7-FCFF-5C59-BFDF8B42917B}"/>
              </a:ext>
            </a:extLst>
          </p:cNvPr>
          <p:cNvSpPr>
            <a:spLocks noGrp="1"/>
          </p:cNvSpPr>
          <p:nvPr>
            <p:ph type="pic" sz="quarter" idx="39"/>
          </p:nvPr>
        </p:nvSpPr>
        <p:spPr>
          <a:xfrm>
            <a:off x="6103938" y="461644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dirty="0"/>
          </a:p>
        </p:txBody>
      </p:sp>
      <p:sp>
        <p:nvSpPr>
          <p:cNvPr id="28" name="Text Placeholder 12">
            <a:extLst>
              <a:ext uri="{FF2B5EF4-FFF2-40B4-BE49-F238E27FC236}">
                <a16:creationId xmlns:a16="http://schemas.microsoft.com/office/drawing/2014/main" id="{F992B224-4A32-4EEF-BF74-6290FB9D35AC}"/>
              </a:ext>
            </a:extLst>
          </p:cNvPr>
          <p:cNvSpPr>
            <a:spLocks noGrp="1"/>
          </p:cNvSpPr>
          <p:nvPr>
            <p:ph type="body" sz="quarter" idx="40" hasCustomPrompt="1"/>
          </p:nvPr>
        </p:nvSpPr>
        <p:spPr>
          <a:xfrm>
            <a:off x="7150100" y="4787002"/>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9" name="Text Placeholder 12">
            <a:extLst>
              <a:ext uri="{FF2B5EF4-FFF2-40B4-BE49-F238E27FC236}">
                <a16:creationId xmlns:a16="http://schemas.microsoft.com/office/drawing/2014/main" id="{7BCB4226-7823-5B28-3999-86D0EBB94FC1}"/>
              </a:ext>
            </a:extLst>
          </p:cNvPr>
          <p:cNvSpPr>
            <a:spLocks noGrp="1"/>
          </p:cNvSpPr>
          <p:nvPr>
            <p:ph type="body" sz="quarter" idx="41" hasCustomPrompt="1"/>
          </p:nvPr>
        </p:nvSpPr>
        <p:spPr>
          <a:xfrm>
            <a:off x="7150100" y="5072752"/>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Tree>
    <p:extLst>
      <p:ext uri="{BB962C8B-B14F-4D97-AF65-F5344CB8AC3E}">
        <p14:creationId xmlns:p14="http://schemas.microsoft.com/office/powerpoint/2010/main" val="705978506"/>
      </p:ext>
    </p:extLst>
  </p:cSld>
  <p:clrMapOvr>
    <a:masterClrMapping/>
  </p:clrMapOvr>
  <p:transition>
    <p:fade/>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am thre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119A-5205-549D-6A59-CF6BFED54E12}"/>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52C064FE-D615-C9B5-75EB-0193E382BF59}"/>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AFE10F5C-6B52-D19B-BD1F-10CBDAB3DF61}"/>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8CE66C31-CED2-A64E-05C1-0BADF0DA9BA3}"/>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8" name="Text Placeholder 6">
            <a:extLst>
              <a:ext uri="{FF2B5EF4-FFF2-40B4-BE49-F238E27FC236}">
                <a16:creationId xmlns:a16="http://schemas.microsoft.com/office/drawing/2014/main" id="{98E2DB3B-3EB6-21F1-DD6A-DB825E3FBF02}"/>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9" name="Text Placeholder 8">
            <a:extLst>
              <a:ext uri="{FF2B5EF4-FFF2-40B4-BE49-F238E27FC236}">
                <a16:creationId xmlns:a16="http://schemas.microsoft.com/office/drawing/2014/main" id="{D5A7CD79-A047-3B0B-707A-9346E33EB891}"/>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11" name="Picture Placeholder 10">
            <a:extLst>
              <a:ext uri="{FF2B5EF4-FFF2-40B4-BE49-F238E27FC236}">
                <a16:creationId xmlns:a16="http://schemas.microsoft.com/office/drawing/2014/main" id="{4B40880E-2441-2036-7E0C-9AF61B5CE48A}"/>
              </a:ext>
            </a:extLst>
          </p:cNvPr>
          <p:cNvSpPr>
            <a:spLocks noGrp="1"/>
          </p:cNvSpPr>
          <p:nvPr>
            <p:ph type="pic" sz="quarter" idx="24"/>
          </p:nvPr>
        </p:nvSpPr>
        <p:spPr>
          <a:xfrm>
            <a:off x="306388" y="190999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3" name="Text Placeholder 12">
            <a:extLst>
              <a:ext uri="{FF2B5EF4-FFF2-40B4-BE49-F238E27FC236}">
                <a16:creationId xmlns:a16="http://schemas.microsoft.com/office/drawing/2014/main" id="{011E5CD3-DC74-79A2-F9C5-9B34E0A4C000}"/>
              </a:ext>
            </a:extLst>
          </p:cNvPr>
          <p:cNvSpPr>
            <a:spLocks noGrp="1"/>
          </p:cNvSpPr>
          <p:nvPr>
            <p:ph type="body" sz="quarter" idx="25" hasCustomPrompt="1"/>
          </p:nvPr>
        </p:nvSpPr>
        <p:spPr>
          <a:xfrm>
            <a:off x="1352550" y="2069979"/>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14" name="Text Placeholder 12">
            <a:extLst>
              <a:ext uri="{FF2B5EF4-FFF2-40B4-BE49-F238E27FC236}">
                <a16:creationId xmlns:a16="http://schemas.microsoft.com/office/drawing/2014/main" id="{42D45A9F-31F5-55C8-2DA7-272DC34A4FDC}"/>
              </a:ext>
            </a:extLst>
          </p:cNvPr>
          <p:cNvSpPr>
            <a:spLocks noGrp="1"/>
          </p:cNvSpPr>
          <p:nvPr>
            <p:ph type="body" sz="quarter" idx="26" hasCustomPrompt="1"/>
          </p:nvPr>
        </p:nvSpPr>
        <p:spPr>
          <a:xfrm>
            <a:off x="1352550" y="23589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15" name="Picture Placeholder 10">
            <a:extLst>
              <a:ext uri="{FF2B5EF4-FFF2-40B4-BE49-F238E27FC236}">
                <a16:creationId xmlns:a16="http://schemas.microsoft.com/office/drawing/2014/main" id="{0EB16D30-D682-728D-096A-539D025158CE}"/>
              </a:ext>
            </a:extLst>
          </p:cNvPr>
          <p:cNvSpPr>
            <a:spLocks noGrp="1"/>
          </p:cNvSpPr>
          <p:nvPr>
            <p:ph type="pic" sz="quarter" idx="27"/>
          </p:nvPr>
        </p:nvSpPr>
        <p:spPr>
          <a:xfrm>
            <a:off x="306388" y="3263224"/>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6" name="Text Placeholder 12">
            <a:extLst>
              <a:ext uri="{FF2B5EF4-FFF2-40B4-BE49-F238E27FC236}">
                <a16:creationId xmlns:a16="http://schemas.microsoft.com/office/drawing/2014/main" id="{51516F45-D716-2ECB-DE30-47451F44508D}"/>
              </a:ext>
            </a:extLst>
          </p:cNvPr>
          <p:cNvSpPr>
            <a:spLocks noGrp="1"/>
          </p:cNvSpPr>
          <p:nvPr>
            <p:ph type="body" sz="quarter" idx="28" hasCustomPrompt="1"/>
          </p:nvPr>
        </p:nvSpPr>
        <p:spPr>
          <a:xfrm>
            <a:off x="1352550" y="3435428"/>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17" name="Text Placeholder 12">
            <a:extLst>
              <a:ext uri="{FF2B5EF4-FFF2-40B4-BE49-F238E27FC236}">
                <a16:creationId xmlns:a16="http://schemas.microsoft.com/office/drawing/2014/main" id="{F9034FFE-349E-57E0-A97B-B0259AF286CC}"/>
              </a:ext>
            </a:extLst>
          </p:cNvPr>
          <p:cNvSpPr>
            <a:spLocks noGrp="1"/>
          </p:cNvSpPr>
          <p:nvPr>
            <p:ph type="body" sz="quarter" idx="29" hasCustomPrompt="1"/>
          </p:nvPr>
        </p:nvSpPr>
        <p:spPr>
          <a:xfrm>
            <a:off x="1352550" y="37211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18" name="Picture Placeholder 10">
            <a:extLst>
              <a:ext uri="{FF2B5EF4-FFF2-40B4-BE49-F238E27FC236}">
                <a16:creationId xmlns:a16="http://schemas.microsoft.com/office/drawing/2014/main" id="{BC84830A-754F-D374-A275-A566E5B2F199}"/>
              </a:ext>
            </a:extLst>
          </p:cNvPr>
          <p:cNvSpPr>
            <a:spLocks noGrp="1"/>
          </p:cNvSpPr>
          <p:nvPr>
            <p:ph type="pic" sz="quarter" idx="30"/>
          </p:nvPr>
        </p:nvSpPr>
        <p:spPr>
          <a:xfrm>
            <a:off x="306388" y="461644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19" name="Text Placeholder 12">
            <a:extLst>
              <a:ext uri="{FF2B5EF4-FFF2-40B4-BE49-F238E27FC236}">
                <a16:creationId xmlns:a16="http://schemas.microsoft.com/office/drawing/2014/main" id="{87A6012A-D91F-C88E-5F6A-A0C9D7978C3C}"/>
              </a:ext>
            </a:extLst>
          </p:cNvPr>
          <p:cNvSpPr>
            <a:spLocks noGrp="1"/>
          </p:cNvSpPr>
          <p:nvPr>
            <p:ph type="body" sz="quarter" idx="31" hasCustomPrompt="1"/>
          </p:nvPr>
        </p:nvSpPr>
        <p:spPr>
          <a:xfrm>
            <a:off x="1352550" y="4774302"/>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0" name="Text Placeholder 12">
            <a:extLst>
              <a:ext uri="{FF2B5EF4-FFF2-40B4-BE49-F238E27FC236}">
                <a16:creationId xmlns:a16="http://schemas.microsoft.com/office/drawing/2014/main" id="{D799F34D-A198-85E8-B6FA-D894213C8C52}"/>
              </a:ext>
            </a:extLst>
          </p:cNvPr>
          <p:cNvSpPr>
            <a:spLocks noGrp="1"/>
          </p:cNvSpPr>
          <p:nvPr>
            <p:ph type="body" sz="quarter" idx="32" hasCustomPrompt="1"/>
          </p:nvPr>
        </p:nvSpPr>
        <p:spPr>
          <a:xfrm>
            <a:off x="1352550" y="5060052"/>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21" name="Picture Placeholder 10">
            <a:extLst>
              <a:ext uri="{FF2B5EF4-FFF2-40B4-BE49-F238E27FC236}">
                <a16:creationId xmlns:a16="http://schemas.microsoft.com/office/drawing/2014/main" id="{F6A0002E-ADB8-E7E8-623B-31F88EBD7456}"/>
              </a:ext>
            </a:extLst>
          </p:cNvPr>
          <p:cNvSpPr>
            <a:spLocks noGrp="1"/>
          </p:cNvSpPr>
          <p:nvPr>
            <p:ph type="pic" sz="quarter" idx="33"/>
          </p:nvPr>
        </p:nvSpPr>
        <p:spPr>
          <a:xfrm>
            <a:off x="4153694" y="190999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2" name="Text Placeholder 12">
            <a:extLst>
              <a:ext uri="{FF2B5EF4-FFF2-40B4-BE49-F238E27FC236}">
                <a16:creationId xmlns:a16="http://schemas.microsoft.com/office/drawing/2014/main" id="{D831397A-CDEC-9164-A6D0-2344B10DA3CC}"/>
              </a:ext>
            </a:extLst>
          </p:cNvPr>
          <p:cNvSpPr>
            <a:spLocks noGrp="1"/>
          </p:cNvSpPr>
          <p:nvPr>
            <p:ph type="body" sz="quarter" idx="34" hasCustomPrompt="1"/>
          </p:nvPr>
        </p:nvSpPr>
        <p:spPr>
          <a:xfrm>
            <a:off x="5199856" y="2069979"/>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3" name="Text Placeholder 12">
            <a:extLst>
              <a:ext uri="{FF2B5EF4-FFF2-40B4-BE49-F238E27FC236}">
                <a16:creationId xmlns:a16="http://schemas.microsoft.com/office/drawing/2014/main" id="{92CEEA47-9458-21D6-F801-54AF0CCF87EC}"/>
              </a:ext>
            </a:extLst>
          </p:cNvPr>
          <p:cNvSpPr>
            <a:spLocks noGrp="1"/>
          </p:cNvSpPr>
          <p:nvPr>
            <p:ph type="body" sz="quarter" idx="35" hasCustomPrompt="1"/>
          </p:nvPr>
        </p:nvSpPr>
        <p:spPr>
          <a:xfrm>
            <a:off x="5199856" y="23589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24" name="Picture Placeholder 10">
            <a:extLst>
              <a:ext uri="{FF2B5EF4-FFF2-40B4-BE49-F238E27FC236}">
                <a16:creationId xmlns:a16="http://schemas.microsoft.com/office/drawing/2014/main" id="{B59B1DAC-4F74-27F5-E442-B0BF36F38D40}"/>
              </a:ext>
            </a:extLst>
          </p:cNvPr>
          <p:cNvSpPr>
            <a:spLocks noGrp="1"/>
          </p:cNvSpPr>
          <p:nvPr>
            <p:ph type="pic" sz="quarter" idx="36"/>
          </p:nvPr>
        </p:nvSpPr>
        <p:spPr>
          <a:xfrm>
            <a:off x="4153694" y="3263224"/>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5" name="Text Placeholder 12">
            <a:extLst>
              <a:ext uri="{FF2B5EF4-FFF2-40B4-BE49-F238E27FC236}">
                <a16:creationId xmlns:a16="http://schemas.microsoft.com/office/drawing/2014/main" id="{68FB1F47-A580-6EF2-B61C-7D815366968E}"/>
              </a:ext>
            </a:extLst>
          </p:cNvPr>
          <p:cNvSpPr>
            <a:spLocks noGrp="1"/>
          </p:cNvSpPr>
          <p:nvPr>
            <p:ph type="body" sz="quarter" idx="37" hasCustomPrompt="1"/>
          </p:nvPr>
        </p:nvSpPr>
        <p:spPr>
          <a:xfrm>
            <a:off x="5199856" y="3435428"/>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6" name="Text Placeholder 12">
            <a:extLst>
              <a:ext uri="{FF2B5EF4-FFF2-40B4-BE49-F238E27FC236}">
                <a16:creationId xmlns:a16="http://schemas.microsoft.com/office/drawing/2014/main" id="{8106A885-6035-680F-D7B6-51F11F3E359D}"/>
              </a:ext>
            </a:extLst>
          </p:cNvPr>
          <p:cNvSpPr>
            <a:spLocks noGrp="1"/>
          </p:cNvSpPr>
          <p:nvPr>
            <p:ph type="body" sz="quarter" idx="38" hasCustomPrompt="1"/>
          </p:nvPr>
        </p:nvSpPr>
        <p:spPr>
          <a:xfrm>
            <a:off x="5199856" y="37211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27" name="Picture Placeholder 10">
            <a:extLst>
              <a:ext uri="{FF2B5EF4-FFF2-40B4-BE49-F238E27FC236}">
                <a16:creationId xmlns:a16="http://schemas.microsoft.com/office/drawing/2014/main" id="{92B06F5C-A2A7-FCFF-5C59-BFDF8B42917B}"/>
              </a:ext>
            </a:extLst>
          </p:cNvPr>
          <p:cNvSpPr>
            <a:spLocks noGrp="1"/>
          </p:cNvSpPr>
          <p:nvPr>
            <p:ph type="pic" sz="quarter" idx="39"/>
          </p:nvPr>
        </p:nvSpPr>
        <p:spPr>
          <a:xfrm>
            <a:off x="4153694" y="461644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28" name="Text Placeholder 12">
            <a:extLst>
              <a:ext uri="{FF2B5EF4-FFF2-40B4-BE49-F238E27FC236}">
                <a16:creationId xmlns:a16="http://schemas.microsoft.com/office/drawing/2014/main" id="{F992B224-4A32-4EEF-BF74-6290FB9D35AC}"/>
              </a:ext>
            </a:extLst>
          </p:cNvPr>
          <p:cNvSpPr>
            <a:spLocks noGrp="1"/>
          </p:cNvSpPr>
          <p:nvPr>
            <p:ph type="body" sz="quarter" idx="40" hasCustomPrompt="1"/>
          </p:nvPr>
        </p:nvSpPr>
        <p:spPr>
          <a:xfrm>
            <a:off x="5199856" y="4774302"/>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9" name="Text Placeholder 12">
            <a:extLst>
              <a:ext uri="{FF2B5EF4-FFF2-40B4-BE49-F238E27FC236}">
                <a16:creationId xmlns:a16="http://schemas.microsoft.com/office/drawing/2014/main" id="{7BCB4226-7823-5B28-3999-86D0EBB94FC1}"/>
              </a:ext>
            </a:extLst>
          </p:cNvPr>
          <p:cNvSpPr>
            <a:spLocks noGrp="1"/>
          </p:cNvSpPr>
          <p:nvPr>
            <p:ph type="body" sz="quarter" idx="41" hasCustomPrompt="1"/>
          </p:nvPr>
        </p:nvSpPr>
        <p:spPr>
          <a:xfrm>
            <a:off x="5199856" y="5060052"/>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6" name="Picture Placeholder 10">
            <a:extLst>
              <a:ext uri="{FF2B5EF4-FFF2-40B4-BE49-F238E27FC236}">
                <a16:creationId xmlns:a16="http://schemas.microsoft.com/office/drawing/2014/main" id="{D00DC641-42E9-0B66-3D72-9F709D811A21}"/>
              </a:ext>
            </a:extLst>
          </p:cNvPr>
          <p:cNvSpPr>
            <a:spLocks noGrp="1"/>
          </p:cNvSpPr>
          <p:nvPr>
            <p:ph type="pic" sz="quarter" idx="42"/>
          </p:nvPr>
        </p:nvSpPr>
        <p:spPr>
          <a:xfrm>
            <a:off x="8001001" y="190999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7" name="Text Placeholder 12">
            <a:extLst>
              <a:ext uri="{FF2B5EF4-FFF2-40B4-BE49-F238E27FC236}">
                <a16:creationId xmlns:a16="http://schemas.microsoft.com/office/drawing/2014/main" id="{4A1F38BA-66D9-41A9-F343-8B2F5D9A9AC4}"/>
              </a:ext>
            </a:extLst>
          </p:cNvPr>
          <p:cNvSpPr>
            <a:spLocks noGrp="1"/>
          </p:cNvSpPr>
          <p:nvPr>
            <p:ph type="body" sz="quarter" idx="43" hasCustomPrompt="1"/>
          </p:nvPr>
        </p:nvSpPr>
        <p:spPr>
          <a:xfrm>
            <a:off x="9047163" y="2069979"/>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10" name="Text Placeholder 12">
            <a:extLst>
              <a:ext uri="{FF2B5EF4-FFF2-40B4-BE49-F238E27FC236}">
                <a16:creationId xmlns:a16="http://schemas.microsoft.com/office/drawing/2014/main" id="{6AEB60AC-335C-9000-1BA5-FDB62E7A9EE0}"/>
              </a:ext>
            </a:extLst>
          </p:cNvPr>
          <p:cNvSpPr>
            <a:spLocks noGrp="1"/>
          </p:cNvSpPr>
          <p:nvPr>
            <p:ph type="body" sz="quarter" idx="44" hasCustomPrompt="1"/>
          </p:nvPr>
        </p:nvSpPr>
        <p:spPr>
          <a:xfrm>
            <a:off x="9047163" y="23589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12" name="Picture Placeholder 10">
            <a:extLst>
              <a:ext uri="{FF2B5EF4-FFF2-40B4-BE49-F238E27FC236}">
                <a16:creationId xmlns:a16="http://schemas.microsoft.com/office/drawing/2014/main" id="{E6F84F8C-66B2-BD9D-43C9-974D44F94EC1}"/>
              </a:ext>
            </a:extLst>
          </p:cNvPr>
          <p:cNvSpPr>
            <a:spLocks noGrp="1"/>
          </p:cNvSpPr>
          <p:nvPr>
            <p:ph type="pic" sz="quarter" idx="45"/>
          </p:nvPr>
        </p:nvSpPr>
        <p:spPr>
          <a:xfrm>
            <a:off x="8001001" y="3263224"/>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30" name="Text Placeholder 12">
            <a:extLst>
              <a:ext uri="{FF2B5EF4-FFF2-40B4-BE49-F238E27FC236}">
                <a16:creationId xmlns:a16="http://schemas.microsoft.com/office/drawing/2014/main" id="{0114D6F8-B9A3-ED71-9813-52BAF652A7B8}"/>
              </a:ext>
            </a:extLst>
          </p:cNvPr>
          <p:cNvSpPr>
            <a:spLocks noGrp="1"/>
          </p:cNvSpPr>
          <p:nvPr>
            <p:ph type="body" sz="quarter" idx="46" hasCustomPrompt="1"/>
          </p:nvPr>
        </p:nvSpPr>
        <p:spPr>
          <a:xfrm>
            <a:off x="9047163" y="3435428"/>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31" name="Text Placeholder 12">
            <a:extLst>
              <a:ext uri="{FF2B5EF4-FFF2-40B4-BE49-F238E27FC236}">
                <a16:creationId xmlns:a16="http://schemas.microsoft.com/office/drawing/2014/main" id="{39C04260-C8BE-71ED-EA47-703038E90683}"/>
              </a:ext>
            </a:extLst>
          </p:cNvPr>
          <p:cNvSpPr>
            <a:spLocks noGrp="1"/>
          </p:cNvSpPr>
          <p:nvPr>
            <p:ph type="body" sz="quarter" idx="47" hasCustomPrompt="1"/>
          </p:nvPr>
        </p:nvSpPr>
        <p:spPr>
          <a:xfrm>
            <a:off x="9047163" y="3721178"/>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32" name="Picture Placeholder 10">
            <a:extLst>
              <a:ext uri="{FF2B5EF4-FFF2-40B4-BE49-F238E27FC236}">
                <a16:creationId xmlns:a16="http://schemas.microsoft.com/office/drawing/2014/main" id="{944BF7B4-5DAC-1321-A9A6-C9816D8B397D}"/>
              </a:ext>
            </a:extLst>
          </p:cNvPr>
          <p:cNvSpPr>
            <a:spLocks noGrp="1"/>
          </p:cNvSpPr>
          <p:nvPr>
            <p:ph type="pic" sz="quarter" idx="48"/>
          </p:nvPr>
        </p:nvSpPr>
        <p:spPr>
          <a:xfrm>
            <a:off x="8001001" y="4616449"/>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sp>
        <p:nvSpPr>
          <p:cNvPr id="33" name="Text Placeholder 12">
            <a:extLst>
              <a:ext uri="{FF2B5EF4-FFF2-40B4-BE49-F238E27FC236}">
                <a16:creationId xmlns:a16="http://schemas.microsoft.com/office/drawing/2014/main" id="{11F34BF6-57E4-2668-8C65-E480F3A59139}"/>
              </a:ext>
            </a:extLst>
          </p:cNvPr>
          <p:cNvSpPr>
            <a:spLocks noGrp="1"/>
          </p:cNvSpPr>
          <p:nvPr>
            <p:ph type="body" sz="quarter" idx="49" hasCustomPrompt="1"/>
          </p:nvPr>
        </p:nvSpPr>
        <p:spPr>
          <a:xfrm>
            <a:off x="9047163" y="4774302"/>
            <a:ext cx="252000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34" name="Text Placeholder 12">
            <a:extLst>
              <a:ext uri="{FF2B5EF4-FFF2-40B4-BE49-F238E27FC236}">
                <a16:creationId xmlns:a16="http://schemas.microsoft.com/office/drawing/2014/main" id="{8623A0F5-2495-FFA9-60F0-C91A0FF02736}"/>
              </a:ext>
            </a:extLst>
          </p:cNvPr>
          <p:cNvSpPr>
            <a:spLocks noGrp="1"/>
          </p:cNvSpPr>
          <p:nvPr>
            <p:ph type="body" sz="quarter" idx="50" hasCustomPrompt="1"/>
          </p:nvPr>
        </p:nvSpPr>
        <p:spPr>
          <a:xfrm>
            <a:off x="9047163" y="5060052"/>
            <a:ext cx="252000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Tree>
    <p:extLst>
      <p:ext uri="{BB962C8B-B14F-4D97-AF65-F5344CB8AC3E}">
        <p14:creationId xmlns:p14="http://schemas.microsoft.com/office/powerpoint/2010/main" val="35319686"/>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ograph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9DBD-1C80-9434-61C2-BF800372ADA0}"/>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28F4D6F4-7201-D735-D3B3-216FF790888E}"/>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C2C7F9CC-6282-CDBE-05BD-D05AF4636684}"/>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A21F1CFB-88CF-58EB-DF8B-2B62A5D20DEF}"/>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81704BAE-4588-79BC-83D2-40594032A0B7}"/>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Picture Placeholder 10">
            <a:extLst>
              <a:ext uri="{FF2B5EF4-FFF2-40B4-BE49-F238E27FC236}">
                <a16:creationId xmlns:a16="http://schemas.microsoft.com/office/drawing/2014/main" id="{5D577385-0486-30CD-9591-DF5CA8E9F42A}"/>
              </a:ext>
            </a:extLst>
          </p:cNvPr>
          <p:cNvSpPr>
            <a:spLocks noGrp="1"/>
          </p:cNvSpPr>
          <p:nvPr>
            <p:ph type="pic" sz="quarter" idx="24"/>
          </p:nvPr>
        </p:nvSpPr>
        <p:spPr>
          <a:xfrm>
            <a:off x="306388" y="1260000"/>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cxnSp>
        <p:nvCxnSpPr>
          <p:cNvPr id="10" name="Straight Connector 9">
            <a:extLst>
              <a:ext uri="{FF2B5EF4-FFF2-40B4-BE49-F238E27FC236}">
                <a16:creationId xmlns:a16="http://schemas.microsoft.com/office/drawing/2014/main" id="{51CC4BDD-95AC-F534-49C7-7F39B914F4BB}"/>
              </a:ext>
            </a:extLst>
          </p:cNvPr>
          <p:cNvCxnSpPr>
            <a:cxnSpLocks/>
          </p:cNvCxnSpPr>
          <p:nvPr userDrawn="1"/>
        </p:nvCxnSpPr>
        <p:spPr>
          <a:xfrm>
            <a:off x="1352550" y="1937440"/>
            <a:ext cx="10539413"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23EC4540-66CE-AE24-3D97-903139C81346}"/>
              </a:ext>
            </a:extLst>
          </p:cNvPr>
          <p:cNvSpPr>
            <a:spLocks noGrp="1"/>
          </p:cNvSpPr>
          <p:nvPr>
            <p:ph type="body" sz="quarter" idx="25" hasCustomPrompt="1"/>
          </p:nvPr>
        </p:nvSpPr>
        <p:spPr>
          <a:xfrm>
            <a:off x="1352550" y="1260000"/>
            <a:ext cx="460185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12" name="Text Placeholder 12">
            <a:extLst>
              <a:ext uri="{FF2B5EF4-FFF2-40B4-BE49-F238E27FC236}">
                <a16:creationId xmlns:a16="http://schemas.microsoft.com/office/drawing/2014/main" id="{53B156F5-850E-94C4-320A-C11DCDC45CEF}"/>
              </a:ext>
            </a:extLst>
          </p:cNvPr>
          <p:cNvSpPr>
            <a:spLocks noGrp="1"/>
          </p:cNvSpPr>
          <p:nvPr>
            <p:ph type="body" sz="quarter" idx="26" hasCustomPrompt="1"/>
          </p:nvPr>
        </p:nvSpPr>
        <p:spPr>
          <a:xfrm>
            <a:off x="1352550" y="154800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14" name="Text Placeholder 12">
            <a:extLst>
              <a:ext uri="{FF2B5EF4-FFF2-40B4-BE49-F238E27FC236}">
                <a16:creationId xmlns:a16="http://schemas.microsoft.com/office/drawing/2014/main" id="{4B16A0D5-984E-52E5-2799-ADA0965709B1}"/>
              </a:ext>
            </a:extLst>
          </p:cNvPr>
          <p:cNvSpPr>
            <a:spLocks noGrp="1"/>
          </p:cNvSpPr>
          <p:nvPr>
            <p:ph type="body" sz="quarter" idx="27" hasCustomPrompt="1"/>
          </p:nvPr>
        </p:nvSpPr>
        <p:spPr>
          <a:xfrm>
            <a:off x="6238184" y="126000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Telephone</a:t>
            </a:r>
          </a:p>
        </p:txBody>
      </p:sp>
      <p:sp>
        <p:nvSpPr>
          <p:cNvPr id="15" name="Text Placeholder 12">
            <a:extLst>
              <a:ext uri="{FF2B5EF4-FFF2-40B4-BE49-F238E27FC236}">
                <a16:creationId xmlns:a16="http://schemas.microsoft.com/office/drawing/2014/main" id="{0613D97F-1DE4-AD85-B1A1-022A48BAE0F0}"/>
              </a:ext>
            </a:extLst>
          </p:cNvPr>
          <p:cNvSpPr>
            <a:spLocks noGrp="1"/>
          </p:cNvSpPr>
          <p:nvPr>
            <p:ph type="body" sz="quarter" idx="28" hasCustomPrompt="1"/>
          </p:nvPr>
        </p:nvSpPr>
        <p:spPr>
          <a:xfrm>
            <a:off x="6238184" y="154800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Email</a:t>
            </a:r>
          </a:p>
        </p:txBody>
      </p:sp>
      <p:sp>
        <p:nvSpPr>
          <p:cNvPr id="25" name="Text Placeholder 24">
            <a:extLst>
              <a:ext uri="{FF2B5EF4-FFF2-40B4-BE49-F238E27FC236}">
                <a16:creationId xmlns:a16="http://schemas.microsoft.com/office/drawing/2014/main" id="{3DCBBC23-DAC0-91A1-1B44-DF768098FB37}"/>
              </a:ext>
            </a:extLst>
          </p:cNvPr>
          <p:cNvSpPr>
            <a:spLocks noGrp="1"/>
          </p:cNvSpPr>
          <p:nvPr>
            <p:ph type="body" sz="quarter" idx="29"/>
          </p:nvPr>
        </p:nvSpPr>
        <p:spPr>
          <a:xfrm>
            <a:off x="1352550" y="2052982"/>
            <a:ext cx="10533063" cy="389696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Tree>
    <p:extLst>
      <p:ext uri="{BB962C8B-B14F-4D97-AF65-F5344CB8AC3E}">
        <p14:creationId xmlns:p14="http://schemas.microsoft.com/office/powerpoint/2010/main" val="53692523"/>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wo biography entri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9DBD-1C80-9434-61C2-BF800372ADA0}"/>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28F4D6F4-7201-D735-D3B3-216FF790888E}"/>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C2C7F9CC-6282-CDBE-05BD-D05AF4636684}"/>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A21F1CFB-88CF-58EB-DF8B-2B62A5D20DEF}"/>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81704BAE-4588-79BC-83D2-40594032A0B7}"/>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fr-FR" dirty="0" err="1"/>
              <a:t>Subtitle</a:t>
            </a:r>
            <a:endParaRPr lang="en-GB" dirty="0"/>
          </a:p>
        </p:txBody>
      </p:sp>
      <p:sp>
        <p:nvSpPr>
          <p:cNvPr id="7" name="Picture Placeholder 10">
            <a:extLst>
              <a:ext uri="{FF2B5EF4-FFF2-40B4-BE49-F238E27FC236}">
                <a16:creationId xmlns:a16="http://schemas.microsoft.com/office/drawing/2014/main" id="{5D577385-0486-30CD-9591-DF5CA8E9F42A}"/>
              </a:ext>
            </a:extLst>
          </p:cNvPr>
          <p:cNvSpPr>
            <a:spLocks noGrp="1"/>
          </p:cNvSpPr>
          <p:nvPr>
            <p:ph type="pic" sz="quarter" idx="24"/>
          </p:nvPr>
        </p:nvSpPr>
        <p:spPr>
          <a:xfrm>
            <a:off x="306388" y="1260000"/>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cxnSp>
        <p:nvCxnSpPr>
          <p:cNvPr id="10" name="Straight Connector 9">
            <a:extLst>
              <a:ext uri="{FF2B5EF4-FFF2-40B4-BE49-F238E27FC236}">
                <a16:creationId xmlns:a16="http://schemas.microsoft.com/office/drawing/2014/main" id="{51CC4BDD-95AC-F534-49C7-7F39B914F4BB}"/>
              </a:ext>
            </a:extLst>
          </p:cNvPr>
          <p:cNvCxnSpPr>
            <a:cxnSpLocks/>
          </p:cNvCxnSpPr>
          <p:nvPr userDrawn="1"/>
        </p:nvCxnSpPr>
        <p:spPr>
          <a:xfrm>
            <a:off x="1352550" y="1936800"/>
            <a:ext cx="10539413"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23EC4540-66CE-AE24-3D97-903139C81346}"/>
              </a:ext>
            </a:extLst>
          </p:cNvPr>
          <p:cNvSpPr>
            <a:spLocks noGrp="1"/>
          </p:cNvSpPr>
          <p:nvPr>
            <p:ph type="body" sz="quarter" idx="25" hasCustomPrompt="1"/>
          </p:nvPr>
        </p:nvSpPr>
        <p:spPr>
          <a:xfrm>
            <a:off x="1352550" y="1260000"/>
            <a:ext cx="460185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12" name="Text Placeholder 12">
            <a:extLst>
              <a:ext uri="{FF2B5EF4-FFF2-40B4-BE49-F238E27FC236}">
                <a16:creationId xmlns:a16="http://schemas.microsoft.com/office/drawing/2014/main" id="{53B156F5-850E-94C4-320A-C11DCDC45CEF}"/>
              </a:ext>
            </a:extLst>
          </p:cNvPr>
          <p:cNvSpPr>
            <a:spLocks noGrp="1"/>
          </p:cNvSpPr>
          <p:nvPr>
            <p:ph type="body" sz="quarter" idx="26" hasCustomPrompt="1"/>
          </p:nvPr>
        </p:nvSpPr>
        <p:spPr>
          <a:xfrm>
            <a:off x="1352550" y="154800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14" name="Text Placeholder 12">
            <a:extLst>
              <a:ext uri="{FF2B5EF4-FFF2-40B4-BE49-F238E27FC236}">
                <a16:creationId xmlns:a16="http://schemas.microsoft.com/office/drawing/2014/main" id="{4B16A0D5-984E-52E5-2799-ADA0965709B1}"/>
              </a:ext>
            </a:extLst>
          </p:cNvPr>
          <p:cNvSpPr>
            <a:spLocks noGrp="1"/>
          </p:cNvSpPr>
          <p:nvPr>
            <p:ph type="body" sz="quarter" idx="27" hasCustomPrompt="1"/>
          </p:nvPr>
        </p:nvSpPr>
        <p:spPr>
          <a:xfrm>
            <a:off x="6238184" y="126000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Telephone</a:t>
            </a:r>
          </a:p>
        </p:txBody>
      </p:sp>
      <p:sp>
        <p:nvSpPr>
          <p:cNvPr id="15" name="Text Placeholder 12">
            <a:extLst>
              <a:ext uri="{FF2B5EF4-FFF2-40B4-BE49-F238E27FC236}">
                <a16:creationId xmlns:a16="http://schemas.microsoft.com/office/drawing/2014/main" id="{0613D97F-1DE4-AD85-B1A1-022A48BAE0F0}"/>
              </a:ext>
            </a:extLst>
          </p:cNvPr>
          <p:cNvSpPr>
            <a:spLocks noGrp="1"/>
          </p:cNvSpPr>
          <p:nvPr>
            <p:ph type="body" sz="quarter" idx="28" hasCustomPrompt="1"/>
          </p:nvPr>
        </p:nvSpPr>
        <p:spPr>
          <a:xfrm>
            <a:off x="6238184" y="154800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Email</a:t>
            </a:r>
          </a:p>
        </p:txBody>
      </p:sp>
      <p:sp>
        <p:nvSpPr>
          <p:cNvPr id="17" name="Picture Placeholder 10">
            <a:extLst>
              <a:ext uri="{FF2B5EF4-FFF2-40B4-BE49-F238E27FC236}">
                <a16:creationId xmlns:a16="http://schemas.microsoft.com/office/drawing/2014/main" id="{60516244-1DBC-D2C0-E79A-2036911E6A1C}"/>
              </a:ext>
            </a:extLst>
          </p:cNvPr>
          <p:cNvSpPr>
            <a:spLocks noGrp="1"/>
          </p:cNvSpPr>
          <p:nvPr>
            <p:ph type="pic" sz="quarter" idx="30"/>
          </p:nvPr>
        </p:nvSpPr>
        <p:spPr>
          <a:xfrm>
            <a:off x="306388" y="3429000"/>
            <a:ext cx="900000" cy="900000"/>
          </a:xfrm>
          <a:solidFill>
            <a:schemeClr val="bg1">
              <a:lumMod val="95000"/>
            </a:schemeClr>
          </a:solidFill>
        </p:spPr>
        <p:txBody>
          <a:bodyPr anchor="ctr"/>
          <a:lstStyle>
            <a:lvl1pPr marL="0" indent="0" algn="ctr">
              <a:buNone/>
              <a:defRPr/>
            </a:lvl1pPr>
          </a:lstStyle>
          <a:p>
            <a:r>
              <a:rPr lang="ko-KR" altLang="en-US"/>
              <a:t>그림을 추가하려면 아이콘을 클릭하십시오</a:t>
            </a:r>
            <a:endParaRPr lang="en-GB"/>
          </a:p>
        </p:txBody>
      </p:sp>
      <p:cxnSp>
        <p:nvCxnSpPr>
          <p:cNvPr id="18" name="Straight Connector 17">
            <a:extLst>
              <a:ext uri="{FF2B5EF4-FFF2-40B4-BE49-F238E27FC236}">
                <a16:creationId xmlns:a16="http://schemas.microsoft.com/office/drawing/2014/main" id="{AB1D6DF6-094C-A16E-2F7A-A1C6CB8F41F2}"/>
              </a:ext>
            </a:extLst>
          </p:cNvPr>
          <p:cNvCxnSpPr>
            <a:cxnSpLocks/>
          </p:cNvCxnSpPr>
          <p:nvPr userDrawn="1"/>
        </p:nvCxnSpPr>
        <p:spPr>
          <a:xfrm>
            <a:off x="1352550" y="4093610"/>
            <a:ext cx="105394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 Placeholder 12">
            <a:extLst>
              <a:ext uri="{FF2B5EF4-FFF2-40B4-BE49-F238E27FC236}">
                <a16:creationId xmlns:a16="http://schemas.microsoft.com/office/drawing/2014/main" id="{CB2B9431-F5DF-5DA9-8F28-87EA404B4558}"/>
              </a:ext>
            </a:extLst>
          </p:cNvPr>
          <p:cNvSpPr>
            <a:spLocks noGrp="1"/>
          </p:cNvSpPr>
          <p:nvPr>
            <p:ph type="body" sz="quarter" idx="31" hasCustomPrompt="1"/>
          </p:nvPr>
        </p:nvSpPr>
        <p:spPr>
          <a:xfrm>
            <a:off x="1352550" y="3429000"/>
            <a:ext cx="4601850" cy="270000"/>
          </a:xfrm>
        </p:spPr>
        <p:txBody>
          <a:bodyPr/>
          <a:lstStyle>
            <a:lvl1pPr marL="0" indent="0">
              <a:buNone/>
              <a:defRPr b="1"/>
            </a:lvl1pPr>
            <a:lvl2pPr>
              <a:defRPr b="1"/>
            </a:lvl2pPr>
            <a:lvl3pPr>
              <a:defRPr b="1"/>
            </a:lvl3pPr>
            <a:lvl4pPr>
              <a:defRPr b="1"/>
            </a:lvl4pPr>
            <a:lvl5pPr>
              <a:defRPr b="1"/>
            </a:lvl5pPr>
          </a:lstStyle>
          <a:p>
            <a:pPr lvl="0"/>
            <a:r>
              <a:rPr lang="en-US" dirty="0"/>
              <a:t>Name</a:t>
            </a:r>
          </a:p>
        </p:txBody>
      </p:sp>
      <p:sp>
        <p:nvSpPr>
          <p:cNvPr id="20" name="Text Placeholder 12">
            <a:extLst>
              <a:ext uri="{FF2B5EF4-FFF2-40B4-BE49-F238E27FC236}">
                <a16:creationId xmlns:a16="http://schemas.microsoft.com/office/drawing/2014/main" id="{53D504FF-41D7-B6F6-EFCE-1116741BC39E}"/>
              </a:ext>
            </a:extLst>
          </p:cNvPr>
          <p:cNvSpPr>
            <a:spLocks noGrp="1"/>
          </p:cNvSpPr>
          <p:nvPr>
            <p:ph type="body" sz="quarter" idx="32" hasCustomPrompt="1"/>
          </p:nvPr>
        </p:nvSpPr>
        <p:spPr>
          <a:xfrm>
            <a:off x="1352550" y="371475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Job title, location</a:t>
            </a:r>
          </a:p>
        </p:txBody>
      </p:sp>
      <p:sp>
        <p:nvSpPr>
          <p:cNvPr id="21" name="Text Placeholder 12">
            <a:extLst>
              <a:ext uri="{FF2B5EF4-FFF2-40B4-BE49-F238E27FC236}">
                <a16:creationId xmlns:a16="http://schemas.microsoft.com/office/drawing/2014/main" id="{766077F0-210D-1948-4394-89AFAA99C635}"/>
              </a:ext>
            </a:extLst>
          </p:cNvPr>
          <p:cNvSpPr>
            <a:spLocks noGrp="1"/>
          </p:cNvSpPr>
          <p:nvPr>
            <p:ph type="body" sz="quarter" idx="33" hasCustomPrompt="1"/>
          </p:nvPr>
        </p:nvSpPr>
        <p:spPr>
          <a:xfrm>
            <a:off x="6238184" y="342900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Telephone</a:t>
            </a:r>
          </a:p>
        </p:txBody>
      </p:sp>
      <p:sp>
        <p:nvSpPr>
          <p:cNvPr id="22" name="Text Placeholder 12">
            <a:extLst>
              <a:ext uri="{FF2B5EF4-FFF2-40B4-BE49-F238E27FC236}">
                <a16:creationId xmlns:a16="http://schemas.microsoft.com/office/drawing/2014/main" id="{04BC109F-D899-2BA8-FAF6-5B3365784465}"/>
              </a:ext>
            </a:extLst>
          </p:cNvPr>
          <p:cNvSpPr>
            <a:spLocks noGrp="1"/>
          </p:cNvSpPr>
          <p:nvPr>
            <p:ph type="body" sz="quarter" idx="34" hasCustomPrompt="1"/>
          </p:nvPr>
        </p:nvSpPr>
        <p:spPr>
          <a:xfrm>
            <a:off x="6238184" y="3714750"/>
            <a:ext cx="4601850" cy="270000"/>
          </a:xfrm>
        </p:spPr>
        <p:txBody>
          <a:bodyPr/>
          <a:lstStyle>
            <a:lvl1pPr marL="0" indent="0">
              <a:buNone/>
              <a:defRPr b="0"/>
            </a:lvl1pPr>
            <a:lvl2pPr>
              <a:defRPr b="1"/>
            </a:lvl2pPr>
            <a:lvl3pPr>
              <a:defRPr b="1"/>
            </a:lvl3pPr>
            <a:lvl4pPr>
              <a:defRPr b="1"/>
            </a:lvl4pPr>
            <a:lvl5pPr>
              <a:defRPr b="1"/>
            </a:lvl5pPr>
          </a:lstStyle>
          <a:p>
            <a:pPr lvl="0"/>
            <a:r>
              <a:rPr lang="en-US" dirty="0"/>
              <a:t>Email</a:t>
            </a:r>
          </a:p>
        </p:txBody>
      </p:sp>
      <p:sp>
        <p:nvSpPr>
          <p:cNvPr id="8" name="Text Placeholder 24">
            <a:extLst>
              <a:ext uri="{FF2B5EF4-FFF2-40B4-BE49-F238E27FC236}">
                <a16:creationId xmlns:a16="http://schemas.microsoft.com/office/drawing/2014/main" id="{60BBA0CC-565F-00AD-0199-A9F5D1822FD4}"/>
              </a:ext>
            </a:extLst>
          </p:cNvPr>
          <p:cNvSpPr>
            <a:spLocks noGrp="1"/>
          </p:cNvSpPr>
          <p:nvPr>
            <p:ph type="body" sz="quarter" idx="29"/>
          </p:nvPr>
        </p:nvSpPr>
        <p:spPr>
          <a:xfrm>
            <a:off x="1352550" y="2051999"/>
            <a:ext cx="10533063" cy="118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
        <p:nvSpPr>
          <p:cNvPr id="9" name="Text Placeholder 24">
            <a:extLst>
              <a:ext uri="{FF2B5EF4-FFF2-40B4-BE49-F238E27FC236}">
                <a16:creationId xmlns:a16="http://schemas.microsoft.com/office/drawing/2014/main" id="{66EC383C-ED58-904B-F5C3-4F1400A59B4B}"/>
              </a:ext>
            </a:extLst>
          </p:cNvPr>
          <p:cNvSpPr>
            <a:spLocks noGrp="1"/>
          </p:cNvSpPr>
          <p:nvPr>
            <p:ph type="body" sz="quarter" idx="35"/>
          </p:nvPr>
        </p:nvSpPr>
        <p:spPr>
          <a:xfrm>
            <a:off x="1352550" y="4217985"/>
            <a:ext cx="10533063" cy="1188000"/>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a:p>
        </p:txBody>
      </p:sp>
    </p:spTree>
    <p:extLst>
      <p:ext uri="{BB962C8B-B14F-4D97-AF65-F5344CB8AC3E}">
        <p14:creationId xmlns:p14="http://schemas.microsoft.com/office/powerpoint/2010/main" val="155552592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rdered lis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AFEC-8737-007E-D1B3-D0688223275B}"/>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20482909-DC96-0DF9-73E2-5455A6988210}"/>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FC02E630-D2C1-4150-01CF-4E926092D593}"/>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BD437FA-CCB6-519F-B498-327CB1E83497}"/>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EFAA178C-2370-23EB-A3DB-5D6550D9873F}"/>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8" name="Text Placeholder 7">
            <a:extLst>
              <a:ext uri="{FF2B5EF4-FFF2-40B4-BE49-F238E27FC236}">
                <a16:creationId xmlns:a16="http://schemas.microsoft.com/office/drawing/2014/main" id="{40B25028-743B-B24C-5195-C53613817F29}"/>
              </a:ext>
            </a:extLst>
          </p:cNvPr>
          <p:cNvSpPr>
            <a:spLocks noGrp="1"/>
          </p:cNvSpPr>
          <p:nvPr>
            <p:ph type="body" sz="quarter" idx="14" hasCustomPrompt="1"/>
          </p:nvPr>
        </p:nvSpPr>
        <p:spPr>
          <a:xfrm>
            <a:off x="306388" y="2012973"/>
            <a:ext cx="540000" cy="540000"/>
          </a:xfrm>
        </p:spPr>
        <p:txBody>
          <a:bodyPr/>
          <a:lstStyle>
            <a:lvl1pPr marL="0" indent="0" algn="ctr">
              <a:buNone/>
              <a:defRPr sz="3600" b="1">
                <a:solidFill>
                  <a:schemeClr val="bg1">
                    <a:lumMod val="85000"/>
                  </a:schemeClr>
                </a:solidFill>
              </a:defRPr>
            </a:lvl1pPr>
          </a:lstStyle>
          <a:p>
            <a:pPr lvl="0"/>
            <a:r>
              <a:rPr lang="en-US" dirty="0"/>
              <a:t>1</a:t>
            </a:r>
            <a:endParaRPr lang="en-GB" dirty="0"/>
          </a:p>
        </p:txBody>
      </p:sp>
      <p:sp>
        <p:nvSpPr>
          <p:cNvPr id="10" name="Text Placeholder 9">
            <a:extLst>
              <a:ext uri="{FF2B5EF4-FFF2-40B4-BE49-F238E27FC236}">
                <a16:creationId xmlns:a16="http://schemas.microsoft.com/office/drawing/2014/main" id="{2DBDBDFB-B313-DE0C-369A-35587F2563D4}"/>
              </a:ext>
            </a:extLst>
          </p:cNvPr>
          <p:cNvSpPr>
            <a:spLocks noGrp="1"/>
          </p:cNvSpPr>
          <p:nvPr>
            <p:ph type="body" sz="quarter" idx="15"/>
          </p:nvPr>
        </p:nvSpPr>
        <p:spPr>
          <a:xfrm>
            <a:off x="576388" y="2260888"/>
            <a:ext cx="3168650" cy="270000"/>
          </a:xfrm>
        </p:spPr>
        <p:txBody>
          <a:bodyPr anchor="ctr"/>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7">
            <a:extLst>
              <a:ext uri="{FF2B5EF4-FFF2-40B4-BE49-F238E27FC236}">
                <a16:creationId xmlns:a16="http://schemas.microsoft.com/office/drawing/2014/main" id="{E649F75F-0960-5492-7258-E7FE8A55DC52}"/>
              </a:ext>
            </a:extLst>
          </p:cNvPr>
          <p:cNvSpPr>
            <a:spLocks noGrp="1"/>
          </p:cNvSpPr>
          <p:nvPr>
            <p:ph type="body" sz="quarter" idx="16" hasCustomPrompt="1"/>
          </p:nvPr>
        </p:nvSpPr>
        <p:spPr>
          <a:xfrm>
            <a:off x="4376675" y="2012973"/>
            <a:ext cx="540000" cy="540000"/>
          </a:xfrm>
        </p:spPr>
        <p:txBody>
          <a:bodyPr/>
          <a:lstStyle>
            <a:lvl1pPr marL="0" indent="0" algn="ctr">
              <a:buNone/>
              <a:defRPr sz="3600" b="1">
                <a:solidFill>
                  <a:schemeClr val="bg1">
                    <a:lumMod val="85000"/>
                  </a:schemeClr>
                </a:solidFill>
              </a:defRPr>
            </a:lvl1pPr>
          </a:lstStyle>
          <a:p>
            <a:pPr lvl="0"/>
            <a:r>
              <a:rPr lang="en-US" dirty="0"/>
              <a:t>2</a:t>
            </a:r>
            <a:endParaRPr lang="en-GB" dirty="0"/>
          </a:p>
        </p:txBody>
      </p:sp>
      <p:sp>
        <p:nvSpPr>
          <p:cNvPr id="12" name="Text Placeholder 9">
            <a:extLst>
              <a:ext uri="{FF2B5EF4-FFF2-40B4-BE49-F238E27FC236}">
                <a16:creationId xmlns:a16="http://schemas.microsoft.com/office/drawing/2014/main" id="{2ABE1E9B-1459-2F2F-5C96-E736FE6D3C0F}"/>
              </a:ext>
            </a:extLst>
          </p:cNvPr>
          <p:cNvSpPr>
            <a:spLocks noGrp="1"/>
          </p:cNvSpPr>
          <p:nvPr>
            <p:ph type="body" sz="quarter" idx="17"/>
          </p:nvPr>
        </p:nvSpPr>
        <p:spPr>
          <a:xfrm>
            <a:off x="4646675" y="2260888"/>
            <a:ext cx="3168650" cy="270000"/>
          </a:xfrm>
        </p:spPr>
        <p:txBody>
          <a:bodyPr anchor="ctr"/>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3" name="Text Placeholder 7">
            <a:extLst>
              <a:ext uri="{FF2B5EF4-FFF2-40B4-BE49-F238E27FC236}">
                <a16:creationId xmlns:a16="http://schemas.microsoft.com/office/drawing/2014/main" id="{07C1BBF3-E26F-49A4-6289-785814A8E568}"/>
              </a:ext>
            </a:extLst>
          </p:cNvPr>
          <p:cNvSpPr>
            <a:spLocks noGrp="1"/>
          </p:cNvSpPr>
          <p:nvPr>
            <p:ph type="body" sz="quarter" idx="18" hasCustomPrompt="1"/>
          </p:nvPr>
        </p:nvSpPr>
        <p:spPr>
          <a:xfrm>
            <a:off x="8446962" y="2012973"/>
            <a:ext cx="540000" cy="540000"/>
          </a:xfrm>
        </p:spPr>
        <p:txBody>
          <a:bodyPr/>
          <a:lstStyle>
            <a:lvl1pPr marL="0" indent="0" algn="ctr">
              <a:buNone/>
              <a:defRPr sz="3600" b="1">
                <a:solidFill>
                  <a:schemeClr val="bg1">
                    <a:lumMod val="85000"/>
                  </a:schemeClr>
                </a:solidFill>
              </a:defRPr>
            </a:lvl1pPr>
          </a:lstStyle>
          <a:p>
            <a:pPr lvl="0"/>
            <a:r>
              <a:rPr lang="en-US" dirty="0"/>
              <a:t>3</a:t>
            </a:r>
            <a:endParaRPr lang="en-GB" dirty="0"/>
          </a:p>
        </p:txBody>
      </p:sp>
      <p:sp>
        <p:nvSpPr>
          <p:cNvPr id="14" name="Text Placeholder 9">
            <a:extLst>
              <a:ext uri="{FF2B5EF4-FFF2-40B4-BE49-F238E27FC236}">
                <a16:creationId xmlns:a16="http://schemas.microsoft.com/office/drawing/2014/main" id="{89845BA4-2F30-CA38-85C5-A7B4C1515260}"/>
              </a:ext>
            </a:extLst>
          </p:cNvPr>
          <p:cNvSpPr>
            <a:spLocks noGrp="1"/>
          </p:cNvSpPr>
          <p:nvPr>
            <p:ph type="body" sz="quarter" idx="19"/>
          </p:nvPr>
        </p:nvSpPr>
        <p:spPr>
          <a:xfrm>
            <a:off x="8716962" y="2260888"/>
            <a:ext cx="3168650" cy="270000"/>
          </a:xfrm>
        </p:spPr>
        <p:txBody>
          <a:bodyPr anchor="ctr"/>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8" name="Text Placeholder 8">
            <a:extLst>
              <a:ext uri="{FF2B5EF4-FFF2-40B4-BE49-F238E27FC236}">
                <a16:creationId xmlns:a16="http://schemas.microsoft.com/office/drawing/2014/main" id="{45F984E0-3C52-FFDB-29D4-E7DEB2EC1FF2}"/>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20" name="Text Placeholder 19">
            <a:extLst>
              <a:ext uri="{FF2B5EF4-FFF2-40B4-BE49-F238E27FC236}">
                <a16:creationId xmlns:a16="http://schemas.microsoft.com/office/drawing/2014/main" id="{A0DF0C5E-709A-1BB3-74E1-23EB36383ABB}"/>
              </a:ext>
            </a:extLst>
          </p:cNvPr>
          <p:cNvSpPr>
            <a:spLocks noGrp="1"/>
          </p:cNvSpPr>
          <p:nvPr>
            <p:ph type="body" sz="quarter" idx="24"/>
          </p:nvPr>
        </p:nvSpPr>
        <p:spPr>
          <a:xfrm>
            <a:off x="576263" y="2614613"/>
            <a:ext cx="316865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1" name="Text Placeholder 19">
            <a:extLst>
              <a:ext uri="{FF2B5EF4-FFF2-40B4-BE49-F238E27FC236}">
                <a16:creationId xmlns:a16="http://schemas.microsoft.com/office/drawing/2014/main" id="{50B34255-BA60-D0F3-01B2-7B05D265DE0B}"/>
              </a:ext>
            </a:extLst>
          </p:cNvPr>
          <p:cNvSpPr>
            <a:spLocks noGrp="1"/>
          </p:cNvSpPr>
          <p:nvPr>
            <p:ph type="body" sz="quarter" idx="25"/>
          </p:nvPr>
        </p:nvSpPr>
        <p:spPr>
          <a:xfrm>
            <a:off x="4646675" y="2614613"/>
            <a:ext cx="316865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2" name="Text Placeholder 19">
            <a:extLst>
              <a:ext uri="{FF2B5EF4-FFF2-40B4-BE49-F238E27FC236}">
                <a16:creationId xmlns:a16="http://schemas.microsoft.com/office/drawing/2014/main" id="{A7E0DA2C-36AC-BCED-5B60-2571A9D79FB3}"/>
              </a:ext>
            </a:extLst>
          </p:cNvPr>
          <p:cNvSpPr>
            <a:spLocks noGrp="1"/>
          </p:cNvSpPr>
          <p:nvPr>
            <p:ph type="body" sz="quarter" idx="26"/>
          </p:nvPr>
        </p:nvSpPr>
        <p:spPr>
          <a:xfrm>
            <a:off x="8716962" y="2614613"/>
            <a:ext cx="316865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7" name="TextBox 6">
            <a:extLst>
              <a:ext uri="{FF2B5EF4-FFF2-40B4-BE49-F238E27FC236}">
                <a16:creationId xmlns:a16="http://schemas.microsoft.com/office/drawing/2014/main" id="{1248B4AF-A790-625F-68C9-574E05D20574}"/>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3136763679"/>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rdered lis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AFEC-8737-007E-D1B3-D0688223275B}"/>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20482909-DC96-0DF9-73E2-5455A6988210}"/>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FC02E630-D2C1-4150-01CF-4E926092D593}"/>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BD437FA-CCB6-519F-B498-327CB1E83497}"/>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EFAA178C-2370-23EB-A3DB-5D6550D9873F}"/>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8" name="Text Placeholder 7">
            <a:extLst>
              <a:ext uri="{FF2B5EF4-FFF2-40B4-BE49-F238E27FC236}">
                <a16:creationId xmlns:a16="http://schemas.microsoft.com/office/drawing/2014/main" id="{40B25028-743B-B24C-5195-C53613817F29}"/>
              </a:ext>
            </a:extLst>
          </p:cNvPr>
          <p:cNvSpPr>
            <a:spLocks noGrp="1"/>
          </p:cNvSpPr>
          <p:nvPr>
            <p:ph type="body" sz="quarter" idx="14" hasCustomPrompt="1"/>
          </p:nvPr>
        </p:nvSpPr>
        <p:spPr>
          <a:xfrm>
            <a:off x="306388" y="2012973"/>
            <a:ext cx="540000" cy="540000"/>
          </a:xfrm>
        </p:spPr>
        <p:txBody>
          <a:bodyPr/>
          <a:lstStyle>
            <a:lvl1pPr marL="0" indent="0" algn="ctr">
              <a:buNone/>
              <a:defRPr sz="3600" b="1">
                <a:solidFill>
                  <a:schemeClr val="bg1">
                    <a:lumMod val="85000"/>
                  </a:schemeClr>
                </a:solidFill>
              </a:defRPr>
            </a:lvl1pPr>
          </a:lstStyle>
          <a:p>
            <a:pPr lvl="0"/>
            <a:r>
              <a:rPr lang="en-US" dirty="0"/>
              <a:t>1</a:t>
            </a:r>
            <a:endParaRPr lang="en-GB" dirty="0"/>
          </a:p>
        </p:txBody>
      </p:sp>
      <p:sp>
        <p:nvSpPr>
          <p:cNvPr id="10" name="Text Placeholder 9">
            <a:extLst>
              <a:ext uri="{FF2B5EF4-FFF2-40B4-BE49-F238E27FC236}">
                <a16:creationId xmlns:a16="http://schemas.microsoft.com/office/drawing/2014/main" id="{2DBDBDFB-B313-DE0C-369A-35587F2563D4}"/>
              </a:ext>
            </a:extLst>
          </p:cNvPr>
          <p:cNvSpPr>
            <a:spLocks noGrp="1"/>
          </p:cNvSpPr>
          <p:nvPr>
            <p:ph type="body" sz="quarter" idx="15"/>
          </p:nvPr>
        </p:nvSpPr>
        <p:spPr>
          <a:xfrm>
            <a:off x="576388" y="2260888"/>
            <a:ext cx="2160000" cy="270000"/>
          </a:xfrm>
        </p:spPr>
        <p:txBody>
          <a:bodyPr anchor="ctr"/>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7">
            <a:extLst>
              <a:ext uri="{FF2B5EF4-FFF2-40B4-BE49-F238E27FC236}">
                <a16:creationId xmlns:a16="http://schemas.microsoft.com/office/drawing/2014/main" id="{E649F75F-0960-5492-7258-E7FE8A55DC52}"/>
              </a:ext>
            </a:extLst>
          </p:cNvPr>
          <p:cNvSpPr>
            <a:spLocks noGrp="1"/>
          </p:cNvSpPr>
          <p:nvPr>
            <p:ph type="body" sz="quarter" idx="16" hasCustomPrompt="1"/>
          </p:nvPr>
        </p:nvSpPr>
        <p:spPr>
          <a:xfrm>
            <a:off x="3358495" y="2012973"/>
            <a:ext cx="540000" cy="540000"/>
          </a:xfrm>
        </p:spPr>
        <p:txBody>
          <a:bodyPr/>
          <a:lstStyle>
            <a:lvl1pPr marL="0" indent="0" algn="ctr">
              <a:buNone/>
              <a:defRPr sz="3600" b="1">
                <a:solidFill>
                  <a:schemeClr val="bg1">
                    <a:lumMod val="85000"/>
                  </a:schemeClr>
                </a:solidFill>
              </a:defRPr>
            </a:lvl1pPr>
          </a:lstStyle>
          <a:p>
            <a:pPr lvl="0"/>
            <a:r>
              <a:rPr lang="en-US" dirty="0"/>
              <a:t>2</a:t>
            </a:r>
            <a:endParaRPr lang="en-GB" dirty="0"/>
          </a:p>
        </p:txBody>
      </p:sp>
      <p:sp>
        <p:nvSpPr>
          <p:cNvPr id="12" name="Text Placeholder 9">
            <a:extLst>
              <a:ext uri="{FF2B5EF4-FFF2-40B4-BE49-F238E27FC236}">
                <a16:creationId xmlns:a16="http://schemas.microsoft.com/office/drawing/2014/main" id="{2ABE1E9B-1459-2F2F-5C96-E736FE6D3C0F}"/>
              </a:ext>
            </a:extLst>
          </p:cNvPr>
          <p:cNvSpPr>
            <a:spLocks noGrp="1"/>
          </p:cNvSpPr>
          <p:nvPr>
            <p:ph type="body" sz="quarter" idx="17"/>
          </p:nvPr>
        </p:nvSpPr>
        <p:spPr>
          <a:xfrm>
            <a:off x="3628495" y="2260888"/>
            <a:ext cx="2160000" cy="270000"/>
          </a:xfrm>
        </p:spPr>
        <p:txBody>
          <a:bodyPr anchor="ctr"/>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3" name="Text Placeholder 7">
            <a:extLst>
              <a:ext uri="{FF2B5EF4-FFF2-40B4-BE49-F238E27FC236}">
                <a16:creationId xmlns:a16="http://schemas.microsoft.com/office/drawing/2014/main" id="{07C1BBF3-E26F-49A4-6289-785814A8E568}"/>
              </a:ext>
            </a:extLst>
          </p:cNvPr>
          <p:cNvSpPr>
            <a:spLocks noGrp="1"/>
          </p:cNvSpPr>
          <p:nvPr>
            <p:ph type="body" sz="quarter" idx="18" hasCustomPrompt="1"/>
          </p:nvPr>
        </p:nvSpPr>
        <p:spPr>
          <a:xfrm>
            <a:off x="6404957" y="2012973"/>
            <a:ext cx="540000" cy="540000"/>
          </a:xfrm>
        </p:spPr>
        <p:txBody>
          <a:bodyPr/>
          <a:lstStyle>
            <a:lvl1pPr marL="0" indent="0" algn="ctr">
              <a:buNone/>
              <a:defRPr sz="3600" b="1">
                <a:solidFill>
                  <a:schemeClr val="bg1">
                    <a:lumMod val="85000"/>
                  </a:schemeClr>
                </a:solidFill>
              </a:defRPr>
            </a:lvl1pPr>
          </a:lstStyle>
          <a:p>
            <a:pPr lvl="0"/>
            <a:r>
              <a:rPr lang="en-US" dirty="0"/>
              <a:t>3</a:t>
            </a:r>
            <a:endParaRPr lang="en-GB" dirty="0"/>
          </a:p>
        </p:txBody>
      </p:sp>
      <p:sp>
        <p:nvSpPr>
          <p:cNvPr id="14" name="Text Placeholder 9">
            <a:extLst>
              <a:ext uri="{FF2B5EF4-FFF2-40B4-BE49-F238E27FC236}">
                <a16:creationId xmlns:a16="http://schemas.microsoft.com/office/drawing/2014/main" id="{89845BA4-2F30-CA38-85C5-A7B4C1515260}"/>
              </a:ext>
            </a:extLst>
          </p:cNvPr>
          <p:cNvSpPr>
            <a:spLocks noGrp="1"/>
          </p:cNvSpPr>
          <p:nvPr>
            <p:ph type="body" sz="quarter" idx="19"/>
          </p:nvPr>
        </p:nvSpPr>
        <p:spPr>
          <a:xfrm>
            <a:off x="6674957" y="2260888"/>
            <a:ext cx="2160000" cy="270000"/>
          </a:xfrm>
        </p:spPr>
        <p:txBody>
          <a:bodyPr anchor="ctr"/>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8" name="Text Placeholder 8">
            <a:extLst>
              <a:ext uri="{FF2B5EF4-FFF2-40B4-BE49-F238E27FC236}">
                <a16:creationId xmlns:a16="http://schemas.microsoft.com/office/drawing/2014/main" id="{45F984E0-3C52-FFDB-29D4-E7DEB2EC1FF2}"/>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20" name="Text Placeholder 19">
            <a:extLst>
              <a:ext uri="{FF2B5EF4-FFF2-40B4-BE49-F238E27FC236}">
                <a16:creationId xmlns:a16="http://schemas.microsoft.com/office/drawing/2014/main" id="{A0DF0C5E-709A-1BB3-74E1-23EB36383ABB}"/>
              </a:ext>
            </a:extLst>
          </p:cNvPr>
          <p:cNvSpPr>
            <a:spLocks noGrp="1"/>
          </p:cNvSpPr>
          <p:nvPr>
            <p:ph type="body" sz="quarter" idx="24"/>
          </p:nvPr>
        </p:nvSpPr>
        <p:spPr>
          <a:xfrm>
            <a:off x="576263" y="2614613"/>
            <a:ext cx="216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1" name="Text Placeholder 19">
            <a:extLst>
              <a:ext uri="{FF2B5EF4-FFF2-40B4-BE49-F238E27FC236}">
                <a16:creationId xmlns:a16="http://schemas.microsoft.com/office/drawing/2014/main" id="{50B34255-BA60-D0F3-01B2-7B05D265DE0B}"/>
              </a:ext>
            </a:extLst>
          </p:cNvPr>
          <p:cNvSpPr>
            <a:spLocks noGrp="1"/>
          </p:cNvSpPr>
          <p:nvPr>
            <p:ph type="body" sz="quarter" idx="25"/>
          </p:nvPr>
        </p:nvSpPr>
        <p:spPr>
          <a:xfrm>
            <a:off x="3628495" y="2614613"/>
            <a:ext cx="216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2" name="Text Placeholder 19">
            <a:extLst>
              <a:ext uri="{FF2B5EF4-FFF2-40B4-BE49-F238E27FC236}">
                <a16:creationId xmlns:a16="http://schemas.microsoft.com/office/drawing/2014/main" id="{A7E0DA2C-36AC-BCED-5B60-2571A9D79FB3}"/>
              </a:ext>
            </a:extLst>
          </p:cNvPr>
          <p:cNvSpPr>
            <a:spLocks noGrp="1"/>
          </p:cNvSpPr>
          <p:nvPr>
            <p:ph type="body" sz="quarter" idx="26"/>
          </p:nvPr>
        </p:nvSpPr>
        <p:spPr>
          <a:xfrm>
            <a:off x="6680727" y="2614613"/>
            <a:ext cx="216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7" name="Text Placeholder 7">
            <a:extLst>
              <a:ext uri="{FF2B5EF4-FFF2-40B4-BE49-F238E27FC236}">
                <a16:creationId xmlns:a16="http://schemas.microsoft.com/office/drawing/2014/main" id="{1E74ED91-6808-A1BF-4CBF-6BC9BA66F8BE}"/>
              </a:ext>
            </a:extLst>
          </p:cNvPr>
          <p:cNvSpPr>
            <a:spLocks noGrp="1"/>
          </p:cNvSpPr>
          <p:nvPr>
            <p:ph type="body" sz="quarter" idx="27" hasCustomPrompt="1"/>
          </p:nvPr>
        </p:nvSpPr>
        <p:spPr>
          <a:xfrm>
            <a:off x="9462960" y="2012973"/>
            <a:ext cx="540000" cy="540000"/>
          </a:xfrm>
        </p:spPr>
        <p:txBody>
          <a:bodyPr/>
          <a:lstStyle>
            <a:lvl1pPr marL="0" indent="0" algn="ctr">
              <a:buNone/>
              <a:defRPr sz="3600" b="1">
                <a:solidFill>
                  <a:schemeClr val="bg1">
                    <a:lumMod val="85000"/>
                  </a:schemeClr>
                </a:solidFill>
              </a:defRPr>
            </a:lvl1pPr>
          </a:lstStyle>
          <a:p>
            <a:pPr lvl="0"/>
            <a:r>
              <a:rPr lang="en-GB" dirty="0"/>
              <a:t>4</a:t>
            </a:r>
          </a:p>
        </p:txBody>
      </p:sp>
      <p:sp>
        <p:nvSpPr>
          <p:cNvPr id="9" name="Text Placeholder 9">
            <a:extLst>
              <a:ext uri="{FF2B5EF4-FFF2-40B4-BE49-F238E27FC236}">
                <a16:creationId xmlns:a16="http://schemas.microsoft.com/office/drawing/2014/main" id="{CBD0D9DB-F289-9386-5914-D76789371C20}"/>
              </a:ext>
            </a:extLst>
          </p:cNvPr>
          <p:cNvSpPr>
            <a:spLocks noGrp="1"/>
          </p:cNvSpPr>
          <p:nvPr>
            <p:ph type="body" sz="quarter" idx="28"/>
          </p:nvPr>
        </p:nvSpPr>
        <p:spPr>
          <a:xfrm>
            <a:off x="9732960" y="2260888"/>
            <a:ext cx="2160000" cy="270000"/>
          </a:xfrm>
        </p:spPr>
        <p:txBody>
          <a:bodyPr anchor="ctr"/>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5" name="Text Placeholder 19">
            <a:extLst>
              <a:ext uri="{FF2B5EF4-FFF2-40B4-BE49-F238E27FC236}">
                <a16:creationId xmlns:a16="http://schemas.microsoft.com/office/drawing/2014/main" id="{87EEBF8A-F558-AE22-D4E6-B5D5CDBB40A4}"/>
              </a:ext>
            </a:extLst>
          </p:cNvPr>
          <p:cNvSpPr>
            <a:spLocks noGrp="1"/>
          </p:cNvSpPr>
          <p:nvPr>
            <p:ph type="body" sz="quarter" idx="29"/>
          </p:nvPr>
        </p:nvSpPr>
        <p:spPr>
          <a:xfrm>
            <a:off x="9732960" y="2614613"/>
            <a:ext cx="216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6" name="TextBox 15">
            <a:extLst>
              <a:ext uri="{FF2B5EF4-FFF2-40B4-BE49-F238E27FC236}">
                <a16:creationId xmlns:a16="http://schemas.microsoft.com/office/drawing/2014/main" id="{06A6C2DE-B1DA-6ED2-65F3-D7B4F2F7B083}"/>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1783271154"/>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dered list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AFEC-8737-007E-D1B3-D0688223275B}"/>
              </a:ext>
            </a:extLst>
          </p:cNvPr>
          <p:cNvSpPr>
            <a:spLocks noGrp="1"/>
          </p:cNvSpPr>
          <p:nvPr>
            <p:ph type="title" hasCustomPrompt="1"/>
          </p:nvPr>
        </p:nvSpPr>
        <p:spPr>
          <a:xfrm>
            <a:off x="306000" y="306000"/>
            <a:ext cx="5648397"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20482909-DC96-0DF9-73E2-5455A6988210}"/>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FC02E630-D2C1-4150-01CF-4E926092D593}"/>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BD437FA-CCB6-519F-B498-327CB1E83497}"/>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EFAA178C-2370-23EB-A3DB-5D6550D9873F}"/>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8" name="Text Placeholder 7">
            <a:extLst>
              <a:ext uri="{FF2B5EF4-FFF2-40B4-BE49-F238E27FC236}">
                <a16:creationId xmlns:a16="http://schemas.microsoft.com/office/drawing/2014/main" id="{40B25028-743B-B24C-5195-C53613817F29}"/>
              </a:ext>
            </a:extLst>
          </p:cNvPr>
          <p:cNvSpPr>
            <a:spLocks noGrp="1"/>
          </p:cNvSpPr>
          <p:nvPr>
            <p:ph type="body" sz="quarter" idx="14" hasCustomPrompt="1"/>
          </p:nvPr>
        </p:nvSpPr>
        <p:spPr>
          <a:xfrm>
            <a:off x="306388" y="2012973"/>
            <a:ext cx="540000" cy="540000"/>
          </a:xfrm>
        </p:spPr>
        <p:txBody>
          <a:bodyPr/>
          <a:lstStyle>
            <a:lvl1pPr marL="0" indent="0" algn="ctr">
              <a:buNone/>
              <a:defRPr sz="3600" b="1">
                <a:solidFill>
                  <a:schemeClr val="bg1">
                    <a:lumMod val="85000"/>
                  </a:schemeClr>
                </a:solidFill>
              </a:defRPr>
            </a:lvl1pPr>
          </a:lstStyle>
          <a:p>
            <a:pPr lvl="0"/>
            <a:r>
              <a:rPr lang="en-US" dirty="0"/>
              <a:t>1</a:t>
            </a:r>
            <a:endParaRPr lang="en-GB" dirty="0"/>
          </a:p>
        </p:txBody>
      </p:sp>
      <p:sp>
        <p:nvSpPr>
          <p:cNvPr id="10" name="Text Placeholder 9">
            <a:extLst>
              <a:ext uri="{FF2B5EF4-FFF2-40B4-BE49-F238E27FC236}">
                <a16:creationId xmlns:a16="http://schemas.microsoft.com/office/drawing/2014/main" id="{2DBDBDFB-B313-DE0C-369A-35587F2563D4}"/>
              </a:ext>
            </a:extLst>
          </p:cNvPr>
          <p:cNvSpPr>
            <a:spLocks noGrp="1"/>
          </p:cNvSpPr>
          <p:nvPr>
            <p:ph type="body" sz="quarter" idx="15"/>
          </p:nvPr>
        </p:nvSpPr>
        <p:spPr>
          <a:xfrm>
            <a:off x="576388" y="2260888"/>
            <a:ext cx="162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7">
            <a:extLst>
              <a:ext uri="{FF2B5EF4-FFF2-40B4-BE49-F238E27FC236}">
                <a16:creationId xmlns:a16="http://schemas.microsoft.com/office/drawing/2014/main" id="{E649F75F-0960-5492-7258-E7FE8A55DC52}"/>
              </a:ext>
            </a:extLst>
          </p:cNvPr>
          <p:cNvSpPr>
            <a:spLocks noGrp="1"/>
          </p:cNvSpPr>
          <p:nvPr>
            <p:ph type="body" sz="quarter" idx="16" hasCustomPrompt="1"/>
          </p:nvPr>
        </p:nvSpPr>
        <p:spPr>
          <a:xfrm>
            <a:off x="2728600" y="2012973"/>
            <a:ext cx="540000" cy="540000"/>
          </a:xfrm>
        </p:spPr>
        <p:txBody>
          <a:bodyPr/>
          <a:lstStyle>
            <a:lvl1pPr marL="0" indent="0" algn="ctr">
              <a:buNone/>
              <a:defRPr sz="3600" b="1">
                <a:solidFill>
                  <a:schemeClr val="bg1">
                    <a:lumMod val="85000"/>
                  </a:schemeClr>
                </a:solidFill>
              </a:defRPr>
            </a:lvl1pPr>
          </a:lstStyle>
          <a:p>
            <a:pPr lvl="0"/>
            <a:r>
              <a:rPr lang="en-US" dirty="0"/>
              <a:t>2</a:t>
            </a:r>
            <a:endParaRPr lang="en-GB" dirty="0"/>
          </a:p>
        </p:txBody>
      </p:sp>
      <p:sp>
        <p:nvSpPr>
          <p:cNvPr id="12" name="Text Placeholder 9">
            <a:extLst>
              <a:ext uri="{FF2B5EF4-FFF2-40B4-BE49-F238E27FC236}">
                <a16:creationId xmlns:a16="http://schemas.microsoft.com/office/drawing/2014/main" id="{2ABE1E9B-1459-2F2F-5C96-E736FE6D3C0F}"/>
              </a:ext>
            </a:extLst>
          </p:cNvPr>
          <p:cNvSpPr>
            <a:spLocks noGrp="1"/>
          </p:cNvSpPr>
          <p:nvPr>
            <p:ph type="body" sz="quarter" idx="17"/>
          </p:nvPr>
        </p:nvSpPr>
        <p:spPr>
          <a:xfrm>
            <a:off x="2998600" y="2260888"/>
            <a:ext cx="162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3" name="Text Placeholder 7">
            <a:extLst>
              <a:ext uri="{FF2B5EF4-FFF2-40B4-BE49-F238E27FC236}">
                <a16:creationId xmlns:a16="http://schemas.microsoft.com/office/drawing/2014/main" id="{07C1BBF3-E26F-49A4-6289-785814A8E568}"/>
              </a:ext>
            </a:extLst>
          </p:cNvPr>
          <p:cNvSpPr>
            <a:spLocks noGrp="1"/>
          </p:cNvSpPr>
          <p:nvPr>
            <p:ph type="body" sz="quarter" idx="18" hasCustomPrompt="1"/>
          </p:nvPr>
        </p:nvSpPr>
        <p:spPr>
          <a:xfrm>
            <a:off x="5155139" y="2012973"/>
            <a:ext cx="540000" cy="540000"/>
          </a:xfrm>
        </p:spPr>
        <p:txBody>
          <a:bodyPr/>
          <a:lstStyle>
            <a:lvl1pPr marL="0" indent="0" algn="ctr">
              <a:buNone/>
              <a:defRPr sz="3600" b="1">
                <a:solidFill>
                  <a:schemeClr val="bg1">
                    <a:lumMod val="85000"/>
                  </a:schemeClr>
                </a:solidFill>
              </a:defRPr>
            </a:lvl1pPr>
          </a:lstStyle>
          <a:p>
            <a:pPr lvl="0"/>
            <a:r>
              <a:rPr lang="en-US" dirty="0"/>
              <a:t>3</a:t>
            </a:r>
            <a:endParaRPr lang="en-GB" dirty="0"/>
          </a:p>
        </p:txBody>
      </p:sp>
      <p:sp>
        <p:nvSpPr>
          <p:cNvPr id="14" name="Text Placeholder 9">
            <a:extLst>
              <a:ext uri="{FF2B5EF4-FFF2-40B4-BE49-F238E27FC236}">
                <a16:creationId xmlns:a16="http://schemas.microsoft.com/office/drawing/2014/main" id="{89845BA4-2F30-CA38-85C5-A7B4C1515260}"/>
              </a:ext>
            </a:extLst>
          </p:cNvPr>
          <p:cNvSpPr>
            <a:spLocks noGrp="1"/>
          </p:cNvSpPr>
          <p:nvPr>
            <p:ph type="body" sz="quarter" idx="19"/>
          </p:nvPr>
        </p:nvSpPr>
        <p:spPr>
          <a:xfrm>
            <a:off x="5425139" y="2260888"/>
            <a:ext cx="162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8" name="Text Placeholder 8">
            <a:extLst>
              <a:ext uri="{FF2B5EF4-FFF2-40B4-BE49-F238E27FC236}">
                <a16:creationId xmlns:a16="http://schemas.microsoft.com/office/drawing/2014/main" id="{45F984E0-3C52-FFDB-29D4-E7DEB2EC1FF2}"/>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20" name="Text Placeholder 19">
            <a:extLst>
              <a:ext uri="{FF2B5EF4-FFF2-40B4-BE49-F238E27FC236}">
                <a16:creationId xmlns:a16="http://schemas.microsoft.com/office/drawing/2014/main" id="{A0DF0C5E-709A-1BB3-74E1-23EB36383ABB}"/>
              </a:ext>
            </a:extLst>
          </p:cNvPr>
          <p:cNvSpPr>
            <a:spLocks noGrp="1"/>
          </p:cNvSpPr>
          <p:nvPr>
            <p:ph type="body" sz="quarter" idx="24"/>
          </p:nvPr>
        </p:nvSpPr>
        <p:spPr>
          <a:xfrm>
            <a:off x="576263" y="2614613"/>
            <a:ext cx="162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1" name="Text Placeholder 19">
            <a:extLst>
              <a:ext uri="{FF2B5EF4-FFF2-40B4-BE49-F238E27FC236}">
                <a16:creationId xmlns:a16="http://schemas.microsoft.com/office/drawing/2014/main" id="{50B34255-BA60-D0F3-01B2-7B05D265DE0B}"/>
              </a:ext>
            </a:extLst>
          </p:cNvPr>
          <p:cNvSpPr>
            <a:spLocks noGrp="1"/>
          </p:cNvSpPr>
          <p:nvPr>
            <p:ph type="body" sz="quarter" idx="25"/>
          </p:nvPr>
        </p:nvSpPr>
        <p:spPr>
          <a:xfrm>
            <a:off x="2998600" y="2614613"/>
            <a:ext cx="162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2" name="Text Placeholder 19">
            <a:extLst>
              <a:ext uri="{FF2B5EF4-FFF2-40B4-BE49-F238E27FC236}">
                <a16:creationId xmlns:a16="http://schemas.microsoft.com/office/drawing/2014/main" id="{A7E0DA2C-36AC-BCED-5B60-2571A9D79FB3}"/>
              </a:ext>
            </a:extLst>
          </p:cNvPr>
          <p:cNvSpPr>
            <a:spLocks noGrp="1"/>
          </p:cNvSpPr>
          <p:nvPr>
            <p:ph type="body" sz="quarter" idx="26"/>
          </p:nvPr>
        </p:nvSpPr>
        <p:spPr>
          <a:xfrm>
            <a:off x="5420937" y="2614613"/>
            <a:ext cx="162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7" name="Text Placeholder 7">
            <a:extLst>
              <a:ext uri="{FF2B5EF4-FFF2-40B4-BE49-F238E27FC236}">
                <a16:creationId xmlns:a16="http://schemas.microsoft.com/office/drawing/2014/main" id="{1E74ED91-6808-A1BF-4CBF-6BC9BA66F8BE}"/>
              </a:ext>
            </a:extLst>
          </p:cNvPr>
          <p:cNvSpPr>
            <a:spLocks noGrp="1"/>
          </p:cNvSpPr>
          <p:nvPr>
            <p:ph type="body" sz="quarter" idx="27" hasCustomPrompt="1"/>
          </p:nvPr>
        </p:nvSpPr>
        <p:spPr>
          <a:xfrm>
            <a:off x="7569073" y="2012973"/>
            <a:ext cx="540000" cy="540000"/>
          </a:xfrm>
        </p:spPr>
        <p:txBody>
          <a:bodyPr/>
          <a:lstStyle>
            <a:lvl1pPr marL="0" indent="0" algn="ctr">
              <a:buNone/>
              <a:defRPr sz="3600" b="1">
                <a:solidFill>
                  <a:schemeClr val="bg1">
                    <a:lumMod val="85000"/>
                  </a:schemeClr>
                </a:solidFill>
              </a:defRPr>
            </a:lvl1pPr>
          </a:lstStyle>
          <a:p>
            <a:pPr lvl="0"/>
            <a:r>
              <a:rPr lang="en-GB" dirty="0"/>
              <a:t>4</a:t>
            </a:r>
          </a:p>
        </p:txBody>
      </p:sp>
      <p:sp>
        <p:nvSpPr>
          <p:cNvPr id="9" name="Text Placeholder 9">
            <a:extLst>
              <a:ext uri="{FF2B5EF4-FFF2-40B4-BE49-F238E27FC236}">
                <a16:creationId xmlns:a16="http://schemas.microsoft.com/office/drawing/2014/main" id="{CBD0D9DB-F289-9386-5914-D76789371C20}"/>
              </a:ext>
            </a:extLst>
          </p:cNvPr>
          <p:cNvSpPr>
            <a:spLocks noGrp="1"/>
          </p:cNvSpPr>
          <p:nvPr>
            <p:ph type="body" sz="quarter" idx="28"/>
          </p:nvPr>
        </p:nvSpPr>
        <p:spPr>
          <a:xfrm>
            <a:off x="7839073" y="2260888"/>
            <a:ext cx="162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5" name="Text Placeholder 19">
            <a:extLst>
              <a:ext uri="{FF2B5EF4-FFF2-40B4-BE49-F238E27FC236}">
                <a16:creationId xmlns:a16="http://schemas.microsoft.com/office/drawing/2014/main" id="{87EEBF8A-F558-AE22-D4E6-B5D5CDBB40A4}"/>
              </a:ext>
            </a:extLst>
          </p:cNvPr>
          <p:cNvSpPr>
            <a:spLocks noGrp="1"/>
          </p:cNvSpPr>
          <p:nvPr>
            <p:ph type="body" sz="quarter" idx="29"/>
          </p:nvPr>
        </p:nvSpPr>
        <p:spPr>
          <a:xfrm>
            <a:off x="7843274" y="2614613"/>
            <a:ext cx="162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6" name="Text Placeholder 7">
            <a:extLst>
              <a:ext uri="{FF2B5EF4-FFF2-40B4-BE49-F238E27FC236}">
                <a16:creationId xmlns:a16="http://schemas.microsoft.com/office/drawing/2014/main" id="{7E1143B7-8C08-7715-B222-285F3D11245F}"/>
              </a:ext>
            </a:extLst>
          </p:cNvPr>
          <p:cNvSpPr>
            <a:spLocks noGrp="1"/>
          </p:cNvSpPr>
          <p:nvPr>
            <p:ph type="body" sz="quarter" idx="30" hasCustomPrompt="1"/>
          </p:nvPr>
        </p:nvSpPr>
        <p:spPr>
          <a:xfrm>
            <a:off x="9995612" y="2012973"/>
            <a:ext cx="540000" cy="540000"/>
          </a:xfrm>
        </p:spPr>
        <p:txBody>
          <a:bodyPr/>
          <a:lstStyle>
            <a:lvl1pPr marL="0" indent="0" algn="ctr">
              <a:buNone/>
              <a:defRPr sz="3600" b="1">
                <a:solidFill>
                  <a:schemeClr val="bg1">
                    <a:lumMod val="85000"/>
                  </a:schemeClr>
                </a:solidFill>
              </a:defRPr>
            </a:lvl1pPr>
          </a:lstStyle>
          <a:p>
            <a:pPr lvl="0"/>
            <a:r>
              <a:rPr lang="en-GB" dirty="0"/>
              <a:t>5</a:t>
            </a:r>
          </a:p>
        </p:txBody>
      </p:sp>
      <p:sp>
        <p:nvSpPr>
          <p:cNvPr id="17" name="Text Placeholder 9">
            <a:extLst>
              <a:ext uri="{FF2B5EF4-FFF2-40B4-BE49-F238E27FC236}">
                <a16:creationId xmlns:a16="http://schemas.microsoft.com/office/drawing/2014/main" id="{896973EE-B874-C807-05A2-E788AB572CD4}"/>
              </a:ext>
            </a:extLst>
          </p:cNvPr>
          <p:cNvSpPr>
            <a:spLocks noGrp="1"/>
          </p:cNvSpPr>
          <p:nvPr>
            <p:ph type="body" sz="quarter" idx="31"/>
          </p:nvPr>
        </p:nvSpPr>
        <p:spPr>
          <a:xfrm>
            <a:off x="10265612" y="2260888"/>
            <a:ext cx="162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9" name="Text Placeholder 19">
            <a:extLst>
              <a:ext uri="{FF2B5EF4-FFF2-40B4-BE49-F238E27FC236}">
                <a16:creationId xmlns:a16="http://schemas.microsoft.com/office/drawing/2014/main" id="{E75EA8CC-4B36-0979-00D7-D98C0378C33F}"/>
              </a:ext>
            </a:extLst>
          </p:cNvPr>
          <p:cNvSpPr>
            <a:spLocks noGrp="1"/>
          </p:cNvSpPr>
          <p:nvPr>
            <p:ph type="body" sz="quarter" idx="32"/>
          </p:nvPr>
        </p:nvSpPr>
        <p:spPr>
          <a:xfrm>
            <a:off x="10265612" y="2614613"/>
            <a:ext cx="1620000" cy="2147887"/>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3" name="TextBox 22">
            <a:extLst>
              <a:ext uri="{FF2B5EF4-FFF2-40B4-BE49-F238E27FC236}">
                <a16:creationId xmlns:a16="http://schemas.microsoft.com/office/drawing/2014/main" id="{B4398626-6D16-799D-FDFC-F0CE622468F8}"/>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3801630789"/>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dered list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AFEC-8737-007E-D1B3-D0688223275B}"/>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20482909-DC96-0DF9-73E2-5455A6988210}"/>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FC02E630-D2C1-4150-01CF-4E926092D593}"/>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BD437FA-CCB6-519F-B498-327CB1E83497}"/>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EFAA178C-2370-23EB-A3DB-5D6550D9873F}"/>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8" name="Text Placeholder 7">
            <a:extLst>
              <a:ext uri="{FF2B5EF4-FFF2-40B4-BE49-F238E27FC236}">
                <a16:creationId xmlns:a16="http://schemas.microsoft.com/office/drawing/2014/main" id="{40B25028-743B-B24C-5195-C53613817F29}"/>
              </a:ext>
            </a:extLst>
          </p:cNvPr>
          <p:cNvSpPr>
            <a:spLocks noGrp="1"/>
          </p:cNvSpPr>
          <p:nvPr>
            <p:ph type="body" sz="quarter" idx="14" hasCustomPrompt="1"/>
          </p:nvPr>
        </p:nvSpPr>
        <p:spPr>
          <a:xfrm>
            <a:off x="306388" y="2012973"/>
            <a:ext cx="540000" cy="540000"/>
          </a:xfrm>
        </p:spPr>
        <p:txBody>
          <a:bodyPr/>
          <a:lstStyle>
            <a:lvl1pPr marL="0" indent="0" algn="ctr">
              <a:buNone/>
              <a:defRPr sz="3600" b="1">
                <a:solidFill>
                  <a:schemeClr val="bg1">
                    <a:lumMod val="85000"/>
                  </a:schemeClr>
                </a:solidFill>
              </a:defRPr>
            </a:lvl1pPr>
          </a:lstStyle>
          <a:p>
            <a:pPr lvl="0"/>
            <a:r>
              <a:rPr lang="en-US" dirty="0"/>
              <a:t>1</a:t>
            </a:r>
            <a:endParaRPr lang="en-GB" dirty="0"/>
          </a:p>
        </p:txBody>
      </p:sp>
      <p:sp>
        <p:nvSpPr>
          <p:cNvPr id="10" name="Text Placeholder 9">
            <a:extLst>
              <a:ext uri="{FF2B5EF4-FFF2-40B4-BE49-F238E27FC236}">
                <a16:creationId xmlns:a16="http://schemas.microsoft.com/office/drawing/2014/main" id="{2DBDBDFB-B313-DE0C-369A-35587F2563D4}"/>
              </a:ext>
            </a:extLst>
          </p:cNvPr>
          <p:cNvSpPr>
            <a:spLocks noGrp="1"/>
          </p:cNvSpPr>
          <p:nvPr>
            <p:ph type="body" sz="quarter" idx="15"/>
          </p:nvPr>
        </p:nvSpPr>
        <p:spPr>
          <a:xfrm>
            <a:off x="576388" y="2260888"/>
            <a:ext cx="126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7">
            <a:extLst>
              <a:ext uri="{FF2B5EF4-FFF2-40B4-BE49-F238E27FC236}">
                <a16:creationId xmlns:a16="http://schemas.microsoft.com/office/drawing/2014/main" id="{E649F75F-0960-5492-7258-E7FE8A55DC52}"/>
              </a:ext>
            </a:extLst>
          </p:cNvPr>
          <p:cNvSpPr>
            <a:spLocks noGrp="1"/>
          </p:cNvSpPr>
          <p:nvPr>
            <p:ph type="body" sz="quarter" idx="16" hasCustomPrompt="1"/>
          </p:nvPr>
        </p:nvSpPr>
        <p:spPr>
          <a:xfrm>
            <a:off x="2317403" y="2012973"/>
            <a:ext cx="540000" cy="540000"/>
          </a:xfrm>
        </p:spPr>
        <p:txBody>
          <a:bodyPr/>
          <a:lstStyle>
            <a:lvl1pPr marL="0" indent="0" algn="ctr">
              <a:buNone/>
              <a:defRPr sz="3600" b="1">
                <a:solidFill>
                  <a:schemeClr val="bg1">
                    <a:lumMod val="85000"/>
                  </a:schemeClr>
                </a:solidFill>
              </a:defRPr>
            </a:lvl1pPr>
          </a:lstStyle>
          <a:p>
            <a:pPr lvl="0"/>
            <a:r>
              <a:rPr lang="en-US" dirty="0"/>
              <a:t>2</a:t>
            </a:r>
            <a:endParaRPr lang="en-GB" dirty="0"/>
          </a:p>
        </p:txBody>
      </p:sp>
      <p:sp>
        <p:nvSpPr>
          <p:cNvPr id="12" name="Text Placeholder 9">
            <a:extLst>
              <a:ext uri="{FF2B5EF4-FFF2-40B4-BE49-F238E27FC236}">
                <a16:creationId xmlns:a16="http://schemas.microsoft.com/office/drawing/2014/main" id="{2ABE1E9B-1459-2F2F-5C96-E736FE6D3C0F}"/>
              </a:ext>
            </a:extLst>
          </p:cNvPr>
          <p:cNvSpPr>
            <a:spLocks noGrp="1"/>
          </p:cNvSpPr>
          <p:nvPr>
            <p:ph type="body" sz="quarter" idx="17"/>
          </p:nvPr>
        </p:nvSpPr>
        <p:spPr>
          <a:xfrm>
            <a:off x="2587403" y="2260888"/>
            <a:ext cx="126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3" name="Text Placeholder 7">
            <a:extLst>
              <a:ext uri="{FF2B5EF4-FFF2-40B4-BE49-F238E27FC236}">
                <a16:creationId xmlns:a16="http://schemas.microsoft.com/office/drawing/2014/main" id="{07C1BBF3-E26F-49A4-6289-785814A8E568}"/>
              </a:ext>
            </a:extLst>
          </p:cNvPr>
          <p:cNvSpPr>
            <a:spLocks noGrp="1"/>
          </p:cNvSpPr>
          <p:nvPr>
            <p:ph type="body" sz="quarter" idx="18" hasCustomPrompt="1"/>
          </p:nvPr>
        </p:nvSpPr>
        <p:spPr>
          <a:xfrm>
            <a:off x="4328418" y="2012973"/>
            <a:ext cx="540000" cy="540000"/>
          </a:xfrm>
        </p:spPr>
        <p:txBody>
          <a:bodyPr/>
          <a:lstStyle>
            <a:lvl1pPr marL="0" indent="0" algn="ctr">
              <a:buNone/>
              <a:defRPr sz="3600" b="1">
                <a:solidFill>
                  <a:schemeClr val="bg1">
                    <a:lumMod val="85000"/>
                  </a:schemeClr>
                </a:solidFill>
              </a:defRPr>
            </a:lvl1pPr>
          </a:lstStyle>
          <a:p>
            <a:pPr lvl="0"/>
            <a:r>
              <a:rPr lang="en-US" dirty="0"/>
              <a:t>3</a:t>
            </a:r>
            <a:endParaRPr lang="en-GB" dirty="0"/>
          </a:p>
        </p:txBody>
      </p:sp>
      <p:sp>
        <p:nvSpPr>
          <p:cNvPr id="14" name="Text Placeholder 9">
            <a:extLst>
              <a:ext uri="{FF2B5EF4-FFF2-40B4-BE49-F238E27FC236}">
                <a16:creationId xmlns:a16="http://schemas.microsoft.com/office/drawing/2014/main" id="{89845BA4-2F30-CA38-85C5-A7B4C1515260}"/>
              </a:ext>
            </a:extLst>
          </p:cNvPr>
          <p:cNvSpPr>
            <a:spLocks noGrp="1"/>
          </p:cNvSpPr>
          <p:nvPr>
            <p:ph type="body" sz="quarter" idx="19"/>
          </p:nvPr>
        </p:nvSpPr>
        <p:spPr>
          <a:xfrm>
            <a:off x="4598418" y="2260888"/>
            <a:ext cx="126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8" name="Text Placeholder 8">
            <a:extLst>
              <a:ext uri="{FF2B5EF4-FFF2-40B4-BE49-F238E27FC236}">
                <a16:creationId xmlns:a16="http://schemas.microsoft.com/office/drawing/2014/main" id="{45F984E0-3C52-FFDB-29D4-E7DEB2EC1FF2}"/>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20" name="Text Placeholder 19">
            <a:extLst>
              <a:ext uri="{FF2B5EF4-FFF2-40B4-BE49-F238E27FC236}">
                <a16:creationId xmlns:a16="http://schemas.microsoft.com/office/drawing/2014/main" id="{A0DF0C5E-709A-1BB3-74E1-23EB36383ABB}"/>
              </a:ext>
            </a:extLst>
          </p:cNvPr>
          <p:cNvSpPr>
            <a:spLocks noGrp="1"/>
          </p:cNvSpPr>
          <p:nvPr>
            <p:ph type="body" sz="quarter" idx="24"/>
          </p:nvPr>
        </p:nvSpPr>
        <p:spPr>
          <a:xfrm>
            <a:off x="576263" y="2686050"/>
            <a:ext cx="1260000" cy="2076450"/>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1" name="Text Placeholder 19">
            <a:extLst>
              <a:ext uri="{FF2B5EF4-FFF2-40B4-BE49-F238E27FC236}">
                <a16:creationId xmlns:a16="http://schemas.microsoft.com/office/drawing/2014/main" id="{50B34255-BA60-D0F3-01B2-7B05D265DE0B}"/>
              </a:ext>
            </a:extLst>
          </p:cNvPr>
          <p:cNvSpPr>
            <a:spLocks noGrp="1"/>
          </p:cNvSpPr>
          <p:nvPr>
            <p:ph type="body" sz="quarter" idx="25"/>
          </p:nvPr>
        </p:nvSpPr>
        <p:spPr>
          <a:xfrm>
            <a:off x="2587403" y="2686050"/>
            <a:ext cx="1260000" cy="2076450"/>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2" name="Text Placeholder 19">
            <a:extLst>
              <a:ext uri="{FF2B5EF4-FFF2-40B4-BE49-F238E27FC236}">
                <a16:creationId xmlns:a16="http://schemas.microsoft.com/office/drawing/2014/main" id="{A7E0DA2C-36AC-BCED-5B60-2571A9D79FB3}"/>
              </a:ext>
            </a:extLst>
          </p:cNvPr>
          <p:cNvSpPr>
            <a:spLocks noGrp="1"/>
          </p:cNvSpPr>
          <p:nvPr>
            <p:ph type="body" sz="quarter" idx="26"/>
          </p:nvPr>
        </p:nvSpPr>
        <p:spPr>
          <a:xfrm>
            <a:off x="4598543" y="2686050"/>
            <a:ext cx="1260000" cy="2076450"/>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7" name="Text Placeholder 7">
            <a:extLst>
              <a:ext uri="{FF2B5EF4-FFF2-40B4-BE49-F238E27FC236}">
                <a16:creationId xmlns:a16="http://schemas.microsoft.com/office/drawing/2014/main" id="{1E74ED91-6808-A1BF-4CBF-6BC9BA66F8BE}"/>
              </a:ext>
            </a:extLst>
          </p:cNvPr>
          <p:cNvSpPr>
            <a:spLocks noGrp="1"/>
          </p:cNvSpPr>
          <p:nvPr>
            <p:ph type="body" sz="quarter" idx="27" hasCustomPrompt="1"/>
          </p:nvPr>
        </p:nvSpPr>
        <p:spPr>
          <a:xfrm>
            <a:off x="6333584" y="2012973"/>
            <a:ext cx="540000" cy="540000"/>
          </a:xfrm>
        </p:spPr>
        <p:txBody>
          <a:bodyPr/>
          <a:lstStyle>
            <a:lvl1pPr marL="0" indent="0" algn="ctr">
              <a:buNone/>
              <a:defRPr sz="3600" b="1">
                <a:solidFill>
                  <a:schemeClr val="bg1">
                    <a:lumMod val="85000"/>
                  </a:schemeClr>
                </a:solidFill>
              </a:defRPr>
            </a:lvl1pPr>
          </a:lstStyle>
          <a:p>
            <a:pPr lvl="0"/>
            <a:r>
              <a:rPr lang="en-GB" dirty="0"/>
              <a:t>4</a:t>
            </a:r>
          </a:p>
        </p:txBody>
      </p:sp>
      <p:sp>
        <p:nvSpPr>
          <p:cNvPr id="9" name="Text Placeholder 9">
            <a:extLst>
              <a:ext uri="{FF2B5EF4-FFF2-40B4-BE49-F238E27FC236}">
                <a16:creationId xmlns:a16="http://schemas.microsoft.com/office/drawing/2014/main" id="{CBD0D9DB-F289-9386-5914-D76789371C20}"/>
              </a:ext>
            </a:extLst>
          </p:cNvPr>
          <p:cNvSpPr>
            <a:spLocks noGrp="1"/>
          </p:cNvSpPr>
          <p:nvPr>
            <p:ph type="body" sz="quarter" idx="28"/>
          </p:nvPr>
        </p:nvSpPr>
        <p:spPr>
          <a:xfrm>
            <a:off x="6603584" y="2260888"/>
            <a:ext cx="126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5" name="Text Placeholder 19">
            <a:extLst>
              <a:ext uri="{FF2B5EF4-FFF2-40B4-BE49-F238E27FC236}">
                <a16:creationId xmlns:a16="http://schemas.microsoft.com/office/drawing/2014/main" id="{87EEBF8A-F558-AE22-D4E6-B5D5CDBB40A4}"/>
              </a:ext>
            </a:extLst>
          </p:cNvPr>
          <p:cNvSpPr>
            <a:spLocks noGrp="1"/>
          </p:cNvSpPr>
          <p:nvPr>
            <p:ph type="body" sz="quarter" idx="29"/>
          </p:nvPr>
        </p:nvSpPr>
        <p:spPr>
          <a:xfrm>
            <a:off x="6609683" y="2686050"/>
            <a:ext cx="1260000" cy="2076450"/>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6" name="Text Placeholder 7">
            <a:extLst>
              <a:ext uri="{FF2B5EF4-FFF2-40B4-BE49-F238E27FC236}">
                <a16:creationId xmlns:a16="http://schemas.microsoft.com/office/drawing/2014/main" id="{7E1143B7-8C08-7715-B222-285F3D11245F}"/>
              </a:ext>
            </a:extLst>
          </p:cNvPr>
          <p:cNvSpPr>
            <a:spLocks noGrp="1"/>
          </p:cNvSpPr>
          <p:nvPr>
            <p:ph type="body" sz="quarter" idx="30" hasCustomPrompt="1"/>
          </p:nvPr>
        </p:nvSpPr>
        <p:spPr>
          <a:xfrm>
            <a:off x="8356797" y="2012973"/>
            <a:ext cx="540000" cy="540000"/>
          </a:xfrm>
        </p:spPr>
        <p:txBody>
          <a:bodyPr/>
          <a:lstStyle>
            <a:lvl1pPr marL="0" indent="0" algn="ctr">
              <a:buNone/>
              <a:defRPr sz="3600" b="1">
                <a:solidFill>
                  <a:schemeClr val="bg1">
                    <a:lumMod val="85000"/>
                  </a:schemeClr>
                </a:solidFill>
              </a:defRPr>
            </a:lvl1pPr>
          </a:lstStyle>
          <a:p>
            <a:pPr lvl="0"/>
            <a:r>
              <a:rPr lang="en-GB" dirty="0"/>
              <a:t>5</a:t>
            </a:r>
          </a:p>
        </p:txBody>
      </p:sp>
      <p:sp>
        <p:nvSpPr>
          <p:cNvPr id="17" name="Text Placeholder 9">
            <a:extLst>
              <a:ext uri="{FF2B5EF4-FFF2-40B4-BE49-F238E27FC236}">
                <a16:creationId xmlns:a16="http://schemas.microsoft.com/office/drawing/2014/main" id="{896973EE-B874-C807-05A2-E788AB572CD4}"/>
              </a:ext>
            </a:extLst>
          </p:cNvPr>
          <p:cNvSpPr>
            <a:spLocks noGrp="1"/>
          </p:cNvSpPr>
          <p:nvPr>
            <p:ph type="body" sz="quarter" idx="31"/>
          </p:nvPr>
        </p:nvSpPr>
        <p:spPr>
          <a:xfrm>
            <a:off x="8626797" y="2260888"/>
            <a:ext cx="126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9" name="Text Placeholder 19">
            <a:extLst>
              <a:ext uri="{FF2B5EF4-FFF2-40B4-BE49-F238E27FC236}">
                <a16:creationId xmlns:a16="http://schemas.microsoft.com/office/drawing/2014/main" id="{E75EA8CC-4B36-0979-00D7-D98C0378C33F}"/>
              </a:ext>
            </a:extLst>
          </p:cNvPr>
          <p:cNvSpPr>
            <a:spLocks noGrp="1"/>
          </p:cNvSpPr>
          <p:nvPr>
            <p:ph type="body" sz="quarter" idx="32"/>
          </p:nvPr>
        </p:nvSpPr>
        <p:spPr>
          <a:xfrm>
            <a:off x="8620823" y="2686050"/>
            <a:ext cx="1260000" cy="2076450"/>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3" name="Text Placeholder 7">
            <a:extLst>
              <a:ext uri="{FF2B5EF4-FFF2-40B4-BE49-F238E27FC236}">
                <a16:creationId xmlns:a16="http://schemas.microsoft.com/office/drawing/2014/main" id="{3C673BB7-7B43-2C1F-84B3-272213CC2420}"/>
              </a:ext>
            </a:extLst>
          </p:cNvPr>
          <p:cNvSpPr>
            <a:spLocks noGrp="1"/>
          </p:cNvSpPr>
          <p:nvPr>
            <p:ph type="body" sz="quarter" idx="33" hasCustomPrompt="1"/>
          </p:nvPr>
        </p:nvSpPr>
        <p:spPr>
          <a:xfrm>
            <a:off x="10361963" y="2012973"/>
            <a:ext cx="540000" cy="540000"/>
          </a:xfrm>
        </p:spPr>
        <p:txBody>
          <a:bodyPr/>
          <a:lstStyle>
            <a:lvl1pPr marL="0" indent="0" algn="ctr">
              <a:buNone/>
              <a:defRPr sz="3600" b="1">
                <a:solidFill>
                  <a:schemeClr val="bg1">
                    <a:lumMod val="85000"/>
                  </a:schemeClr>
                </a:solidFill>
              </a:defRPr>
            </a:lvl1pPr>
          </a:lstStyle>
          <a:p>
            <a:pPr lvl="0"/>
            <a:r>
              <a:rPr lang="en-GB" dirty="0"/>
              <a:t>6</a:t>
            </a:r>
          </a:p>
        </p:txBody>
      </p:sp>
      <p:sp>
        <p:nvSpPr>
          <p:cNvPr id="24" name="Text Placeholder 9">
            <a:extLst>
              <a:ext uri="{FF2B5EF4-FFF2-40B4-BE49-F238E27FC236}">
                <a16:creationId xmlns:a16="http://schemas.microsoft.com/office/drawing/2014/main" id="{755F8E3E-B001-1EC8-73CC-A173445AAA38}"/>
              </a:ext>
            </a:extLst>
          </p:cNvPr>
          <p:cNvSpPr>
            <a:spLocks noGrp="1"/>
          </p:cNvSpPr>
          <p:nvPr>
            <p:ph type="body" sz="quarter" idx="34"/>
          </p:nvPr>
        </p:nvSpPr>
        <p:spPr>
          <a:xfrm>
            <a:off x="10631963" y="2260888"/>
            <a:ext cx="1260000" cy="270000"/>
          </a:xfrm>
        </p:spPr>
        <p:txBody>
          <a:bodyPr anchor="t"/>
          <a:lstStyle>
            <a:lvl1pPr marL="0" indent="0">
              <a:buNone/>
              <a:defRPr sz="1200" b="1">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25" name="Text Placeholder 19">
            <a:extLst>
              <a:ext uri="{FF2B5EF4-FFF2-40B4-BE49-F238E27FC236}">
                <a16:creationId xmlns:a16="http://schemas.microsoft.com/office/drawing/2014/main" id="{EBF24D4C-088E-4310-4B09-349A011906D2}"/>
              </a:ext>
            </a:extLst>
          </p:cNvPr>
          <p:cNvSpPr>
            <a:spLocks noGrp="1"/>
          </p:cNvSpPr>
          <p:nvPr>
            <p:ph type="body" sz="quarter" idx="35"/>
          </p:nvPr>
        </p:nvSpPr>
        <p:spPr>
          <a:xfrm>
            <a:off x="10631963" y="2686050"/>
            <a:ext cx="1260000" cy="2076450"/>
          </a:xfrm>
        </p:spPr>
        <p:txBody>
          <a:bodyPr/>
          <a:lstStyle>
            <a:lvl1pPr marL="88900" indent="-88900">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6" name="TextBox 25">
            <a:extLst>
              <a:ext uri="{FF2B5EF4-FFF2-40B4-BE49-F238E27FC236}">
                <a16:creationId xmlns:a16="http://schemas.microsoft.com/office/drawing/2014/main" id="{D99E6584-10DA-3C23-5CE2-E401678B8E96}"/>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68706476"/>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Unordered lis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7DD8-F736-58AC-CD94-5C03CAD1D7F1}"/>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44ED096A-3E52-A993-CD98-5B54B3FE5483}"/>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2EC3C46-FE1C-5B55-8736-D92A29240875}"/>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5B59ED7-6301-6253-D233-C58E8C6A7AD5}"/>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7B0C025B-1475-5461-482F-DCD9102FEADA}"/>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EE8C31F6-7356-9E5D-935E-F91149CAB9B0}"/>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6796A467-69E9-9658-B939-2DA9824545B4}"/>
              </a:ext>
            </a:extLst>
          </p:cNvPr>
          <p:cNvSpPr>
            <a:spLocks noGrp="1"/>
          </p:cNvSpPr>
          <p:nvPr>
            <p:ph type="body" sz="quarter" idx="15"/>
          </p:nvPr>
        </p:nvSpPr>
        <p:spPr>
          <a:xfrm>
            <a:off x="582739" y="2282973"/>
            <a:ext cx="316865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267F397-CAB1-ACFA-DD29-6917F5690613}"/>
              </a:ext>
            </a:extLst>
          </p:cNvPr>
          <p:cNvSpPr>
            <a:spLocks noGrp="1"/>
          </p:cNvSpPr>
          <p:nvPr>
            <p:ph type="body" sz="quarter" idx="17"/>
          </p:nvPr>
        </p:nvSpPr>
        <p:spPr>
          <a:xfrm>
            <a:off x="4653026" y="2282973"/>
            <a:ext cx="316865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9C4182BE-16AC-FE8D-6046-2D319B046667}"/>
              </a:ext>
            </a:extLst>
          </p:cNvPr>
          <p:cNvSpPr>
            <a:spLocks noGrp="1"/>
          </p:cNvSpPr>
          <p:nvPr>
            <p:ph type="body" sz="quarter" idx="19"/>
          </p:nvPr>
        </p:nvSpPr>
        <p:spPr>
          <a:xfrm>
            <a:off x="8723313" y="2282973"/>
            <a:ext cx="316865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20C278E9-305D-9CC3-2C55-D591D89A13F5}"/>
              </a:ext>
            </a:extLst>
          </p:cNvPr>
          <p:cNvSpPr>
            <a:spLocks noGrp="1"/>
          </p:cNvSpPr>
          <p:nvPr>
            <p:ph type="body" sz="quarter" idx="24"/>
          </p:nvPr>
        </p:nvSpPr>
        <p:spPr>
          <a:xfrm>
            <a:off x="582614" y="2614613"/>
            <a:ext cx="316865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196AFF61-1756-32E6-DB00-2475E0F2248F}"/>
              </a:ext>
            </a:extLst>
          </p:cNvPr>
          <p:cNvSpPr>
            <a:spLocks noGrp="1"/>
          </p:cNvSpPr>
          <p:nvPr>
            <p:ph type="body" sz="quarter" idx="25"/>
          </p:nvPr>
        </p:nvSpPr>
        <p:spPr>
          <a:xfrm>
            <a:off x="4653026" y="2614613"/>
            <a:ext cx="316865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5B875B18-3A04-B000-C2D6-0E6AE0B97C6F}"/>
              </a:ext>
            </a:extLst>
          </p:cNvPr>
          <p:cNvSpPr>
            <a:spLocks noGrp="1"/>
          </p:cNvSpPr>
          <p:nvPr>
            <p:ph type="body" sz="quarter" idx="26"/>
          </p:nvPr>
        </p:nvSpPr>
        <p:spPr>
          <a:xfrm>
            <a:off x="8723313" y="2614613"/>
            <a:ext cx="316865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4" name="TextBox 13">
            <a:extLst>
              <a:ext uri="{FF2B5EF4-FFF2-40B4-BE49-F238E27FC236}">
                <a16:creationId xmlns:a16="http://schemas.microsoft.com/office/drawing/2014/main" id="{7E51F6D0-3D4A-F281-6203-F010C801ADF5}"/>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398952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Unordered lis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7DD8-F736-58AC-CD94-5C03CAD1D7F1}"/>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44ED096A-3E52-A993-CD98-5B54B3FE5483}"/>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2EC3C46-FE1C-5B55-8736-D92A29240875}"/>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5B59ED7-6301-6253-D233-C58E8C6A7AD5}"/>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7B0C025B-1475-5461-482F-DCD9102FEADA}"/>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EE8C31F6-7356-9E5D-935E-F91149CAB9B0}"/>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6796A467-69E9-9658-B939-2DA9824545B4}"/>
              </a:ext>
            </a:extLst>
          </p:cNvPr>
          <p:cNvSpPr>
            <a:spLocks noGrp="1"/>
          </p:cNvSpPr>
          <p:nvPr>
            <p:ph type="body" sz="quarter" idx="15"/>
          </p:nvPr>
        </p:nvSpPr>
        <p:spPr>
          <a:xfrm>
            <a:off x="492207" y="2282973"/>
            <a:ext cx="252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267F397-CAB1-ACFA-DD29-6917F5690613}"/>
              </a:ext>
            </a:extLst>
          </p:cNvPr>
          <p:cNvSpPr>
            <a:spLocks noGrp="1"/>
          </p:cNvSpPr>
          <p:nvPr>
            <p:ph type="body" sz="quarter" idx="17"/>
          </p:nvPr>
        </p:nvSpPr>
        <p:spPr>
          <a:xfrm>
            <a:off x="3452126" y="2282973"/>
            <a:ext cx="252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9C4182BE-16AC-FE8D-6046-2D319B046667}"/>
              </a:ext>
            </a:extLst>
          </p:cNvPr>
          <p:cNvSpPr>
            <a:spLocks noGrp="1"/>
          </p:cNvSpPr>
          <p:nvPr>
            <p:ph type="body" sz="quarter" idx="19"/>
          </p:nvPr>
        </p:nvSpPr>
        <p:spPr>
          <a:xfrm>
            <a:off x="6412045" y="2282973"/>
            <a:ext cx="252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20C278E9-305D-9CC3-2C55-D591D89A13F5}"/>
              </a:ext>
            </a:extLst>
          </p:cNvPr>
          <p:cNvSpPr>
            <a:spLocks noGrp="1"/>
          </p:cNvSpPr>
          <p:nvPr>
            <p:ph type="body" sz="quarter" idx="24"/>
          </p:nvPr>
        </p:nvSpPr>
        <p:spPr>
          <a:xfrm>
            <a:off x="492082" y="2614613"/>
            <a:ext cx="25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196AFF61-1756-32E6-DB00-2475E0F2248F}"/>
              </a:ext>
            </a:extLst>
          </p:cNvPr>
          <p:cNvSpPr>
            <a:spLocks noGrp="1"/>
          </p:cNvSpPr>
          <p:nvPr>
            <p:ph type="body" sz="quarter" idx="25"/>
          </p:nvPr>
        </p:nvSpPr>
        <p:spPr>
          <a:xfrm>
            <a:off x="3452042" y="2614613"/>
            <a:ext cx="25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5B875B18-3A04-B000-C2D6-0E6AE0B97C6F}"/>
              </a:ext>
            </a:extLst>
          </p:cNvPr>
          <p:cNvSpPr>
            <a:spLocks noGrp="1"/>
          </p:cNvSpPr>
          <p:nvPr>
            <p:ph type="body" sz="quarter" idx="26"/>
          </p:nvPr>
        </p:nvSpPr>
        <p:spPr>
          <a:xfrm>
            <a:off x="6412002" y="2614613"/>
            <a:ext cx="25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4" name="Text Placeholder 9">
            <a:extLst>
              <a:ext uri="{FF2B5EF4-FFF2-40B4-BE49-F238E27FC236}">
                <a16:creationId xmlns:a16="http://schemas.microsoft.com/office/drawing/2014/main" id="{28BBD533-3575-CCFB-E71B-47CDA356796F}"/>
              </a:ext>
            </a:extLst>
          </p:cNvPr>
          <p:cNvSpPr>
            <a:spLocks noGrp="1"/>
          </p:cNvSpPr>
          <p:nvPr>
            <p:ph type="body" sz="quarter" idx="27"/>
          </p:nvPr>
        </p:nvSpPr>
        <p:spPr>
          <a:xfrm>
            <a:off x="9371963" y="2282973"/>
            <a:ext cx="252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5" name="Text Placeholder 19">
            <a:extLst>
              <a:ext uri="{FF2B5EF4-FFF2-40B4-BE49-F238E27FC236}">
                <a16:creationId xmlns:a16="http://schemas.microsoft.com/office/drawing/2014/main" id="{0A1E506D-D061-96CB-507A-484BC5A40121}"/>
              </a:ext>
            </a:extLst>
          </p:cNvPr>
          <p:cNvSpPr>
            <a:spLocks noGrp="1"/>
          </p:cNvSpPr>
          <p:nvPr>
            <p:ph type="body" sz="quarter" idx="28"/>
          </p:nvPr>
        </p:nvSpPr>
        <p:spPr>
          <a:xfrm>
            <a:off x="9371963" y="2614613"/>
            <a:ext cx="25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6" name="TextBox 15">
            <a:extLst>
              <a:ext uri="{FF2B5EF4-FFF2-40B4-BE49-F238E27FC236}">
                <a16:creationId xmlns:a16="http://schemas.microsoft.com/office/drawing/2014/main" id="{1EA0B512-6ED9-5922-BA60-BD3002855A93}"/>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83480602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Unordered list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7DD8-F736-58AC-CD94-5C03CAD1D7F1}"/>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44ED096A-3E52-A993-CD98-5B54B3FE5483}"/>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2EC3C46-FE1C-5B55-8736-D92A29240875}"/>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5B59ED7-6301-6253-D233-C58E8C6A7AD5}"/>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7B0C025B-1475-5461-482F-DCD9102FEADA}"/>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EE8C31F6-7356-9E5D-935E-F91149CAB9B0}"/>
              </a:ext>
            </a:extLst>
          </p:cNvPr>
          <p:cNvSpPr>
            <a:spLocks noGrp="1"/>
          </p:cNvSpPr>
          <p:nvPr>
            <p:ph type="body" sz="quarter" idx="23" hasCustomPrompt="1"/>
          </p:nvPr>
        </p:nvSpPr>
        <p:spPr>
          <a:xfrm>
            <a:off x="305997" y="1260000"/>
            <a:ext cx="5648400" cy="334800"/>
          </a:xfrm>
        </p:spPr>
        <p:txBody>
          <a:bodyPr/>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6796A467-69E9-9658-B939-2DA9824545B4}"/>
              </a:ext>
            </a:extLst>
          </p:cNvPr>
          <p:cNvSpPr>
            <a:spLocks noGrp="1"/>
          </p:cNvSpPr>
          <p:nvPr>
            <p:ph type="body" sz="quarter" idx="15"/>
          </p:nvPr>
        </p:nvSpPr>
        <p:spPr>
          <a:xfrm>
            <a:off x="486000" y="2282973"/>
            <a:ext cx="1980122"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267F397-CAB1-ACFA-DD29-6917F5690613}"/>
              </a:ext>
            </a:extLst>
          </p:cNvPr>
          <p:cNvSpPr>
            <a:spLocks noGrp="1"/>
          </p:cNvSpPr>
          <p:nvPr>
            <p:ph type="body" sz="quarter" idx="17"/>
          </p:nvPr>
        </p:nvSpPr>
        <p:spPr>
          <a:xfrm>
            <a:off x="2841171" y="2282973"/>
            <a:ext cx="198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9C4182BE-16AC-FE8D-6046-2D319B046667}"/>
              </a:ext>
            </a:extLst>
          </p:cNvPr>
          <p:cNvSpPr>
            <a:spLocks noGrp="1"/>
          </p:cNvSpPr>
          <p:nvPr>
            <p:ph type="body" sz="quarter" idx="19"/>
          </p:nvPr>
        </p:nvSpPr>
        <p:spPr>
          <a:xfrm>
            <a:off x="5196220" y="2282973"/>
            <a:ext cx="1978823"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20C278E9-305D-9CC3-2C55-D591D89A13F5}"/>
              </a:ext>
            </a:extLst>
          </p:cNvPr>
          <p:cNvSpPr>
            <a:spLocks noGrp="1"/>
          </p:cNvSpPr>
          <p:nvPr>
            <p:ph type="body" sz="quarter" idx="24"/>
          </p:nvPr>
        </p:nvSpPr>
        <p:spPr>
          <a:xfrm>
            <a:off x="486000"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196AFF61-1756-32E6-DB00-2475E0F2248F}"/>
              </a:ext>
            </a:extLst>
          </p:cNvPr>
          <p:cNvSpPr>
            <a:spLocks noGrp="1"/>
          </p:cNvSpPr>
          <p:nvPr>
            <p:ph type="body" sz="quarter" idx="25"/>
          </p:nvPr>
        </p:nvSpPr>
        <p:spPr>
          <a:xfrm>
            <a:off x="2841171"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5B875B18-3A04-B000-C2D6-0E6AE0B97C6F}"/>
              </a:ext>
            </a:extLst>
          </p:cNvPr>
          <p:cNvSpPr>
            <a:spLocks noGrp="1"/>
          </p:cNvSpPr>
          <p:nvPr>
            <p:ph type="body" sz="quarter" idx="26"/>
          </p:nvPr>
        </p:nvSpPr>
        <p:spPr>
          <a:xfrm>
            <a:off x="5197662"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4" name="Text Placeholder 9">
            <a:extLst>
              <a:ext uri="{FF2B5EF4-FFF2-40B4-BE49-F238E27FC236}">
                <a16:creationId xmlns:a16="http://schemas.microsoft.com/office/drawing/2014/main" id="{28BBD533-3575-CCFB-E71B-47CDA356796F}"/>
              </a:ext>
            </a:extLst>
          </p:cNvPr>
          <p:cNvSpPr>
            <a:spLocks noGrp="1"/>
          </p:cNvSpPr>
          <p:nvPr>
            <p:ph type="body" sz="quarter" idx="27"/>
          </p:nvPr>
        </p:nvSpPr>
        <p:spPr>
          <a:xfrm>
            <a:off x="7550092" y="2282973"/>
            <a:ext cx="1978823"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5" name="Text Placeholder 19">
            <a:extLst>
              <a:ext uri="{FF2B5EF4-FFF2-40B4-BE49-F238E27FC236}">
                <a16:creationId xmlns:a16="http://schemas.microsoft.com/office/drawing/2014/main" id="{0A1E506D-D061-96CB-507A-484BC5A40121}"/>
              </a:ext>
            </a:extLst>
          </p:cNvPr>
          <p:cNvSpPr>
            <a:spLocks noGrp="1"/>
          </p:cNvSpPr>
          <p:nvPr>
            <p:ph type="body" sz="quarter" idx="28"/>
          </p:nvPr>
        </p:nvSpPr>
        <p:spPr>
          <a:xfrm>
            <a:off x="7554153"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6" name="Text Placeholder 9">
            <a:extLst>
              <a:ext uri="{FF2B5EF4-FFF2-40B4-BE49-F238E27FC236}">
                <a16:creationId xmlns:a16="http://schemas.microsoft.com/office/drawing/2014/main" id="{15B29677-BE3B-7470-2545-1CDB37817379}"/>
              </a:ext>
            </a:extLst>
          </p:cNvPr>
          <p:cNvSpPr>
            <a:spLocks noGrp="1"/>
          </p:cNvSpPr>
          <p:nvPr>
            <p:ph type="body" sz="quarter" idx="29"/>
          </p:nvPr>
        </p:nvSpPr>
        <p:spPr>
          <a:xfrm>
            <a:off x="9903963" y="2282973"/>
            <a:ext cx="1987999"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7" name="Text Placeholder 19">
            <a:extLst>
              <a:ext uri="{FF2B5EF4-FFF2-40B4-BE49-F238E27FC236}">
                <a16:creationId xmlns:a16="http://schemas.microsoft.com/office/drawing/2014/main" id="{2F79A021-8D89-90CC-C1F3-B0371DBA6128}"/>
              </a:ext>
            </a:extLst>
          </p:cNvPr>
          <p:cNvSpPr>
            <a:spLocks noGrp="1"/>
          </p:cNvSpPr>
          <p:nvPr>
            <p:ph type="body" sz="quarter" idx="30"/>
          </p:nvPr>
        </p:nvSpPr>
        <p:spPr>
          <a:xfrm>
            <a:off x="9910646"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8" name="TextBox 17">
            <a:extLst>
              <a:ext uri="{FF2B5EF4-FFF2-40B4-BE49-F238E27FC236}">
                <a16:creationId xmlns:a16="http://schemas.microsoft.com/office/drawing/2014/main" id="{8C726E93-42D8-60A3-0F72-43200D611A10}"/>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48148387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Unordered list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7DD8-F736-58AC-CD94-5C03CAD1D7F1}"/>
              </a:ext>
            </a:extLst>
          </p:cNvPr>
          <p:cNvSpPr>
            <a:spLocks noGrp="1"/>
          </p:cNvSpPr>
          <p:nvPr>
            <p:ph type="title" hasCustomPrompt="1"/>
          </p:nvPr>
        </p:nvSpPr>
        <p:spPr>
          <a:xfrm>
            <a:off x="306000" y="306000"/>
            <a:ext cx="5648400"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44ED096A-3E52-A993-CD98-5B54B3FE5483}"/>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2EC3C46-FE1C-5B55-8736-D92A29240875}"/>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B5B59ED7-6301-6253-D233-C58E8C6A7AD5}"/>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7B0C025B-1475-5461-482F-DCD9102FEADA}"/>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EE8C31F6-7356-9E5D-935E-F91149CAB9B0}"/>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6796A467-69E9-9658-B939-2DA9824545B4}"/>
              </a:ext>
            </a:extLst>
          </p:cNvPr>
          <p:cNvSpPr>
            <a:spLocks noGrp="1"/>
          </p:cNvSpPr>
          <p:nvPr>
            <p:ph type="body" sz="quarter" idx="15"/>
          </p:nvPr>
        </p:nvSpPr>
        <p:spPr>
          <a:xfrm>
            <a:off x="486000" y="2282973"/>
            <a:ext cx="162000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267F397-CAB1-ACFA-DD29-6917F5690613}"/>
              </a:ext>
            </a:extLst>
          </p:cNvPr>
          <p:cNvSpPr>
            <a:spLocks noGrp="1"/>
          </p:cNvSpPr>
          <p:nvPr>
            <p:ph type="body" sz="quarter" idx="17"/>
          </p:nvPr>
        </p:nvSpPr>
        <p:spPr>
          <a:xfrm>
            <a:off x="2441729" y="2282973"/>
            <a:ext cx="162000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9C4182BE-16AC-FE8D-6046-2D319B046667}"/>
              </a:ext>
            </a:extLst>
          </p:cNvPr>
          <p:cNvSpPr>
            <a:spLocks noGrp="1"/>
          </p:cNvSpPr>
          <p:nvPr>
            <p:ph type="body" sz="quarter" idx="19"/>
          </p:nvPr>
        </p:nvSpPr>
        <p:spPr>
          <a:xfrm>
            <a:off x="4397458" y="2282973"/>
            <a:ext cx="162000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20C278E9-305D-9CC3-2C55-D591D89A13F5}"/>
              </a:ext>
            </a:extLst>
          </p:cNvPr>
          <p:cNvSpPr>
            <a:spLocks noGrp="1"/>
          </p:cNvSpPr>
          <p:nvPr>
            <p:ph type="body" sz="quarter" idx="24"/>
          </p:nvPr>
        </p:nvSpPr>
        <p:spPr>
          <a:xfrm>
            <a:off x="486000" y="2614613"/>
            <a:ext cx="16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196AFF61-1756-32E6-DB00-2475E0F2248F}"/>
              </a:ext>
            </a:extLst>
          </p:cNvPr>
          <p:cNvSpPr>
            <a:spLocks noGrp="1"/>
          </p:cNvSpPr>
          <p:nvPr>
            <p:ph type="body" sz="quarter" idx="25"/>
          </p:nvPr>
        </p:nvSpPr>
        <p:spPr>
          <a:xfrm>
            <a:off x="2443065" y="2614613"/>
            <a:ext cx="16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5B875B18-3A04-B000-C2D6-0E6AE0B97C6F}"/>
              </a:ext>
            </a:extLst>
          </p:cNvPr>
          <p:cNvSpPr>
            <a:spLocks noGrp="1"/>
          </p:cNvSpPr>
          <p:nvPr>
            <p:ph type="body" sz="quarter" idx="26"/>
          </p:nvPr>
        </p:nvSpPr>
        <p:spPr>
          <a:xfrm>
            <a:off x="4400130" y="2614613"/>
            <a:ext cx="16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4" name="Text Placeholder 9">
            <a:extLst>
              <a:ext uri="{FF2B5EF4-FFF2-40B4-BE49-F238E27FC236}">
                <a16:creationId xmlns:a16="http://schemas.microsoft.com/office/drawing/2014/main" id="{28BBD533-3575-CCFB-E71B-47CDA356796F}"/>
              </a:ext>
            </a:extLst>
          </p:cNvPr>
          <p:cNvSpPr>
            <a:spLocks noGrp="1"/>
          </p:cNvSpPr>
          <p:nvPr>
            <p:ph type="body" sz="quarter" idx="27"/>
          </p:nvPr>
        </p:nvSpPr>
        <p:spPr>
          <a:xfrm>
            <a:off x="6353187" y="2282973"/>
            <a:ext cx="162000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5" name="Text Placeholder 19">
            <a:extLst>
              <a:ext uri="{FF2B5EF4-FFF2-40B4-BE49-F238E27FC236}">
                <a16:creationId xmlns:a16="http://schemas.microsoft.com/office/drawing/2014/main" id="{0A1E506D-D061-96CB-507A-484BC5A40121}"/>
              </a:ext>
            </a:extLst>
          </p:cNvPr>
          <p:cNvSpPr>
            <a:spLocks noGrp="1"/>
          </p:cNvSpPr>
          <p:nvPr>
            <p:ph type="body" sz="quarter" idx="28"/>
          </p:nvPr>
        </p:nvSpPr>
        <p:spPr>
          <a:xfrm>
            <a:off x="6357195" y="2614613"/>
            <a:ext cx="16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6" name="Text Placeholder 9">
            <a:extLst>
              <a:ext uri="{FF2B5EF4-FFF2-40B4-BE49-F238E27FC236}">
                <a16:creationId xmlns:a16="http://schemas.microsoft.com/office/drawing/2014/main" id="{15B29677-BE3B-7470-2545-1CDB37817379}"/>
              </a:ext>
            </a:extLst>
          </p:cNvPr>
          <p:cNvSpPr>
            <a:spLocks noGrp="1"/>
          </p:cNvSpPr>
          <p:nvPr>
            <p:ph type="body" sz="quarter" idx="29"/>
          </p:nvPr>
        </p:nvSpPr>
        <p:spPr>
          <a:xfrm>
            <a:off x="8308916" y="2282973"/>
            <a:ext cx="162000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7" name="Text Placeholder 19">
            <a:extLst>
              <a:ext uri="{FF2B5EF4-FFF2-40B4-BE49-F238E27FC236}">
                <a16:creationId xmlns:a16="http://schemas.microsoft.com/office/drawing/2014/main" id="{2F79A021-8D89-90CC-C1F3-B0371DBA6128}"/>
              </a:ext>
            </a:extLst>
          </p:cNvPr>
          <p:cNvSpPr>
            <a:spLocks noGrp="1"/>
          </p:cNvSpPr>
          <p:nvPr>
            <p:ph type="body" sz="quarter" idx="30"/>
          </p:nvPr>
        </p:nvSpPr>
        <p:spPr>
          <a:xfrm>
            <a:off x="8314260" y="2614613"/>
            <a:ext cx="16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8" name="Text Placeholder 9">
            <a:extLst>
              <a:ext uri="{FF2B5EF4-FFF2-40B4-BE49-F238E27FC236}">
                <a16:creationId xmlns:a16="http://schemas.microsoft.com/office/drawing/2014/main" id="{D6BACB2F-0DB8-DD63-EA6C-7C37EC4B4A7F}"/>
              </a:ext>
            </a:extLst>
          </p:cNvPr>
          <p:cNvSpPr>
            <a:spLocks noGrp="1"/>
          </p:cNvSpPr>
          <p:nvPr>
            <p:ph type="body" sz="quarter" idx="31"/>
          </p:nvPr>
        </p:nvSpPr>
        <p:spPr>
          <a:xfrm>
            <a:off x="10264643" y="2282973"/>
            <a:ext cx="1620000" cy="270000"/>
          </a:xfrm>
        </p:spPr>
        <p:txBody>
          <a:bodyPr anchor="t"/>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9" name="Text Placeholder 19">
            <a:extLst>
              <a:ext uri="{FF2B5EF4-FFF2-40B4-BE49-F238E27FC236}">
                <a16:creationId xmlns:a16="http://schemas.microsoft.com/office/drawing/2014/main" id="{383AED7B-9104-4F4D-98AE-4DBE12D1BBDD}"/>
              </a:ext>
            </a:extLst>
          </p:cNvPr>
          <p:cNvSpPr>
            <a:spLocks noGrp="1"/>
          </p:cNvSpPr>
          <p:nvPr>
            <p:ph type="body" sz="quarter" idx="32"/>
          </p:nvPr>
        </p:nvSpPr>
        <p:spPr>
          <a:xfrm>
            <a:off x="10271326" y="2614613"/>
            <a:ext cx="162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0" name="TextBox 19">
            <a:extLst>
              <a:ext uri="{FF2B5EF4-FFF2-40B4-BE49-F238E27FC236}">
                <a16:creationId xmlns:a16="http://schemas.microsoft.com/office/drawing/2014/main" id="{398B30BC-5605-4035-E48B-463C18BEDEB8}"/>
              </a:ext>
            </a:extLst>
          </p:cNvPr>
          <p:cNvSpPr txBox="1"/>
          <p:nvPr userDrawn="1"/>
        </p:nvSpPr>
        <p:spPr>
          <a:xfrm>
            <a:off x="-1828800" y="2827381"/>
            <a:ext cx="1694046" cy="584775"/>
          </a:xfrm>
          <a:prstGeom prst="rect">
            <a:avLst/>
          </a:prstGeom>
          <a:noFill/>
        </p:spPr>
        <p:txBody>
          <a:bodyPr wrap="square" rtlCol="0">
            <a:spAutoFit/>
          </a:bodyPr>
          <a:lstStyle/>
          <a:p>
            <a:r>
              <a:rPr lang="en-GB" sz="800" dirty="0"/>
              <a:t>NOTE: Adjust the vertical dividers to match the height of your text content (making sure all are of a consistent height).</a:t>
            </a:r>
          </a:p>
        </p:txBody>
      </p:sp>
    </p:spTree>
    <p:extLst>
      <p:ext uri="{BB962C8B-B14F-4D97-AF65-F5344CB8AC3E}">
        <p14:creationId xmlns:p14="http://schemas.microsoft.com/office/powerpoint/2010/main" val="299455111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melin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C1CD-2885-55F3-61DF-04B4921832BA}"/>
              </a:ext>
            </a:extLst>
          </p:cNvPr>
          <p:cNvSpPr>
            <a:spLocks noGrp="1"/>
          </p:cNvSpPr>
          <p:nvPr>
            <p:ph type="title" hasCustomPrompt="1"/>
          </p:nvPr>
        </p:nvSpPr>
        <p:spPr>
          <a:xfrm>
            <a:off x="306000" y="306000"/>
            <a:ext cx="5648397"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F57DCDA2-F04F-EF39-A68F-2FFB8F203691}"/>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A4E165A-D603-F44C-1F49-59254C686734}"/>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F3868BC9-AFDB-387B-F5C5-FFDC1EF20229}"/>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90B4463B-6714-67EC-1362-F20D740D5E67}"/>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9D7A8C5F-BE9D-1F83-FE56-4A5E6AB6087E}"/>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46434A8A-3238-656F-E766-071DBA37E3E2}"/>
              </a:ext>
            </a:extLst>
          </p:cNvPr>
          <p:cNvSpPr>
            <a:spLocks noGrp="1"/>
          </p:cNvSpPr>
          <p:nvPr>
            <p:ph type="body" sz="quarter" idx="15"/>
          </p:nvPr>
        </p:nvSpPr>
        <p:spPr>
          <a:xfrm>
            <a:off x="304799" y="2282973"/>
            <a:ext cx="3527875"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3137B0F-E471-1AB8-6CBA-9BCDAD5E8A22}"/>
              </a:ext>
            </a:extLst>
          </p:cNvPr>
          <p:cNvSpPr>
            <a:spLocks noGrp="1"/>
          </p:cNvSpPr>
          <p:nvPr>
            <p:ph type="body" sz="quarter" idx="17"/>
          </p:nvPr>
        </p:nvSpPr>
        <p:spPr>
          <a:xfrm>
            <a:off x="4195349" y="2282973"/>
            <a:ext cx="3527874"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AB5E02E6-314F-A208-BB34-A03F5F310B0D}"/>
              </a:ext>
            </a:extLst>
          </p:cNvPr>
          <p:cNvSpPr>
            <a:spLocks noGrp="1"/>
          </p:cNvSpPr>
          <p:nvPr>
            <p:ph type="body" sz="quarter" idx="19"/>
          </p:nvPr>
        </p:nvSpPr>
        <p:spPr>
          <a:xfrm>
            <a:off x="8085898" y="2282973"/>
            <a:ext cx="3528126"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A15EEF04-EB57-2EFE-BCC8-60BFAE4541A0}"/>
              </a:ext>
            </a:extLst>
          </p:cNvPr>
          <p:cNvSpPr>
            <a:spLocks noGrp="1"/>
          </p:cNvSpPr>
          <p:nvPr>
            <p:ph type="body" sz="quarter" idx="24"/>
          </p:nvPr>
        </p:nvSpPr>
        <p:spPr>
          <a:xfrm>
            <a:off x="304675" y="2614613"/>
            <a:ext cx="3528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2D62A765-47EA-B167-0BE8-B4756A00F527}"/>
              </a:ext>
            </a:extLst>
          </p:cNvPr>
          <p:cNvSpPr>
            <a:spLocks noGrp="1"/>
          </p:cNvSpPr>
          <p:nvPr>
            <p:ph type="body" sz="quarter" idx="25"/>
          </p:nvPr>
        </p:nvSpPr>
        <p:spPr>
          <a:xfrm>
            <a:off x="4195349" y="2614613"/>
            <a:ext cx="3528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ED5C994C-A90B-DEE1-D499-BF454BABBDCB}"/>
              </a:ext>
            </a:extLst>
          </p:cNvPr>
          <p:cNvSpPr>
            <a:spLocks noGrp="1"/>
          </p:cNvSpPr>
          <p:nvPr>
            <p:ph type="body" sz="quarter" idx="26"/>
          </p:nvPr>
        </p:nvSpPr>
        <p:spPr>
          <a:xfrm>
            <a:off x="8086024" y="2614613"/>
            <a:ext cx="3528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cxnSp>
        <p:nvCxnSpPr>
          <p:cNvPr id="15" name="Straight Connector 14">
            <a:extLst>
              <a:ext uri="{FF2B5EF4-FFF2-40B4-BE49-F238E27FC236}">
                <a16:creationId xmlns:a16="http://schemas.microsoft.com/office/drawing/2014/main" id="{5E758CFD-6353-8E5B-960B-5799F0D9921C}"/>
              </a:ext>
            </a:extLst>
          </p:cNvPr>
          <p:cNvCxnSpPr>
            <a:cxnSpLocks/>
          </p:cNvCxnSpPr>
          <p:nvPr userDrawn="1"/>
        </p:nvCxnSpPr>
        <p:spPr>
          <a:xfrm>
            <a:off x="304675" y="2282973"/>
            <a:ext cx="3528126"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Arrow: Chevron 15">
            <a:extLst>
              <a:ext uri="{FF2B5EF4-FFF2-40B4-BE49-F238E27FC236}">
                <a16:creationId xmlns:a16="http://schemas.microsoft.com/office/drawing/2014/main" id="{DBDB799E-9DE8-9EFD-E9D6-FF4EAC64FC22}"/>
              </a:ext>
            </a:extLst>
          </p:cNvPr>
          <p:cNvSpPr/>
          <p:nvPr userDrawn="1"/>
        </p:nvSpPr>
        <p:spPr>
          <a:xfrm>
            <a:off x="3888912"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cxnSp>
        <p:nvCxnSpPr>
          <p:cNvPr id="22" name="Straight Connector 21">
            <a:extLst>
              <a:ext uri="{FF2B5EF4-FFF2-40B4-BE49-F238E27FC236}">
                <a16:creationId xmlns:a16="http://schemas.microsoft.com/office/drawing/2014/main" id="{D71FEB51-AFE7-8D09-2DDF-EA55F7B457BE}"/>
              </a:ext>
            </a:extLst>
          </p:cNvPr>
          <p:cNvCxnSpPr>
            <a:cxnSpLocks/>
          </p:cNvCxnSpPr>
          <p:nvPr userDrawn="1"/>
        </p:nvCxnSpPr>
        <p:spPr>
          <a:xfrm>
            <a:off x="4196397" y="2282973"/>
            <a:ext cx="3528126"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3" name="Arrow: Chevron 22">
            <a:extLst>
              <a:ext uri="{FF2B5EF4-FFF2-40B4-BE49-F238E27FC236}">
                <a16:creationId xmlns:a16="http://schemas.microsoft.com/office/drawing/2014/main" id="{62FBB4E5-5680-7A1E-A0CE-9B5E67EA5EBD}"/>
              </a:ext>
            </a:extLst>
          </p:cNvPr>
          <p:cNvSpPr/>
          <p:nvPr userDrawn="1"/>
        </p:nvSpPr>
        <p:spPr>
          <a:xfrm>
            <a:off x="7780634"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cxnSp>
        <p:nvCxnSpPr>
          <p:cNvPr id="24" name="Straight Connector 23">
            <a:extLst>
              <a:ext uri="{FF2B5EF4-FFF2-40B4-BE49-F238E27FC236}">
                <a16:creationId xmlns:a16="http://schemas.microsoft.com/office/drawing/2014/main" id="{A4F97134-2CAF-FE5A-4E3B-79DD92C4E68E}"/>
              </a:ext>
            </a:extLst>
          </p:cNvPr>
          <p:cNvCxnSpPr>
            <a:cxnSpLocks/>
          </p:cNvCxnSpPr>
          <p:nvPr userDrawn="1"/>
        </p:nvCxnSpPr>
        <p:spPr>
          <a:xfrm>
            <a:off x="8088119" y="2282973"/>
            <a:ext cx="3528126"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5" name="Arrow: Chevron 24">
            <a:extLst>
              <a:ext uri="{FF2B5EF4-FFF2-40B4-BE49-F238E27FC236}">
                <a16:creationId xmlns:a16="http://schemas.microsoft.com/office/drawing/2014/main" id="{1CF0A13A-31A4-FF89-6DE7-027605D20B96}"/>
              </a:ext>
            </a:extLst>
          </p:cNvPr>
          <p:cNvSpPr/>
          <p:nvPr userDrawn="1"/>
        </p:nvSpPr>
        <p:spPr>
          <a:xfrm>
            <a:off x="11672356"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428350825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melin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C1CD-2885-55F3-61DF-04B4921832BA}"/>
              </a:ext>
            </a:extLst>
          </p:cNvPr>
          <p:cNvSpPr>
            <a:spLocks noGrp="1"/>
          </p:cNvSpPr>
          <p:nvPr>
            <p:ph type="title" hasCustomPrompt="1"/>
          </p:nvPr>
        </p:nvSpPr>
        <p:spPr>
          <a:xfrm>
            <a:off x="306000" y="306000"/>
            <a:ext cx="5648397"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F57DCDA2-F04F-EF39-A68F-2FFB8F203691}"/>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A4E165A-D603-F44C-1F49-59254C686734}"/>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F3868BC9-AFDB-387B-F5C5-FFDC1EF20229}"/>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90B4463B-6714-67EC-1362-F20D740D5E67}"/>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9D7A8C5F-BE9D-1F83-FE56-4A5E6AB6087E}"/>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46434A8A-3238-656F-E766-071DBA37E3E2}"/>
              </a:ext>
            </a:extLst>
          </p:cNvPr>
          <p:cNvSpPr>
            <a:spLocks noGrp="1"/>
          </p:cNvSpPr>
          <p:nvPr>
            <p:ph type="body" sz="quarter" idx="15"/>
          </p:nvPr>
        </p:nvSpPr>
        <p:spPr>
          <a:xfrm>
            <a:off x="304799" y="2282973"/>
            <a:ext cx="2556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3137B0F-E471-1AB8-6CBA-9BCDAD5E8A22}"/>
              </a:ext>
            </a:extLst>
          </p:cNvPr>
          <p:cNvSpPr>
            <a:spLocks noGrp="1"/>
          </p:cNvSpPr>
          <p:nvPr>
            <p:ph type="body" sz="quarter" idx="17"/>
          </p:nvPr>
        </p:nvSpPr>
        <p:spPr>
          <a:xfrm>
            <a:off x="3211156" y="2282973"/>
            <a:ext cx="2556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AB5E02E6-314F-A208-BB34-A03F5F310B0D}"/>
              </a:ext>
            </a:extLst>
          </p:cNvPr>
          <p:cNvSpPr>
            <a:spLocks noGrp="1"/>
          </p:cNvSpPr>
          <p:nvPr>
            <p:ph type="body" sz="quarter" idx="19"/>
          </p:nvPr>
        </p:nvSpPr>
        <p:spPr>
          <a:xfrm>
            <a:off x="6117637" y="2282973"/>
            <a:ext cx="2556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A15EEF04-EB57-2EFE-BCC8-60BFAE4541A0}"/>
              </a:ext>
            </a:extLst>
          </p:cNvPr>
          <p:cNvSpPr>
            <a:spLocks noGrp="1"/>
          </p:cNvSpPr>
          <p:nvPr>
            <p:ph type="body" sz="quarter" idx="24"/>
          </p:nvPr>
        </p:nvSpPr>
        <p:spPr>
          <a:xfrm>
            <a:off x="304675" y="2614613"/>
            <a:ext cx="2556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2D62A765-47EA-B167-0BE8-B4756A00F527}"/>
              </a:ext>
            </a:extLst>
          </p:cNvPr>
          <p:cNvSpPr>
            <a:spLocks noGrp="1"/>
          </p:cNvSpPr>
          <p:nvPr>
            <p:ph type="body" sz="quarter" idx="25"/>
          </p:nvPr>
        </p:nvSpPr>
        <p:spPr>
          <a:xfrm>
            <a:off x="3211156" y="2614613"/>
            <a:ext cx="2556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ED5C994C-A90B-DEE1-D499-BF454BABBDCB}"/>
              </a:ext>
            </a:extLst>
          </p:cNvPr>
          <p:cNvSpPr>
            <a:spLocks noGrp="1"/>
          </p:cNvSpPr>
          <p:nvPr>
            <p:ph type="body" sz="quarter" idx="26"/>
          </p:nvPr>
        </p:nvSpPr>
        <p:spPr>
          <a:xfrm>
            <a:off x="6117637" y="2614613"/>
            <a:ext cx="2556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cxnSp>
        <p:nvCxnSpPr>
          <p:cNvPr id="15" name="Straight Connector 14">
            <a:extLst>
              <a:ext uri="{FF2B5EF4-FFF2-40B4-BE49-F238E27FC236}">
                <a16:creationId xmlns:a16="http://schemas.microsoft.com/office/drawing/2014/main" id="{5E758CFD-6353-8E5B-960B-5799F0D9921C}"/>
              </a:ext>
            </a:extLst>
          </p:cNvPr>
          <p:cNvCxnSpPr>
            <a:cxnSpLocks/>
          </p:cNvCxnSpPr>
          <p:nvPr userDrawn="1"/>
        </p:nvCxnSpPr>
        <p:spPr>
          <a:xfrm>
            <a:off x="304675" y="2282973"/>
            <a:ext cx="2556124"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Arrow: Chevron 15">
            <a:extLst>
              <a:ext uri="{FF2B5EF4-FFF2-40B4-BE49-F238E27FC236}">
                <a16:creationId xmlns:a16="http://schemas.microsoft.com/office/drawing/2014/main" id="{DBDB799E-9DE8-9EFD-E9D6-FF4EAC64FC22}"/>
              </a:ext>
            </a:extLst>
          </p:cNvPr>
          <p:cNvSpPr/>
          <p:nvPr userDrawn="1"/>
        </p:nvSpPr>
        <p:spPr>
          <a:xfrm>
            <a:off x="2916910"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Text Placeholder 9">
            <a:extLst>
              <a:ext uri="{FF2B5EF4-FFF2-40B4-BE49-F238E27FC236}">
                <a16:creationId xmlns:a16="http://schemas.microsoft.com/office/drawing/2014/main" id="{F459F560-10CA-9159-63B5-9571F8F2CD81}"/>
              </a:ext>
            </a:extLst>
          </p:cNvPr>
          <p:cNvSpPr>
            <a:spLocks noGrp="1"/>
          </p:cNvSpPr>
          <p:nvPr>
            <p:ph type="body" sz="quarter" idx="27"/>
          </p:nvPr>
        </p:nvSpPr>
        <p:spPr>
          <a:xfrm>
            <a:off x="9024117" y="2282973"/>
            <a:ext cx="2556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7" name="Text Placeholder 19">
            <a:extLst>
              <a:ext uri="{FF2B5EF4-FFF2-40B4-BE49-F238E27FC236}">
                <a16:creationId xmlns:a16="http://schemas.microsoft.com/office/drawing/2014/main" id="{D1CE8918-CB52-FC8D-0667-5DD4C2904898}"/>
              </a:ext>
            </a:extLst>
          </p:cNvPr>
          <p:cNvSpPr>
            <a:spLocks noGrp="1"/>
          </p:cNvSpPr>
          <p:nvPr>
            <p:ph type="body" sz="quarter" idx="28"/>
          </p:nvPr>
        </p:nvSpPr>
        <p:spPr>
          <a:xfrm>
            <a:off x="9024119" y="2614613"/>
            <a:ext cx="2556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cxnSp>
        <p:nvCxnSpPr>
          <p:cNvPr id="30" name="Straight Connector 29">
            <a:extLst>
              <a:ext uri="{FF2B5EF4-FFF2-40B4-BE49-F238E27FC236}">
                <a16:creationId xmlns:a16="http://schemas.microsoft.com/office/drawing/2014/main" id="{393B61CA-A7BE-8A3E-D9AC-F654B9B38698}"/>
              </a:ext>
            </a:extLst>
          </p:cNvPr>
          <p:cNvCxnSpPr>
            <a:cxnSpLocks/>
          </p:cNvCxnSpPr>
          <p:nvPr userDrawn="1"/>
        </p:nvCxnSpPr>
        <p:spPr>
          <a:xfrm>
            <a:off x="3221565" y="2282973"/>
            <a:ext cx="2556124"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1" name="Arrow: Chevron 30">
            <a:extLst>
              <a:ext uri="{FF2B5EF4-FFF2-40B4-BE49-F238E27FC236}">
                <a16:creationId xmlns:a16="http://schemas.microsoft.com/office/drawing/2014/main" id="{A8B2014E-675C-8EB9-B5B5-BD95FAFE19E6}"/>
              </a:ext>
            </a:extLst>
          </p:cNvPr>
          <p:cNvSpPr/>
          <p:nvPr userDrawn="1"/>
        </p:nvSpPr>
        <p:spPr>
          <a:xfrm>
            <a:off x="5833800"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32" name="Straight Connector 31">
            <a:extLst>
              <a:ext uri="{FF2B5EF4-FFF2-40B4-BE49-F238E27FC236}">
                <a16:creationId xmlns:a16="http://schemas.microsoft.com/office/drawing/2014/main" id="{FA0D4E54-4CD3-D526-DEED-81769F41304D}"/>
              </a:ext>
            </a:extLst>
          </p:cNvPr>
          <p:cNvCxnSpPr>
            <a:cxnSpLocks/>
          </p:cNvCxnSpPr>
          <p:nvPr userDrawn="1"/>
        </p:nvCxnSpPr>
        <p:spPr>
          <a:xfrm>
            <a:off x="6117513" y="2282973"/>
            <a:ext cx="2556124"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3" name="Arrow: Chevron 32">
            <a:extLst>
              <a:ext uri="{FF2B5EF4-FFF2-40B4-BE49-F238E27FC236}">
                <a16:creationId xmlns:a16="http://schemas.microsoft.com/office/drawing/2014/main" id="{8E6AA380-E662-A92F-D609-F474C925FADA}"/>
              </a:ext>
            </a:extLst>
          </p:cNvPr>
          <p:cNvSpPr/>
          <p:nvPr userDrawn="1"/>
        </p:nvSpPr>
        <p:spPr>
          <a:xfrm>
            <a:off x="8729748"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34" name="Straight Connector 33">
            <a:extLst>
              <a:ext uri="{FF2B5EF4-FFF2-40B4-BE49-F238E27FC236}">
                <a16:creationId xmlns:a16="http://schemas.microsoft.com/office/drawing/2014/main" id="{D5163727-FD74-E51F-D285-A4FDEAB2E16E}"/>
              </a:ext>
            </a:extLst>
          </p:cNvPr>
          <p:cNvCxnSpPr>
            <a:cxnSpLocks/>
          </p:cNvCxnSpPr>
          <p:nvPr userDrawn="1"/>
        </p:nvCxnSpPr>
        <p:spPr>
          <a:xfrm>
            <a:off x="9024117" y="2282973"/>
            <a:ext cx="2556124"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5" name="Arrow: Chevron 34">
            <a:extLst>
              <a:ext uri="{FF2B5EF4-FFF2-40B4-BE49-F238E27FC236}">
                <a16:creationId xmlns:a16="http://schemas.microsoft.com/office/drawing/2014/main" id="{AACA7782-B627-5E5D-977C-78713F8554CD}"/>
              </a:ext>
            </a:extLst>
          </p:cNvPr>
          <p:cNvSpPr/>
          <p:nvPr userDrawn="1"/>
        </p:nvSpPr>
        <p:spPr>
          <a:xfrm>
            <a:off x="11636352"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800117037"/>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melin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C1CD-2885-55F3-61DF-04B4921832BA}"/>
              </a:ext>
            </a:extLst>
          </p:cNvPr>
          <p:cNvSpPr>
            <a:spLocks noGrp="1"/>
          </p:cNvSpPr>
          <p:nvPr>
            <p:ph type="title" hasCustomPrompt="1"/>
          </p:nvPr>
        </p:nvSpPr>
        <p:spPr>
          <a:xfrm>
            <a:off x="306000" y="306000"/>
            <a:ext cx="5648397"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F57DCDA2-F04F-EF39-A68F-2FFB8F203691}"/>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A4E165A-D603-F44C-1F49-59254C686734}"/>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F3868BC9-AFDB-387B-F5C5-FFDC1EF20229}"/>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90B4463B-6714-67EC-1362-F20D740D5E67}"/>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9D7A8C5F-BE9D-1F83-FE56-4A5E6AB6087E}"/>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46434A8A-3238-656F-E766-071DBA37E3E2}"/>
              </a:ext>
            </a:extLst>
          </p:cNvPr>
          <p:cNvSpPr>
            <a:spLocks noGrp="1"/>
          </p:cNvSpPr>
          <p:nvPr>
            <p:ph type="body" sz="quarter" idx="15"/>
          </p:nvPr>
        </p:nvSpPr>
        <p:spPr>
          <a:xfrm>
            <a:off x="304799" y="2282973"/>
            <a:ext cx="198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3137B0F-E471-1AB8-6CBA-9BCDAD5E8A22}"/>
              </a:ext>
            </a:extLst>
          </p:cNvPr>
          <p:cNvSpPr>
            <a:spLocks noGrp="1"/>
          </p:cNvSpPr>
          <p:nvPr>
            <p:ph type="body" sz="quarter" idx="17"/>
          </p:nvPr>
        </p:nvSpPr>
        <p:spPr>
          <a:xfrm>
            <a:off x="2628628" y="2282973"/>
            <a:ext cx="198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0" name="Text Placeholder 9">
            <a:extLst>
              <a:ext uri="{FF2B5EF4-FFF2-40B4-BE49-F238E27FC236}">
                <a16:creationId xmlns:a16="http://schemas.microsoft.com/office/drawing/2014/main" id="{AB5E02E6-314F-A208-BB34-A03F5F310B0D}"/>
              </a:ext>
            </a:extLst>
          </p:cNvPr>
          <p:cNvSpPr>
            <a:spLocks noGrp="1"/>
          </p:cNvSpPr>
          <p:nvPr>
            <p:ph type="body" sz="quarter" idx="19"/>
          </p:nvPr>
        </p:nvSpPr>
        <p:spPr>
          <a:xfrm>
            <a:off x="4952457" y="2282973"/>
            <a:ext cx="198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A15EEF04-EB57-2EFE-BCC8-60BFAE4541A0}"/>
              </a:ext>
            </a:extLst>
          </p:cNvPr>
          <p:cNvSpPr>
            <a:spLocks noGrp="1"/>
          </p:cNvSpPr>
          <p:nvPr>
            <p:ph type="body" sz="quarter" idx="24"/>
          </p:nvPr>
        </p:nvSpPr>
        <p:spPr>
          <a:xfrm>
            <a:off x="304675"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2D62A765-47EA-B167-0BE8-B4756A00F527}"/>
              </a:ext>
            </a:extLst>
          </p:cNvPr>
          <p:cNvSpPr>
            <a:spLocks noGrp="1"/>
          </p:cNvSpPr>
          <p:nvPr>
            <p:ph type="body" sz="quarter" idx="25"/>
          </p:nvPr>
        </p:nvSpPr>
        <p:spPr>
          <a:xfrm>
            <a:off x="2628535"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ED5C994C-A90B-DEE1-D499-BF454BABBDCB}"/>
              </a:ext>
            </a:extLst>
          </p:cNvPr>
          <p:cNvSpPr>
            <a:spLocks noGrp="1"/>
          </p:cNvSpPr>
          <p:nvPr>
            <p:ph type="body" sz="quarter" idx="26"/>
          </p:nvPr>
        </p:nvSpPr>
        <p:spPr>
          <a:xfrm>
            <a:off x="4952395"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cxnSp>
        <p:nvCxnSpPr>
          <p:cNvPr id="15" name="Straight Connector 14">
            <a:extLst>
              <a:ext uri="{FF2B5EF4-FFF2-40B4-BE49-F238E27FC236}">
                <a16:creationId xmlns:a16="http://schemas.microsoft.com/office/drawing/2014/main" id="{5E758CFD-6353-8E5B-960B-5799F0D9921C}"/>
              </a:ext>
            </a:extLst>
          </p:cNvPr>
          <p:cNvCxnSpPr>
            <a:cxnSpLocks/>
          </p:cNvCxnSpPr>
          <p:nvPr userDrawn="1"/>
        </p:nvCxnSpPr>
        <p:spPr>
          <a:xfrm>
            <a:off x="304800" y="2282973"/>
            <a:ext cx="1987207"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Arrow: Chevron 15">
            <a:extLst>
              <a:ext uri="{FF2B5EF4-FFF2-40B4-BE49-F238E27FC236}">
                <a16:creationId xmlns:a16="http://schemas.microsoft.com/office/drawing/2014/main" id="{DBDB799E-9DE8-9EFD-E9D6-FF4EAC64FC22}"/>
              </a:ext>
            </a:extLst>
          </p:cNvPr>
          <p:cNvSpPr/>
          <p:nvPr userDrawn="1"/>
        </p:nvSpPr>
        <p:spPr>
          <a:xfrm>
            <a:off x="2348118"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Text Placeholder 9">
            <a:extLst>
              <a:ext uri="{FF2B5EF4-FFF2-40B4-BE49-F238E27FC236}">
                <a16:creationId xmlns:a16="http://schemas.microsoft.com/office/drawing/2014/main" id="{F459F560-10CA-9159-63B5-9571F8F2CD81}"/>
              </a:ext>
            </a:extLst>
          </p:cNvPr>
          <p:cNvSpPr>
            <a:spLocks noGrp="1"/>
          </p:cNvSpPr>
          <p:nvPr>
            <p:ph type="body" sz="quarter" idx="27"/>
          </p:nvPr>
        </p:nvSpPr>
        <p:spPr>
          <a:xfrm>
            <a:off x="7276286" y="2282973"/>
            <a:ext cx="198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7" name="Text Placeholder 19">
            <a:extLst>
              <a:ext uri="{FF2B5EF4-FFF2-40B4-BE49-F238E27FC236}">
                <a16:creationId xmlns:a16="http://schemas.microsoft.com/office/drawing/2014/main" id="{D1CE8918-CB52-FC8D-0667-5DD4C2904898}"/>
              </a:ext>
            </a:extLst>
          </p:cNvPr>
          <p:cNvSpPr>
            <a:spLocks noGrp="1"/>
          </p:cNvSpPr>
          <p:nvPr>
            <p:ph type="body" sz="quarter" idx="28"/>
          </p:nvPr>
        </p:nvSpPr>
        <p:spPr>
          <a:xfrm>
            <a:off x="7276255"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1" name="Text Placeholder 9">
            <a:extLst>
              <a:ext uri="{FF2B5EF4-FFF2-40B4-BE49-F238E27FC236}">
                <a16:creationId xmlns:a16="http://schemas.microsoft.com/office/drawing/2014/main" id="{E0300071-C10F-73DE-516F-3A997209D34C}"/>
              </a:ext>
            </a:extLst>
          </p:cNvPr>
          <p:cNvSpPr>
            <a:spLocks noGrp="1"/>
          </p:cNvSpPr>
          <p:nvPr>
            <p:ph type="body" sz="quarter" idx="30"/>
          </p:nvPr>
        </p:nvSpPr>
        <p:spPr>
          <a:xfrm>
            <a:off x="9600115" y="2282973"/>
            <a:ext cx="1980000" cy="270000"/>
          </a:xfrm>
        </p:spPr>
        <p:txBody>
          <a:bodyPr anchor="ct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22" name="Text Placeholder 19">
            <a:extLst>
              <a:ext uri="{FF2B5EF4-FFF2-40B4-BE49-F238E27FC236}">
                <a16:creationId xmlns:a16="http://schemas.microsoft.com/office/drawing/2014/main" id="{ADAD04CC-D508-F0AA-6E8C-45D588BE7E49}"/>
              </a:ext>
            </a:extLst>
          </p:cNvPr>
          <p:cNvSpPr>
            <a:spLocks noGrp="1"/>
          </p:cNvSpPr>
          <p:nvPr>
            <p:ph type="body" sz="quarter" idx="31"/>
          </p:nvPr>
        </p:nvSpPr>
        <p:spPr>
          <a:xfrm>
            <a:off x="9600117" y="2614613"/>
            <a:ext cx="1980000" cy="2147887"/>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cxnSp>
        <p:nvCxnSpPr>
          <p:cNvPr id="24" name="Straight Connector 23">
            <a:extLst>
              <a:ext uri="{FF2B5EF4-FFF2-40B4-BE49-F238E27FC236}">
                <a16:creationId xmlns:a16="http://schemas.microsoft.com/office/drawing/2014/main" id="{84AD16E6-DFB2-3260-E7C2-D0F51629D8A7}"/>
              </a:ext>
            </a:extLst>
          </p:cNvPr>
          <p:cNvCxnSpPr>
            <a:cxnSpLocks/>
          </p:cNvCxnSpPr>
          <p:nvPr userDrawn="1"/>
        </p:nvCxnSpPr>
        <p:spPr>
          <a:xfrm>
            <a:off x="2628629" y="2282973"/>
            <a:ext cx="1987207"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5" name="Arrow: Chevron 24">
            <a:extLst>
              <a:ext uri="{FF2B5EF4-FFF2-40B4-BE49-F238E27FC236}">
                <a16:creationId xmlns:a16="http://schemas.microsoft.com/office/drawing/2014/main" id="{3DACABFD-232F-18BC-919F-CAD8A133DCDE}"/>
              </a:ext>
            </a:extLst>
          </p:cNvPr>
          <p:cNvSpPr/>
          <p:nvPr userDrawn="1"/>
        </p:nvSpPr>
        <p:spPr>
          <a:xfrm>
            <a:off x="4671947"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6" name="Straight Connector 25">
            <a:extLst>
              <a:ext uri="{FF2B5EF4-FFF2-40B4-BE49-F238E27FC236}">
                <a16:creationId xmlns:a16="http://schemas.microsoft.com/office/drawing/2014/main" id="{FFEA3E50-1AFA-3BF7-A87F-151906E60032}"/>
              </a:ext>
            </a:extLst>
          </p:cNvPr>
          <p:cNvCxnSpPr>
            <a:cxnSpLocks/>
          </p:cNvCxnSpPr>
          <p:nvPr userDrawn="1"/>
        </p:nvCxnSpPr>
        <p:spPr>
          <a:xfrm>
            <a:off x="4952395" y="2282973"/>
            <a:ext cx="1987207"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7" name="Arrow: Chevron 26">
            <a:extLst>
              <a:ext uri="{FF2B5EF4-FFF2-40B4-BE49-F238E27FC236}">
                <a16:creationId xmlns:a16="http://schemas.microsoft.com/office/drawing/2014/main" id="{95E84197-6880-09C2-1E08-4B7A842980F1}"/>
              </a:ext>
            </a:extLst>
          </p:cNvPr>
          <p:cNvSpPr/>
          <p:nvPr userDrawn="1"/>
        </p:nvSpPr>
        <p:spPr>
          <a:xfrm>
            <a:off x="6995713"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8" name="Straight Connector 27">
            <a:extLst>
              <a:ext uri="{FF2B5EF4-FFF2-40B4-BE49-F238E27FC236}">
                <a16:creationId xmlns:a16="http://schemas.microsoft.com/office/drawing/2014/main" id="{DBA4F882-E214-37A5-1366-A11A8B3C2119}"/>
              </a:ext>
            </a:extLst>
          </p:cNvPr>
          <p:cNvCxnSpPr>
            <a:cxnSpLocks/>
          </p:cNvCxnSpPr>
          <p:nvPr userDrawn="1"/>
        </p:nvCxnSpPr>
        <p:spPr>
          <a:xfrm>
            <a:off x="7276161" y="2282973"/>
            <a:ext cx="1987207"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9" name="Arrow: Chevron 28">
            <a:extLst>
              <a:ext uri="{FF2B5EF4-FFF2-40B4-BE49-F238E27FC236}">
                <a16:creationId xmlns:a16="http://schemas.microsoft.com/office/drawing/2014/main" id="{7A04A431-73CA-32DE-D035-406F2582A75A}"/>
              </a:ext>
            </a:extLst>
          </p:cNvPr>
          <p:cNvSpPr/>
          <p:nvPr userDrawn="1"/>
        </p:nvSpPr>
        <p:spPr>
          <a:xfrm>
            <a:off x="9319479"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36" name="Straight Connector 35">
            <a:extLst>
              <a:ext uri="{FF2B5EF4-FFF2-40B4-BE49-F238E27FC236}">
                <a16:creationId xmlns:a16="http://schemas.microsoft.com/office/drawing/2014/main" id="{AE570E91-ABB2-A812-B684-C45EB139B97D}"/>
              </a:ext>
            </a:extLst>
          </p:cNvPr>
          <p:cNvCxnSpPr>
            <a:cxnSpLocks/>
          </p:cNvCxnSpPr>
          <p:nvPr userDrawn="1"/>
        </p:nvCxnSpPr>
        <p:spPr>
          <a:xfrm>
            <a:off x="9599927" y="2282973"/>
            <a:ext cx="1987207"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7" name="Arrow: Chevron 36">
            <a:extLst>
              <a:ext uri="{FF2B5EF4-FFF2-40B4-BE49-F238E27FC236}">
                <a16:creationId xmlns:a16="http://schemas.microsoft.com/office/drawing/2014/main" id="{1AF30669-A2A4-2FDE-F80A-35E06EF01380}"/>
              </a:ext>
            </a:extLst>
          </p:cNvPr>
          <p:cNvSpPr/>
          <p:nvPr userDrawn="1"/>
        </p:nvSpPr>
        <p:spPr>
          <a:xfrm>
            <a:off x="11643245"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474044538"/>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melin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C1CD-2885-55F3-61DF-04B4921832BA}"/>
              </a:ext>
            </a:extLst>
          </p:cNvPr>
          <p:cNvSpPr>
            <a:spLocks noGrp="1"/>
          </p:cNvSpPr>
          <p:nvPr>
            <p:ph type="title" hasCustomPrompt="1"/>
          </p:nvPr>
        </p:nvSpPr>
        <p:spPr>
          <a:xfrm>
            <a:off x="306000" y="306000"/>
            <a:ext cx="5648397" cy="360000"/>
          </a:xfrm>
        </p:spPr>
        <p:txBody>
          <a:bodyPr anchor="t"/>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F57DCDA2-F04F-EF39-A68F-2FFB8F203691}"/>
              </a:ext>
            </a:extLst>
          </p:cNvPr>
          <p:cNvSpPr>
            <a:spLocks noGrp="1"/>
          </p:cNvSpPr>
          <p:nvPr>
            <p:ph type="dt" sz="half" idx="10"/>
          </p:nvPr>
        </p:nvSpPr>
        <p:spPr/>
        <p:txBody>
          <a:bodyPr/>
          <a:lstStyle/>
          <a:p>
            <a:r>
              <a:rPr lang="en-US"/>
              <a:t>Date</a:t>
            </a:r>
            <a:endParaRPr lang="en-GB" dirty="0"/>
          </a:p>
        </p:txBody>
      </p:sp>
      <p:sp>
        <p:nvSpPr>
          <p:cNvPr id="4" name="Footer Placeholder 3">
            <a:extLst>
              <a:ext uri="{FF2B5EF4-FFF2-40B4-BE49-F238E27FC236}">
                <a16:creationId xmlns:a16="http://schemas.microsoft.com/office/drawing/2014/main" id="{8A4E165A-D603-F44C-1F49-59254C686734}"/>
              </a:ext>
            </a:extLst>
          </p:cNvPr>
          <p:cNvSpPr>
            <a:spLocks noGrp="1"/>
          </p:cNvSpPr>
          <p:nvPr>
            <p:ph type="ftr" sz="quarter" idx="11"/>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F3868BC9-AFDB-387B-F5C5-FFDC1EF20229}"/>
              </a:ext>
            </a:extLst>
          </p:cNvPr>
          <p:cNvSpPr>
            <a:spLocks noGrp="1"/>
          </p:cNvSpPr>
          <p:nvPr>
            <p:ph type="sldNum" sz="quarter" idx="12"/>
          </p:nvPr>
        </p:nvSpPr>
        <p:spPr/>
        <p:txBody>
          <a:body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90B4463B-6714-67EC-1362-F20D740D5E67}"/>
              </a:ext>
            </a:extLst>
          </p:cNvPr>
          <p:cNvSpPr>
            <a:spLocks noGrp="1"/>
          </p:cNvSpPr>
          <p:nvPr>
            <p:ph type="body" sz="quarter" idx="13" hasCustomPrompt="1"/>
          </p:nvPr>
        </p:nvSpPr>
        <p:spPr>
          <a:xfrm>
            <a:off x="306000" y="673200"/>
            <a:ext cx="5648400" cy="360000"/>
          </a:xfrm>
        </p:spPr>
        <p:txBody>
          <a:bodyPr anchor="t"/>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
        <p:nvSpPr>
          <p:cNvPr id="7" name="Text Placeholder 8">
            <a:extLst>
              <a:ext uri="{FF2B5EF4-FFF2-40B4-BE49-F238E27FC236}">
                <a16:creationId xmlns:a16="http://schemas.microsoft.com/office/drawing/2014/main" id="{9D7A8C5F-BE9D-1F83-FE56-4A5E6AB6087E}"/>
              </a:ext>
            </a:extLst>
          </p:cNvPr>
          <p:cNvSpPr>
            <a:spLocks noGrp="1"/>
          </p:cNvSpPr>
          <p:nvPr>
            <p:ph type="body" sz="quarter" idx="23" hasCustomPrompt="1"/>
          </p:nvPr>
        </p:nvSpPr>
        <p:spPr>
          <a:xfrm>
            <a:off x="305997" y="1260000"/>
            <a:ext cx="5648400" cy="334800"/>
          </a:xfrm>
        </p:spPr>
        <p:txBody>
          <a:bodyPr anchor="t"/>
          <a:lstStyle>
            <a:lvl1pPr marL="0" indent="0">
              <a:buNone/>
              <a:defRPr sz="1800">
                <a:solidFill>
                  <a:schemeClr val="tx2"/>
                </a:solidFill>
              </a:defRPr>
            </a:lvl1pPr>
            <a:lvl2pPr marL="176213" indent="0">
              <a:buNone/>
              <a:defRPr sz="2000">
                <a:solidFill>
                  <a:schemeClr val="tx2"/>
                </a:solidFill>
              </a:defRPr>
            </a:lvl2pPr>
            <a:lvl3pPr marL="357188" indent="0">
              <a:buNone/>
              <a:defRPr sz="2000">
                <a:solidFill>
                  <a:schemeClr val="tx2"/>
                </a:solidFill>
              </a:defRPr>
            </a:lvl3pPr>
            <a:lvl4pPr marL="534988" indent="0">
              <a:buNone/>
              <a:defRPr sz="2000">
                <a:solidFill>
                  <a:schemeClr val="tx2"/>
                </a:solidFill>
              </a:defRPr>
            </a:lvl4pPr>
            <a:lvl5pPr marL="715963" indent="0">
              <a:buNone/>
              <a:defRPr sz="2000">
                <a:solidFill>
                  <a:schemeClr val="tx2"/>
                </a:solidFill>
              </a:defRPr>
            </a:lvl5pPr>
          </a:lstStyle>
          <a:p>
            <a:pPr lvl="0"/>
            <a:r>
              <a:rPr lang="en-US" dirty="0"/>
              <a:t>Heading</a:t>
            </a:r>
          </a:p>
        </p:txBody>
      </p:sp>
      <p:sp>
        <p:nvSpPr>
          <p:cNvPr id="8" name="Text Placeholder 9">
            <a:extLst>
              <a:ext uri="{FF2B5EF4-FFF2-40B4-BE49-F238E27FC236}">
                <a16:creationId xmlns:a16="http://schemas.microsoft.com/office/drawing/2014/main" id="{46434A8A-3238-656F-E766-071DBA37E3E2}"/>
              </a:ext>
            </a:extLst>
          </p:cNvPr>
          <p:cNvSpPr>
            <a:spLocks noGrp="1"/>
          </p:cNvSpPr>
          <p:nvPr>
            <p:ph type="body" sz="quarter" idx="15"/>
          </p:nvPr>
        </p:nvSpPr>
        <p:spPr>
          <a:xfrm>
            <a:off x="304799" y="2282973"/>
            <a:ext cx="1620000" cy="270000"/>
          </a:xfrm>
        </p:spPr>
        <p:txBody>
          <a:bodyP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9" name="Text Placeholder 9">
            <a:extLst>
              <a:ext uri="{FF2B5EF4-FFF2-40B4-BE49-F238E27FC236}">
                <a16:creationId xmlns:a16="http://schemas.microsoft.com/office/drawing/2014/main" id="{C3137B0F-E471-1AB8-6CBA-9BCDAD5E8A22}"/>
              </a:ext>
            </a:extLst>
          </p:cNvPr>
          <p:cNvSpPr>
            <a:spLocks noGrp="1"/>
          </p:cNvSpPr>
          <p:nvPr>
            <p:ph type="body" sz="quarter" idx="17"/>
          </p:nvPr>
        </p:nvSpPr>
        <p:spPr>
          <a:xfrm>
            <a:off x="2237266" y="2282973"/>
            <a:ext cx="1620000" cy="270000"/>
          </a:xfrm>
        </p:spPr>
        <p:txBody>
          <a:bodyPr vert="horz" lIns="0" tIns="0" rIns="0" bIns="0" rtlCol="0">
            <a:noAutofit/>
          </a:bodyPr>
          <a:lstStyle>
            <a:lvl1pPr>
              <a:defRPr lang="en-US" sz="1200" b="1" i="0" dirty="0"/>
            </a:lvl1pPr>
          </a:lstStyle>
          <a:p>
            <a:pPr marL="0" lvl="0" indent="0">
              <a:buNone/>
            </a:pPr>
            <a:r>
              <a:rPr lang="ko-KR" altLang="en-US"/>
              <a:t>마스터 텍스트 스타일을 편집하려면 클릭</a:t>
            </a:r>
          </a:p>
        </p:txBody>
      </p:sp>
      <p:sp>
        <p:nvSpPr>
          <p:cNvPr id="10" name="Text Placeholder 9">
            <a:extLst>
              <a:ext uri="{FF2B5EF4-FFF2-40B4-BE49-F238E27FC236}">
                <a16:creationId xmlns:a16="http://schemas.microsoft.com/office/drawing/2014/main" id="{AB5E02E6-314F-A208-BB34-A03F5F310B0D}"/>
              </a:ext>
            </a:extLst>
          </p:cNvPr>
          <p:cNvSpPr>
            <a:spLocks noGrp="1"/>
          </p:cNvSpPr>
          <p:nvPr>
            <p:ph type="body" sz="quarter" idx="19"/>
          </p:nvPr>
        </p:nvSpPr>
        <p:spPr>
          <a:xfrm>
            <a:off x="4169733" y="2282973"/>
            <a:ext cx="1620000" cy="270000"/>
          </a:xfrm>
        </p:spPr>
        <p:txBody>
          <a:bodyP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1" name="Text Placeholder 19">
            <a:extLst>
              <a:ext uri="{FF2B5EF4-FFF2-40B4-BE49-F238E27FC236}">
                <a16:creationId xmlns:a16="http://schemas.microsoft.com/office/drawing/2014/main" id="{A15EEF04-EB57-2EFE-BCC8-60BFAE4541A0}"/>
              </a:ext>
            </a:extLst>
          </p:cNvPr>
          <p:cNvSpPr>
            <a:spLocks noGrp="1"/>
          </p:cNvSpPr>
          <p:nvPr>
            <p:ph type="body" sz="quarter" idx="24"/>
          </p:nvPr>
        </p:nvSpPr>
        <p:spPr>
          <a:xfrm>
            <a:off x="304675" y="2667000"/>
            <a:ext cx="1620000" cy="2095500"/>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2" name="Text Placeholder 19">
            <a:extLst>
              <a:ext uri="{FF2B5EF4-FFF2-40B4-BE49-F238E27FC236}">
                <a16:creationId xmlns:a16="http://schemas.microsoft.com/office/drawing/2014/main" id="{2D62A765-47EA-B167-0BE8-B4756A00F527}"/>
              </a:ext>
            </a:extLst>
          </p:cNvPr>
          <p:cNvSpPr>
            <a:spLocks noGrp="1"/>
          </p:cNvSpPr>
          <p:nvPr>
            <p:ph type="body" sz="quarter" idx="25"/>
          </p:nvPr>
        </p:nvSpPr>
        <p:spPr>
          <a:xfrm>
            <a:off x="2237167" y="2667000"/>
            <a:ext cx="1620000" cy="2095500"/>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13" name="Text Placeholder 19">
            <a:extLst>
              <a:ext uri="{FF2B5EF4-FFF2-40B4-BE49-F238E27FC236}">
                <a16:creationId xmlns:a16="http://schemas.microsoft.com/office/drawing/2014/main" id="{ED5C994C-A90B-DEE1-D499-BF454BABBDCB}"/>
              </a:ext>
            </a:extLst>
          </p:cNvPr>
          <p:cNvSpPr>
            <a:spLocks noGrp="1"/>
          </p:cNvSpPr>
          <p:nvPr>
            <p:ph type="body" sz="quarter" idx="26"/>
          </p:nvPr>
        </p:nvSpPr>
        <p:spPr>
          <a:xfrm>
            <a:off x="4169659" y="2667000"/>
            <a:ext cx="1620000" cy="2095500"/>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cxnSp>
        <p:nvCxnSpPr>
          <p:cNvPr id="15" name="Straight Connector 14">
            <a:extLst>
              <a:ext uri="{FF2B5EF4-FFF2-40B4-BE49-F238E27FC236}">
                <a16:creationId xmlns:a16="http://schemas.microsoft.com/office/drawing/2014/main" id="{5E758CFD-6353-8E5B-960B-5799F0D9921C}"/>
              </a:ext>
            </a:extLst>
          </p:cNvPr>
          <p:cNvCxnSpPr>
            <a:cxnSpLocks/>
          </p:cNvCxnSpPr>
          <p:nvPr userDrawn="1"/>
        </p:nvCxnSpPr>
        <p:spPr>
          <a:xfrm>
            <a:off x="304675" y="2282973"/>
            <a:ext cx="1620000"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Arrow: Chevron 15">
            <a:extLst>
              <a:ext uri="{FF2B5EF4-FFF2-40B4-BE49-F238E27FC236}">
                <a16:creationId xmlns:a16="http://schemas.microsoft.com/office/drawing/2014/main" id="{DBDB799E-9DE8-9EFD-E9D6-FF4EAC64FC22}"/>
              </a:ext>
            </a:extLst>
          </p:cNvPr>
          <p:cNvSpPr/>
          <p:nvPr userDrawn="1"/>
        </p:nvSpPr>
        <p:spPr>
          <a:xfrm>
            <a:off x="1980786"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Text Placeholder 9">
            <a:extLst>
              <a:ext uri="{FF2B5EF4-FFF2-40B4-BE49-F238E27FC236}">
                <a16:creationId xmlns:a16="http://schemas.microsoft.com/office/drawing/2014/main" id="{F459F560-10CA-9159-63B5-9571F8F2CD81}"/>
              </a:ext>
            </a:extLst>
          </p:cNvPr>
          <p:cNvSpPr>
            <a:spLocks noGrp="1"/>
          </p:cNvSpPr>
          <p:nvPr>
            <p:ph type="body" sz="quarter" idx="27"/>
          </p:nvPr>
        </p:nvSpPr>
        <p:spPr>
          <a:xfrm>
            <a:off x="6102200" y="2282973"/>
            <a:ext cx="1620000" cy="270000"/>
          </a:xfrm>
        </p:spPr>
        <p:txBody>
          <a:bodyP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17" name="Text Placeholder 19">
            <a:extLst>
              <a:ext uri="{FF2B5EF4-FFF2-40B4-BE49-F238E27FC236}">
                <a16:creationId xmlns:a16="http://schemas.microsoft.com/office/drawing/2014/main" id="{D1CE8918-CB52-FC8D-0667-5DD4C2904898}"/>
              </a:ext>
            </a:extLst>
          </p:cNvPr>
          <p:cNvSpPr>
            <a:spLocks noGrp="1"/>
          </p:cNvSpPr>
          <p:nvPr>
            <p:ph type="body" sz="quarter" idx="28"/>
          </p:nvPr>
        </p:nvSpPr>
        <p:spPr>
          <a:xfrm>
            <a:off x="6102151" y="2667000"/>
            <a:ext cx="1620000" cy="2095500"/>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21" name="Text Placeholder 9">
            <a:extLst>
              <a:ext uri="{FF2B5EF4-FFF2-40B4-BE49-F238E27FC236}">
                <a16:creationId xmlns:a16="http://schemas.microsoft.com/office/drawing/2014/main" id="{E0300071-C10F-73DE-516F-3A997209D34C}"/>
              </a:ext>
            </a:extLst>
          </p:cNvPr>
          <p:cNvSpPr>
            <a:spLocks noGrp="1"/>
          </p:cNvSpPr>
          <p:nvPr>
            <p:ph type="body" sz="quarter" idx="30"/>
          </p:nvPr>
        </p:nvSpPr>
        <p:spPr>
          <a:xfrm>
            <a:off x="8034667" y="2282973"/>
            <a:ext cx="1620000" cy="270000"/>
          </a:xfrm>
        </p:spPr>
        <p:txBody>
          <a:bodyP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22" name="Text Placeholder 19">
            <a:extLst>
              <a:ext uri="{FF2B5EF4-FFF2-40B4-BE49-F238E27FC236}">
                <a16:creationId xmlns:a16="http://schemas.microsoft.com/office/drawing/2014/main" id="{ADAD04CC-D508-F0AA-6E8C-45D588BE7E49}"/>
              </a:ext>
            </a:extLst>
          </p:cNvPr>
          <p:cNvSpPr>
            <a:spLocks noGrp="1"/>
          </p:cNvSpPr>
          <p:nvPr>
            <p:ph type="body" sz="quarter" idx="31"/>
          </p:nvPr>
        </p:nvSpPr>
        <p:spPr>
          <a:xfrm>
            <a:off x="8034643" y="2667000"/>
            <a:ext cx="1620000" cy="2095500"/>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sp>
        <p:nvSpPr>
          <p:cNvPr id="31" name="Text Placeholder 9">
            <a:extLst>
              <a:ext uri="{FF2B5EF4-FFF2-40B4-BE49-F238E27FC236}">
                <a16:creationId xmlns:a16="http://schemas.microsoft.com/office/drawing/2014/main" id="{7F5921D6-64BE-2161-A143-2DD17980F619}"/>
              </a:ext>
            </a:extLst>
          </p:cNvPr>
          <p:cNvSpPr>
            <a:spLocks noGrp="1"/>
          </p:cNvSpPr>
          <p:nvPr>
            <p:ph type="body" sz="quarter" idx="32"/>
          </p:nvPr>
        </p:nvSpPr>
        <p:spPr>
          <a:xfrm>
            <a:off x="9967132" y="2282973"/>
            <a:ext cx="1620000" cy="270000"/>
          </a:xfrm>
        </p:spPr>
        <p:txBody>
          <a:bodyPr/>
          <a:lstStyle>
            <a:lvl1pPr marL="0" indent="0">
              <a:buNone/>
              <a:defRPr sz="1200" b="1" i="0">
                <a:solidFill>
                  <a:schemeClr val="tx1"/>
                </a:solidFill>
              </a:defRPr>
            </a:lvl1pPr>
            <a:lvl2pPr marL="176213" indent="0">
              <a:buNone/>
              <a:defRPr sz="1100">
                <a:solidFill>
                  <a:schemeClr val="tx2"/>
                </a:solidFill>
              </a:defRPr>
            </a:lvl2pPr>
            <a:lvl3pPr marL="357188" indent="0">
              <a:buNone/>
              <a:defRPr sz="1100">
                <a:solidFill>
                  <a:schemeClr val="tx2"/>
                </a:solidFill>
              </a:defRPr>
            </a:lvl3pPr>
            <a:lvl4pPr marL="534988" indent="0">
              <a:buNone/>
              <a:defRPr sz="1100">
                <a:solidFill>
                  <a:schemeClr val="tx2"/>
                </a:solidFill>
              </a:defRPr>
            </a:lvl4pPr>
            <a:lvl5pPr marL="715963" indent="0">
              <a:buNone/>
              <a:defRPr sz="1100">
                <a:solidFill>
                  <a:schemeClr val="tx2"/>
                </a:solidFill>
              </a:defRPr>
            </a:lvl5pPr>
          </a:lstStyle>
          <a:p>
            <a:pPr lvl="0"/>
            <a:r>
              <a:rPr lang="ko-KR" altLang="en-US"/>
              <a:t>마스터 텍스트 스타일을 편집하려면 클릭</a:t>
            </a:r>
          </a:p>
        </p:txBody>
      </p:sp>
      <p:sp>
        <p:nvSpPr>
          <p:cNvPr id="32" name="Text Placeholder 19">
            <a:extLst>
              <a:ext uri="{FF2B5EF4-FFF2-40B4-BE49-F238E27FC236}">
                <a16:creationId xmlns:a16="http://schemas.microsoft.com/office/drawing/2014/main" id="{24C0D168-202E-E51B-E59E-8C97350E1781}"/>
              </a:ext>
            </a:extLst>
          </p:cNvPr>
          <p:cNvSpPr>
            <a:spLocks noGrp="1"/>
          </p:cNvSpPr>
          <p:nvPr>
            <p:ph type="body" sz="quarter" idx="33"/>
          </p:nvPr>
        </p:nvSpPr>
        <p:spPr>
          <a:xfrm>
            <a:off x="9967134" y="2667000"/>
            <a:ext cx="1620000" cy="2095500"/>
          </a:xfrm>
        </p:spPr>
        <p:txBody>
          <a:bodyPr/>
          <a:lstStyle>
            <a:lvl1pPr marL="0" indent="0">
              <a:buNone/>
              <a:defRPr sz="1200"/>
            </a:lvl1pPr>
            <a:lvl2pPr marL="88900" indent="-88900">
              <a:defRPr sz="800"/>
            </a:lvl2pPr>
            <a:lvl3pPr marL="88900" indent="-88900">
              <a:defRPr sz="800"/>
            </a:lvl3pPr>
            <a:lvl4pPr marL="88900" indent="-88900">
              <a:defRPr sz="800"/>
            </a:lvl4pPr>
            <a:lvl5pPr marL="88900" indent="-88900">
              <a:defRPr sz="800"/>
            </a:lvl5pPr>
          </a:lstStyle>
          <a:p>
            <a:pPr lvl="0"/>
            <a:r>
              <a:rPr lang="ko-KR" altLang="en-US"/>
              <a:t>마스터 텍스트 스타일을 편집하려면 클릭</a:t>
            </a:r>
          </a:p>
        </p:txBody>
      </p:sp>
      <p:cxnSp>
        <p:nvCxnSpPr>
          <p:cNvPr id="34" name="Straight Connector 33">
            <a:extLst>
              <a:ext uri="{FF2B5EF4-FFF2-40B4-BE49-F238E27FC236}">
                <a16:creationId xmlns:a16="http://schemas.microsoft.com/office/drawing/2014/main" id="{C37B2904-10A6-C3A5-8D83-683C63BB01AF}"/>
              </a:ext>
            </a:extLst>
          </p:cNvPr>
          <p:cNvCxnSpPr>
            <a:cxnSpLocks/>
          </p:cNvCxnSpPr>
          <p:nvPr userDrawn="1"/>
        </p:nvCxnSpPr>
        <p:spPr>
          <a:xfrm>
            <a:off x="2240911" y="2282973"/>
            <a:ext cx="1620000"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5" name="Arrow: Chevron 34">
            <a:extLst>
              <a:ext uri="{FF2B5EF4-FFF2-40B4-BE49-F238E27FC236}">
                <a16:creationId xmlns:a16="http://schemas.microsoft.com/office/drawing/2014/main" id="{A47832D4-502D-A508-2B20-B5B27FE51634}"/>
              </a:ext>
            </a:extLst>
          </p:cNvPr>
          <p:cNvSpPr/>
          <p:nvPr userDrawn="1"/>
        </p:nvSpPr>
        <p:spPr>
          <a:xfrm>
            <a:off x="3917022"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38" name="Straight Connector 37">
            <a:extLst>
              <a:ext uri="{FF2B5EF4-FFF2-40B4-BE49-F238E27FC236}">
                <a16:creationId xmlns:a16="http://schemas.microsoft.com/office/drawing/2014/main" id="{7BD95FB1-1C25-533D-3CF4-8A51280DDBD0}"/>
              </a:ext>
            </a:extLst>
          </p:cNvPr>
          <p:cNvCxnSpPr>
            <a:cxnSpLocks/>
          </p:cNvCxnSpPr>
          <p:nvPr userDrawn="1"/>
        </p:nvCxnSpPr>
        <p:spPr>
          <a:xfrm>
            <a:off x="4169659" y="2282973"/>
            <a:ext cx="1620000"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9" name="Arrow: Chevron 38">
            <a:extLst>
              <a:ext uri="{FF2B5EF4-FFF2-40B4-BE49-F238E27FC236}">
                <a16:creationId xmlns:a16="http://schemas.microsoft.com/office/drawing/2014/main" id="{9D606AD1-4414-16B1-1215-97D7AFA56C9F}"/>
              </a:ext>
            </a:extLst>
          </p:cNvPr>
          <p:cNvSpPr/>
          <p:nvPr userDrawn="1"/>
        </p:nvSpPr>
        <p:spPr>
          <a:xfrm>
            <a:off x="5845770"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40" name="Straight Connector 39">
            <a:extLst>
              <a:ext uri="{FF2B5EF4-FFF2-40B4-BE49-F238E27FC236}">
                <a16:creationId xmlns:a16="http://schemas.microsoft.com/office/drawing/2014/main" id="{E5863BC1-2263-E713-9FF3-2640450DEF28}"/>
              </a:ext>
            </a:extLst>
          </p:cNvPr>
          <p:cNvCxnSpPr>
            <a:cxnSpLocks/>
          </p:cNvCxnSpPr>
          <p:nvPr userDrawn="1"/>
        </p:nvCxnSpPr>
        <p:spPr>
          <a:xfrm>
            <a:off x="6110598" y="2282973"/>
            <a:ext cx="1620000"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1" name="Arrow: Chevron 40">
            <a:extLst>
              <a:ext uri="{FF2B5EF4-FFF2-40B4-BE49-F238E27FC236}">
                <a16:creationId xmlns:a16="http://schemas.microsoft.com/office/drawing/2014/main" id="{6379909B-399A-153E-493D-37296869A7F0}"/>
              </a:ext>
            </a:extLst>
          </p:cNvPr>
          <p:cNvSpPr/>
          <p:nvPr userDrawn="1"/>
        </p:nvSpPr>
        <p:spPr>
          <a:xfrm>
            <a:off x="7786709"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42" name="Straight Connector 41">
            <a:extLst>
              <a:ext uri="{FF2B5EF4-FFF2-40B4-BE49-F238E27FC236}">
                <a16:creationId xmlns:a16="http://schemas.microsoft.com/office/drawing/2014/main" id="{EF6449C8-F3AF-7E2E-BAA8-72A82AE89478}"/>
              </a:ext>
            </a:extLst>
          </p:cNvPr>
          <p:cNvCxnSpPr>
            <a:cxnSpLocks/>
          </p:cNvCxnSpPr>
          <p:nvPr userDrawn="1"/>
        </p:nvCxnSpPr>
        <p:spPr>
          <a:xfrm>
            <a:off x="8034643" y="2282973"/>
            <a:ext cx="1620000"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3" name="Arrow: Chevron 42">
            <a:extLst>
              <a:ext uri="{FF2B5EF4-FFF2-40B4-BE49-F238E27FC236}">
                <a16:creationId xmlns:a16="http://schemas.microsoft.com/office/drawing/2014/main" id="{87196DB2-5D1E-4430-FA42-A39FC745E121}"/>
              </a:ext>
            </a:extLst>
          </p:cNvPr>
          <p:cNvSpPr/>
          <p:nvPr userDrawn="1"/>
        </p:nvSpPr>
        <p:spPr>
          <a:xfrm>
            <a:off x="9710754"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44" name="Straight Connector 43">
            <a:extLst>
              <a:ext uri="{FF2B5EF4-FFF2-40B4-BE49-F238E27FC236}">
                <a16:creationId xmlns:a16="http://schemas.microsoft.com/office/drawing/2014/main" id="{24E529B4-EB17-A0EB-9305-743BF2013A0A}"/>
              </a:ext>
            </a:extLst>
          </p:cNvPr>
          <p:cNvCxnSpPr>
            <a:cxnSpLocks/>
          </p:cNvCxnSpPr>
          <p:nvPr userDrawn="1"/>
        </p:nvCxnSpPr>
        <p:spPr>
          <a:xfrm>
            <a:off x="9971673" y="2282973"/>
            <a:ext cx="1620000" cy="0"/>
          </a:xfrm>
          <a:prstGeom prst="line">
            <a:avLst/>
          </a:prstGeom>
          <a:ln w="25400">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5" name="Arrow: Chevron 44">
            <a:extLst>
              <a:ext uri="{FF2B5EF4-FFF2-40B4-BE49-F238E27FC236}">
                <a16:creationId xmlns:a16="http://schemas.microsoft.com/office/drawing/2014/main" id="{A892BA53-DD7A-BDD3-32D9-49FC10D5A1CE}"/>
              </a:ext>
            </a:extLst>
          </p:cNvPr>
          <p:cNvSpPr/>
          <p:nvPr userDrawn="1"/>
        </p:nvSpPr>
        <p:spPr>
          <a:xfrm>
            <a:off x="11647784" y="2110695"/>
            <a:ext cx="217191" cy="344556"/>
          </a:xfrm>
          <a:prstGeom prst="chevron">
            <a:avLst>
              <a:gd name="adj" fmla="val 8426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12662453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Outro - white backgroun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D19440D8-36C8-9F20-5BE6-5D024AE51BA0}"/>
              </a:ext>
            </a:extLst>
          </p:cNvPr>
          <p:cNvSpPr txBox="1"/>
          <p:nvPr userDrawn="1"/>
        </p:nvSpPr>
        <p:spPr>
          <a:xfrm>
            <a:off x="304800" y="298800"/>
            <a:ext cx="1061188" cy="296081"/>
          </a:xfrm>
          <a:prstGeom prst="rect">
            <a:avLst/>
          </a:prstGeom>
          <a:noFill/>
        </p:spPr>
        <p:txBody>
          <a:bodyPr wrap="none" lIns="0" rIns="0" rtlCol="0" anchor="ctr">
            <a:noAutofit/>
          </a:bodyPr>
          <a:lstStyle/>
          <a:p>
            <a:r>
              <a:rPr lang="en-GB" sz="2400" dirty="0"/>
              <a:t>Contact</a:t>
            </a:r>
          </a:p>
        </p:txBody>
      </p:sp>
      <p:sp>
        <p:nvSpPr>
          <p:cNvPr id="9" name="Content Placeholder 8">
            <a:extLst>
              <a:ext uri="{FF2B5EF4-FFF2-40B4-BE49-F238E27FC236}">
                <a16:creationId xmlns:a16="http://schemas.microsoft.com/office/drawing/2014/main" id="{3638F8DD-BEC9-6467-0409-DEAA51E30C84}"/>
              </a:ext>
            </a:extLst>
          </p:cNvPr>
          <p:cNvSpPr>
            <a:spLocks noGrp="1"/>
          </p:cNvSpPr>
          <p:nvPr>
            <p:ph sz="quarter" idx="10"/>
          </p:nvPr>
        </p:nvSpPr>
        <p:spPr>
          <a:xfrm>
            <a:off x="304799" y="1729024"/>
            <a:ext cx="7558158" cy="2520000"/>
          </a:xfrm>
        </p:spPr>
        <p:txBody>
          <a:bodyPr tIns="0" numCol="2" spcCol="288000"/>
          <a:lstStyle>
            <a:lvl1pPr marL="0" indent="0">
              <a:spcAft>
                <a:spcPts val="0"/>
              </a:spcAft>
              <a:buNone/>
              <a:defRPr sz="1000" b="1"/>
            </a:lvl1pPr>
            <a:lvl2pPr marL="0" indent="0">
              <a:spcAft>
                <a:spcPts val="0"/>
              </a:spcAft>
              <a:buNone/>
              <a:defRPr sz="1000"/>
            </a:lvl2pPr>
            <a:lvl3pPr marL="357188" indent="0">
              <a:spcAft>
                <a:spcPts val="0"/>
              </a:spcAft>
              <a:buNone/>
              <a:defRPr sz="1000"/>
            </a:lvl3pPr>
            <a:lvl4pPr marL="534988" indent="0">
              <a:spcAft>
                <a:spcPts val="0"/>
              </a:spcAft>
              <a:buNone/>
              <a:defRPr sz="1000"/>
            </a:lvl4pPr>
            <a:lvl5pPr marL="715963" indent="0">
              <a:spcAft>
                <a:spcPts val="0"/>
              </a:spcAft>
              <a:buNone/>
              <a:defRPr sz="1000"/>
            </a:lvl5pPr>
          </a:lstStyle>
          <a:p>
            <a:pPr lvl="0"/>
            <a:r>
              <a:rPr lang="ko-KR" altLang="en-US"/>
              <a:t>마스터 텍스트 스타일을 편집하려면 클릭</a:t>
            </a:r>
          </a:p>
          <a:p>
            <a:pPr lvl="1"/>
            <a:r>
              <a:rPr lang="ko-KR" altLang="en-US"/>
              <a:t>두 번째 수준</a:t>
            </a:r>
          </a:p>
        </p:txBody>
      </p:sp>
      <p:sp>
        <p:nvSpPr>
          <p:cNvPr id="11" name="TextBox 10">
            <a:extLst>
              <a:ext uri="{FF2B5EF4-FFF2-40B4-BE49-F238E27FC236}">
                <a16:creationId xmlns:a16="http://schemas.microsoft.com/office/drawing/2014/main" id="{1E5C39CC-12F0-243C-E79C-57F054AE9789}"/>
              </a:ext>
            </a:extLst>
          </p:cNvPr>
          <p:cNvSpPr txBox="1"/>
          <p:nvPr userDrawn="1"/>
        </p:nvSpPr>
        <p:spPr>
          <a:xfrm>
            <a:off x="304799" y="4536000"/>
            <a:ext cx="7558158" cy="1137600"/>
          </a:xfrm>
          <a:prstGeom prst="rect">
            <a:avLst/>
          </a:prstGeom>
          <a:noFill/>
        </p:spPr>
        <p:txBody>
          <a:bodyPr wrap="square" lIns="0" tIns="0" rIns="0" bIns="0" numCol="1" spcCol="144000" rtlCol="0">
            <a:noAutofit/>
          </a:bodyPr>
          <a:lstStyle/>
          <a:p>
            <a:pPr>
              <a:lnSpc>
                <a:spcPct val="107000"/>
              </a:lnSpc>
              <a:spcAft>
                <a:spcPts val="800"/>
              </a:spcAft>
            </a:pPr>
            <a:r>
              <a:rPr lang="en-GB" sz="1000" kern="100" spc="-10" baseline="0" dirty="0">
                <a:effectLst/>
                <a:latin typeface="+mj-lt"/>
                <a:ea typeface="Aptos" panose="020B0004020202020204" pitchFamily="34" charset="0"/>
                <a:cs typeface="Times New Roman" panose="02020603050405020304" pitchFamily="18" charset="0"/>
              </a:rPr>
              <a:t>The contents of this document are confidential and not for distribution to anyone other than the recipients. Disclosure to third parties cannot be made without the prior written consent of [</a:t>
            </a:r>
            <a:r>
              <a:rPr lang="en-GB" sz="1000" kern="100" spc="-10" baseline="0" dirty="0" err="1">
                <a:effectLst/>
                <a:latin typeface="+mj-lt"/>
                <a:ea typeface="Aptos" panose="020B0004020202020204" pitchFamily="34" charset="0"/>
                <a:cs typeface="Times New Roman" panose="02020603050405020304" pitchFamily="18" charset="0"/>
              </a:rPr>
              <a:t>Forvis</a:t>
            </a:r>
            <a:r>
              <a:rPr lang="en-GB" sz="1000" kern="100" spc="-10" baseline="0" dirty="0">
                <a:effectLst/>
                <a:latin typeface="+mj-lt"/>
                <a:ea typeface="Aptos" panose="020B0004020202020204" pitchFamily="34" charset="0"/>
                <a:cs typeface="Times New Roman" panose="02020603050405020304" pitchFamily="18" charset="0"/>
              </a:rPr>
              <a:t> Mazars xxx : adapt for legal entity].</a:t>
            </a:r>
          </a:p>
        </p:txBody>
      </p:sp>
      <p:sp>
        <p:nvSpPr>
          <p:cNvPr id="2" name="TextBox 1">
            <a:extLst>
              <a:ext uri="{FF2B5EF4-FFF2-40B4-BE49-F238E27FC236}">
                <a16:creationId xmlns:a16="http://schemas.microsoft.com/office/drawing/2014/main" id="{31154649-4A4B-29E4-6982-D75D679FBBB3}"/>
              </a:ext>
            </a:extLst>
          </p:cNvPr>
          <p:cNvSpPr txBox="1"/>
          <p:nvPr userDrawn="1"/>
        </p:nvSpPr>
        <p:spPr>
          <a:xfrm>
            <a:off x="304799" y="1258888"/>
            <a:ext cx="3268869" cy="369332"/>
          </a:xfrm>
          <a:prstGeom prst="rect">
            <a:avLst/>
          </a:prstGeom>
          <a:noFill/>
        </p:spPr>
        <p:txBody>
          <a:bodyPr wrap="square" lIns="0" rIns="0" rtlCol="0">
            <a:spAutoFit/>
          </a:bodyPr>
          <a:lstStyle/>
          <a:p>
            <a:r>
              <a:rPr lang="en-GB" b="1" dirty="0" err="1"/>
              <a:t>Forvis</a:t>
            </a:r>
            <a:r>
              <a:rPr lang="en-GB" b="1" dirty="0"/>
              <a:t> Mazars</a:t>
            </a:r>
          </a:p>
        </p:txBody>
      </p:sp>
      <p:sp>
        <p:nvSpPr>
          <p:cNvPr id="5" name="TextBox 4">
            <a:extLst>
              <a:ext uri="{FF2B5EF4-FFF2-40B4-BE49-F238E27FC236}">
                <a16:creationId xmlns:a16="http://schemas.microsoft.com/office/drawing/2014/main" id="{7D67CEAA-8DDD-841F-D884-3A662B0ADE62}"/>
              </a:ext>
            </a:extLst>
          </p:cNvPr>
          <p:cNvSpPr txBox="1"/>
          <p:nvPr userDrawn="1"/>
        </p:nvSpPr>
        <p:spPr>
          <a:xfrm>
            <a:off x="8194261" y="298800"/>
            <a:ext cx="1496051" cy="296081"/>
          </a:xfrm>
          <a:prstGeom prst="rect">
            <a:avLst/>
          </a:prstGeom>
          <a:noFill/>
        </p:spPr>
        <p:txBody>
          <a:bodyPr wrap="none" lIns="0" rIns="0" rtlCol="0" anchor="ctr">
            <a:noAutofit/>
          </a:bodyPr>
          <a:lstStyle/>
          <a:p>
            <a:r>
              <a:rPr lang="en-GB" sz="2400" dirty="0">
                <a:solidFill>
                  <a:schemeClr val="tx1"/>
                </a:solidFill>
              </a:rPr>
              <a:t>Follow us</a:t>
            </a:r>
          </a:p>
        </p:txBody>
      </p:sp>
      <p:sp>
        <p:nvSpPr>
          <p:cNvPr id="3" name="Footer Placeholder 4">
            <a:extLst>
              <a:ext uri="{FF2B5EF4-FFF2-40B4-BE49-F238E27FC236}">
                <a16:creationId xmlns:a16="http://schemas.microsoft.com/office/drawing/2014/main" id="{66085AAD-F041-418D-E93F-40C28A0BF92D}"/>
              </a:ext>
            </a:extLst>
          </p:cNvPr>
          <p:cNvSpPr txBox="1">
            <a:spLocks/>
          </p:cNvSpPr>
          <p:nvPr userDrawn="1"/>
        </p:nvSpPr>
        <p:spPr>
          <a:xfrm>
            <a:off x="304799" y="5585255"/>
            <a:ext cx="3268869" cy="270000"/>
          </a:xfrm>
          <a:prstGeom prst="rect">
            <a:avLst/>
          </a:prstGeom>
        </p:spPr>
        <p:txBody>
          <a:bodyPr vert="horz" lIns="0" tIns="45720" rIns="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000" noProof="0" dirty="0">
                <a:solidFill>
                  <a:schemeClr val="tx1"/>
                </a:solidFill>
              </a:rPr>
              <a:t>© </a:t>
            </a:r>
            <a:r>
              <a:rPr lang="en-GB" sz="1000" noProof="0" dirty="0" err="1">
                <a:solidFill>
                  <a:schemeClr val="tx1"/>
                </a:solidFill>
              </a:rPr>
              <a:t>Forvis</a:t>
            </a:r>
            <a:r>
              <a:rPr lang="en-GB" sz="1000" noProof="0" dirty="0">
                <a:solidFill>
                  <a:schemeClr val="tx1"/>
                </a:solidFill>
              </a:rPr>
              <a:t> Mazars 2024. All rights reserved.</a:t>
            </a:r>
          </a:p>
        </p:txBody>
      </p:sp>
      <p:sp>
        <p:nvSpPr>
          <p:cNvPr id="6" name="TextBox 5">
            <a:extLst>
              <a:ext uri="{FF2B5EF4-FFF2-40B4-BE49-F238E27FC236}">
                <a16:creationId xmlns:a16="http://schemas.microsoft.com/office/drawing/2014/main" id="{E01D5AA6-5D4D-16BA-3C98-BE0A3B18F8B9}"/>
              </a:ext>
            </a:extLst>
          </p:cNvPr>
          <p:cNvSpPr txBox="1"/>
          <p:nvPr userDrawn="1"/>
        </p:nvSpPr>
        <p:spPr>
          <a:xfrm>
            <a:off x="8194261" y="1258888"/>
            <a:ext cx="3692939" cy="3077766"/>
          </a:xfrm>
          <a:prstGeom prst="rect">
            <a:avLst/>
          </a:prstGeom>
          <a:noFill/>
        </p:spPr>
        <p:txBody>
          <a:bodyPr wrap="square" lIns="0" tIns="0" rIns="0" bIns="0" rtlCol="0">
            <a:noAutofit/>
          </a:bodyPr>
          <a:lstStyle/>
          <a:p>
            <a:pPr rtl="0"/>
            <a:r>
              <a:rPr lang="en-GB" sz="1200" b="1" dirty="0"/>
              <a:t>LinkedIn</a:t>
            </a:r>
          </a:p>
          <a:p>
            <a:pPr rtl="0"/>
            <a:r>
              <a:rPr lang="en-GB" sz="1200" dirty="0" err="1">
                <a:hlinkClick r:id="rId2" tooltip="https://www.linkedin.com/company/forvis-mazars-group/"/>
              </a:rPr>
              <a:t>Forvis</a:t>
            </a:r>
            <a:r>
              <a:rPr lang="en-GB" sz="1200" dirty="0">
                <a:hlinkClick r:id="rId2" tooltip="https://www.linkedin.com/company/forvis-mazars-group/"/>
              </a:rPr>
              <a:t> Mazars Group</a:t>
            </a:r>
            <a:endParaRPr lang="en-GB" sz="1200" dirty="0"/>
          </a:p>
          <a:p>
            <a:pPr rtl="0"/>
            <a:endParaRPr lang="en-GB" sz="1200" dirty="0"/>
          </a:p>
          <a:p>
            <a:pPr rtl="0"/>
            <a:r>
              <a:rPr lang="en-GB" sz="1200" b="1" dirty="0"/>
              <a:t>X</a:t>
            </a:r>
          </a:p>
          <a:p>
            <a:pPr rtl="0"/>
            <a:r>
              <a:rPr lang="en-GB" sz="1200" dirty="0">
                <a:hlinkClick r:id="rId3" tooltip="https://twitter.com/forvismazarsgrp"/>
              </a:rPr>
              <a:t>@ForvisMazarsGrp</a:t>
            </a:r>
            <a:endParaRPr lang="en-GB" sz="1200" dirty="0"/>
          </a:p>
          <a:p>
            <a:pPr rtl="0"/>
            <a:endParaRPr lang="en-GB" sz="1200" dirty="0"/>
          </a:p>
          <a:p>
            <a:pPr rtl="0"/>
            <a:r>
              <a:rPr lang="en-GB" sz="1200" b="1" dirty="0"/>
              <a:t>Instagram</a:t>
            </a:r>
          </a:p>
          <a:p>
            <a:pPr rtl="0"/>
            <a:r>
              <a:rPr lang="en-GB" sz="1200" dirty="0">
                <a:hlinkClick r:id="rId4" tooltip="https://www.instagram.com/forvismazarsgroup/"/>
              </a:rPr>
              <a:t>@forvismazarsgroup</a:t>
            </a:r>
            <a:endParaRPr lang="en-GB" sz="1200" dirty="0"/>
          </a:p>
          <a:p>
            <a:pPr rtl="0"/>
            <a:endParaRPr lang="en-GB" sz="1200" dirty="0"/>
          </a:p>
          <a:p>
            <a:pPr rtl="0"/>
            <a:r>
              <a:rPr lang="en-GB" sz="1200" b="1" dirty="0"/>
              <a:t>Facebook</a:t>
            </a:r>
          </a:p>
          <a:p>
            <a:pPr rtl="0"/>
            <a:r>
              <a:rPr lang="en-GB" sz="1200" dirty="0" err="1">
                <a:hlinkClick r:id="rId5" tooltip="https://www.facebook.com/forvismazarsgroup/"/>
              </a:rPr>
              <a:t>Forvis</a:t>
            </a:r>
            <a:r>
              <a:rPr lang="en-GB" sz="1200" dirty="0">
                <a:hlinkClick r:id="rId5" tooltip="https://www.facebook.com/forvismazarsgroup/"/>
              </a:rPr>
              <a:t> Mazars Group</a:t>
            </a:r>
            <a:endParaRPr lang="en-GB" sz="1200" dirty="0"/>
          </a:p>
          <a:p>
            <a:pPr rtl="0"/>
            <a:endParaRPr lang="en-GB" sz="1200" dirty="0"/>
          </a:p>
          <a:p>
            <a:pPr rtl="0"/>
            <a:r>
              <a:rPr lang="en-GB" sz="1200" b="1" dirty="0"/>
              <a:t>YouTube</a:t>
            </a:r>
          </a:p>
          <a:p>
            <a:pPr rtl="0"/>
            <a:r>
              <a:rPr lang="en-GB" sz="1200" dirty="0">
                <a:effectLst/>
                <a:hlinkClick r:id="rId6" tooltip="https://www.youtube.com/@forvismazarsgroup"/>
              </a:rPr>
              <a:t>@ForvisMazarsGroup</a:t>
            </a:r>
            <a:endParaRPr lang="en-GB" sz="1200" dirty="0"/>
          </a:p>
        </p:txBody>
      </p:sp>
      <p:pic>
        <p:nvPicPr>
          <p:cNvPr id="7" name="Grafik 11">
            <a:extLst>
              <a:ext uri="{FF2B5EF4-FFF2-40B4-BE49-F238E27FC236}">
                <a16:creationId xmlns:a16="http://schemas.microsoft.com/office/drawing/2014/main" id="{62F6E443-5C86-C36B-0E1C-979A22C8B618}"/>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Tree>
    <p:extLst>
      <p:ext uri="{BB962C8B-B14F-4D97-AF65-F5344CB8AC3E}">
        <p14:creationId xmlns:p14="http://schemas.microsoft.com/office/powerpoint/2010/main" val="2786534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7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Outro - true blue background">
    <p:bg>
      <p:bgPr>
        <a:solidFill>
          <a:schemeClr val="tx2"/>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D19440D8-36C8-9F20-5BE6-5D024AE51BA0}"/>
              </a:ext>
            </a:extLst>
          </p:cNvPr>
          <p:cNvSpPr txBox="1"/>
          <p:nvPr userDrawn="1"/>
        </p:nvSpPr>
        <p:spPr>
          <a:xfrm>
            <a:off x="304800" y="298800"/>
            <a:ext cx="1061188" cy="296081"/>
          </a:xfrm>
          <a:prstGeom prst="rect">
            <a:avLst/>
          </a:prstGeom>
          <a:noFill/>
        </p:spPr>
        <p:txBody>
          <a:bodyPr wrap="none" lIns="0" rIns="0" rtlCol="0" anchor="ctr">
            <a:noAutofit/>
          </a:bodyPr>
          <a:lstStyle/>
          <a:p>
            <a:r>
              <a:rPr lang="en-GB" sz="2400" dirty="0">
                <a:solidFill>
                  <a:schemeClr val="bg1"/>
                </a:solidFill>
              </a:rPr>
              <a:t>Contact</a:t>
            </a:r>
          </a:p>
        </p:txBody>
      </p:sp>
      <p:sp>
        <p:nvSpPr>
          <p:cNvPr id="2" name="TextBox 1">
            <a:extLst>
              <a:ext uri="{FF2B5EF4-FFF2-40B4-BE49-F238E27FC236}">
                <a16:creationId xmlns:a16="http://schemas.microsoft.com/office/drawing/2014/main" id="{31154649-4A4B-29E4-6982-D75D679FBBB3}"/>
              </a:ext>
            </a:extLst>
          </p:cNvPr>
          <p:cNvSpPr txBox="1"/>
          <p:nvPr userDrawn="1"/>
        </p:nvSpPr>
        <p:spPr>
          <a:xfrm>
            <a:off x="304800" y="1260000"/>
            <a:ext cx="3268869" cy="369332"/>
          </a:xfrm>
          <a:prstGeom prst="rect">
            <a:avLst/>
          </a:prstGeom>
          <a:noFill/>
        </p:spPr>
        <p:txBody>
          <a:bodyPr wrap="square" lIns="0" rIns="0" rtlCol="0">
            <a:spAutoFit/>
          </a:bodyPr>
          <a:lstStyle/>
          <a:p>
            <a:r>
              <a:rPr lang="en-GB" b="1" dirty="0" err="1">
                <a:solidFill>
                  <a:schemeClr val="bg1"/>
                </a:solidFill>
              </a:rPr>
              <a:t>Forvis</a:t>
            </a:r>
            <a:r>
              <a:rPr lang="en-GB" b="1" dirty="0">
                <a:solidFill>
                  <a:schemeClr val="bg1"/>
                </a:solidFill>
              </a:rPr>
              <a:t> Mazars</a:t>
            </a:r>
          </a:p>
        </p:txBody>
      </p:sp>
      <p:sp>
        <p:nvSpPr>
          <p:cNvPr id="6" name="Content Placeholder 8">
            <a:extLst>
              <a:ext uri="{FF2B5EF4-FFF2-40B4-BE49-F238E27FC236}">
                <a16:creationId xmlns:a16="http://schemas.microsoft.com/office/drawing/2014/main" id="{8B826133-DF9C-4AE4-3625-4928FA7CBA37}"/>
              </a:ext>
            </a:extLst>
          </p:cNvPr>
          <p:cNvSpPr>
            <a:spLocks noGrp="1"/>
          </p:cNvSpPr>
          <p:nvPr>
            <p:ph sz="quarter" idx="10"/>
          </p:nvPr>
        </p:nvSpPr>
        <p:spPr>
          <a:xfrm>
            <a:off x="304799" y="1729024"/>
            <a:ext cx="7558158" cy="2520000"/>
          </a:xfrm>
        </p:spPr>
        <p:txBody>
          <a:bodyPr tIns="0" numCol="2" spcCol="288000"/>
          <a:lstStyle>
            <a:lvl1pPr marL="0" indent="0">
              <a:spcAft>
                <a:spcPts val="0"/>
              </a:spcAft>
              <a:buNone/>
              <a:defRPr sz="1000" b="1">
                <a:solidFill>
                  <a:schemeClr val="bg1"/>
                </a:solidFill>
              </a:defRPr>
            </a:lvl1pPr>
            <a:lvl2pPr marL="0" indent="0">
              <a:spcAft>
                <a:spcPts val="0"/>
              </a:spcAft>
              <a:buNone/>
              <a:defRPr sz="1000">
                <a:solidFill>
                  <a:schemeClr val="bg1"/>
                </a:solidFill>
              </a:defRPr>
            </a:lvl2pPr>
            <a:lvl3pPr marL="357188" indent="0">
              <a:spcAft>
                <a:spcPts val="0"/>
              </a:spcAft>
              <a:buNone/>
              <a:defRPr sz="1000"/>
            </a:lvl3pPr>
            <a:lvl4pPr marL="534988" indent="0">
              <a:spcAft>
                <a:spcPts val="0"/>
              </a:spcAft>
              <a:buNone/>
              <a:defRPr sz="1000"/>
            </a:lvl4pPr>
            <a:lvl5pPr marL="715963" indent="0">
              <a:spcAft>
                <a:spcPts val="0"/>
              </a:spcAft>
              <a:buNone/>
              <a:defRPr sz="1000"/>
            </a:lvl5pPr>
          </a:lstStyle>
          <a:p>
            <a:pPr lvl="0"/>
            <a:r>
              <a:rPr lang="ko-KR" altLang="en-US"/>
              <a:t>마스터 텍스트 스타일을 편집하려면 클릭</a:t>
            </a:r>
          </a:p>
          <a:p>
            <a:pPr lvl="1"/>
            <a:r>
              <a:rPr lang="ko-KR" altLang="en-US"/>
              <a:t>두 번째 수준</a:t>
            </a:r>
          </a:p>
        </p:txBody>
      </p:sp>
      <p:sp>
        <p:nvSpPr>
          <p:cNvPr id="4" name="TextBox 3">
            <a:extLst>
              <a:ext uri="{FF2B5EF4-FFF2-40B4-BE49-F238E27FC236}">
                <a16:creationId xmlns:a16="http://schemas.microsoft.com/office/drawing/2014/main" id="{33A6B847-F006-2430-42BA-AE0EB44FAF6F}"/>
              </a:ext>
            </a:extLst>
          </p:cNvPr>
          <p:cNvSpPr txBox="1"/>
          <p:nvPr userDrawn="1"/>
        </p:nvSpPr>
        <p:spPr>
          <a:xfrm>
            <a:off x="8194261" y="298800"/>
            <a:ext cx="1496051" cy="296081"/>
          </a:xfrm>
          <a:prstGeom prst="rect">
            <a:avLst/>
          </a:prstGeom>
          <a:noFill/>
        </p:spPr>
        <p:txBody>
          <a:bodyPr wrap="none" lIns="0" rIns="0" rtlCol="0" anchor="ctr">
            <a:noAutofit/>
          </a:bodyPr>
          <a:lstStyle/>
          <a:p>
            <a:r>
              <a:rPr lang="en-GB" sz="2400" dirty="0">
                <a:solidFill>
                  <a:schemeClr val="bg1"/>
                </a:solidFill>
              </a:rPr>
              <a:t>Follow us</a:t>
            </a:r>
          </a:p>
        </p:txBody>
      </p:sp>
      <p:sp>
        <p:nvSpPr>
          <p:cNvPr id="3" name="TextBox 2">
            <a:extLst>
              <a:ext uri="{FF2B5EF4-FFF2-40B4-BE49-F238E27FC236}">
                <a16:creationId xmlns:a16="http://schemas.microsoft.com/office/drawing/2014/main" id="{275B74B9-4873-9050-8CCB-54EB5DFBF042}"/>
              </a:ext>
            </a:extLst>
          </p:cNvPr>
          <p:cNvSpPr txBox="1"/>
          <p:nvPr userDrawn="1"/>
        </p:nvSpPr>
        <p:spPr>
          <a:xfrm>
            <a:off x="304799" y="4536000"/>
            <a:ext cx="7663544" cy="1137600"/>
          </a:xfrm>
          <a:prstGeom prst="rect">
            <a:avLst/>
          </a:prstGeom>
          <a:noFill/>
        </p:spPr>
        <p:txBody>
          <a:bodyPr wrap="square" lIns="0" tIns="0" rIns="0" bIns="0" numCol="1" spcCol="144000" rtlCol="0">
            <a:noAutofit/>
          </a:bodyPr>
          <a:lstStyle/>
          <a:p>
            <a:pPr>
              <a:lnSpc>
                <a:spcPct val="107000"/>
              </a:lnSpc>
              <a:spcAft>
                <a:spcPts val="800"/>
              </a:spcAft>
            </a:pPr>
            <a:r>
              <a:rPr lang="en-GB" sz="1000" kern="100" spc="-10" baseline="0" dirty="0">
                <a:solidFill>
                  <a:schemeClr val="bg1"/>
                </a:solidFill>
                <a:effectLst/>
                <a:latin typeface="+mj-lt"/>
                <a:ea typeface="Aptos" panose="020B0004020202020204" pitchFamily="34" charset="0"/>
                <a:cs typeface="Times New Roman" panose="02020603050405020304" pitchFamily="18" charset="0"/>
              </a:rPr>
              <a:t>The contents of this document are confidential and not for distribution to anyone other than the recipients. Disclosure to third parties cannot be made without the prior written consent of [</a:t>
            </a:r>
            <a:r>
              <a:rPr lang="en-GB" sz="1000" kern="100" spc="-10" baseline="0" dirty="0" err="1">
                <a:solidFill>
                  <a:schemeClr val="bg1"/>
                </a:solidFill>
                <a:effectLst/>
                <a:latin typeface="+mj-lt"/>
                <a:ea typeface="Aptos" panose="020B0004020202020204" pitchFamily="34" charset="0"/>
                <a:cs typeface="Times New Roman" panose="02020603050405020304" pitchFamily="18" charset="0"/>
              </a:rPr>
              <a:t>Forvis</a:t>
            </a:r>
            <a:r>
              <a:rPr lang="en-GB" sz="1000" kern="100" spc="-10" baseline="0" dirty="0">
                <a:solidFill>
                  <a:schemeClr val="bg1"/>
                </a:solidFill>
                <a:effectLst/>
                <a:latin typeface="+mj-lt"/>
                <a:ea typeface="Aptos" panose="020B0004020202020204" pitchFamily="34" charset="0"/>
                <a:cs typeface="Times New Roman" panose="02020603050405020304" pitchFamily="18" charset="0"/>
              </a:rPr>
              <a:t> Mazars xxx : adapt for legal entity].</a:t>
            </a:r>
          </a:p>
        </p:txBody>
      </p:sp>
      <p:sp>
        <p:nvSpPr>
          <p:cNvPr id="8" name="Footer Placeholder 4">
            <a:extLst>
              <a:ext uri="{FF2B5EF4-FFF2-40B4-BE49-F238E27FC236}">
                <a16:creationId xmlns:a16="http://schemas.microsoft.com/office/drawing/2014/main" id="{88B71A06-C5AC-A61B-B714-5E5146BBED9C}"/>
              </a:ext>
            </a:extLst>
          </p:cNvPr>
          <p:cNvSpPr txBox="1">
            <a:spLocks/>
          </p:cNvSpPr>
          <p:nvPr userDrawn="1"/>
        </p:nvSpPr>
        <p:spPr>
          <a:xfrm>
            <a:off x="304799" y="5585255"/>
            <a:ext cx="3268869" cy="270000"/>
          </a:xfrm>
          <a:prstGeom prst="rect">
            <a:avLst/>
          </a:prstGeom>
        </p:spPr>
        <p:txBody>
          <a:bodyPr vert="horz" lIns="0" tIns="45720" rIns="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000" noProof="0" dirty="0">
                <a:solidFill>
                  <a:schemeClr val="bg1"/>
                </a:solidFill>
              </a:rPr>
              <a:t>© </a:t>
            </a:r>
            <a:r>
              <a:rPr lang="en-GB" sz="1000" noProof="0" dirty="0" err="1">
                <a:solidFill>
                  <a:schemeClr val="bg1"/>
                </a:solidFill>
              </a:rPr>
              <a:t>Forvis</a:t>
            </a:r>
            <a:r>
              <a:rPr lang="en-GB" sz="1000" noProof="0" dirty="0">
                <a:solidFill>
                  <a:schemeClr val="bg1"/>
                </a:solidFill>
              </a:rPr>
              <a:t> Mazars 2024. All rights reserved.</a:t>
            </a:r>
          </a:p>
        </p:txBody>
      </p:sp>
      <p:sp>
        <p:nvSpPr>
          <p:cNvPr id="10" name="TextBox 9">
            <a:extLst>
              <a:ext uri="{FF2B5EF4-FFF2-40B4-BE49-F238E27FC236}">
                <a16:creationId xmlns:a16="http://schemas.microsoft.com/office/drawing/2014/main" id="{78D1770E-09D8-5EDC-812A-CDF8B11F6A14}"/>
              </a:ext>
            </a:extLst>
          </p:cNvPr>
          <p:cNvSpPr txBox="1"/>
          <p:nvPr userDrawn="1"/>
        </p:nvSpPr>
        <p:spPr>
          <a:xfrm>
            <a:off x="8194261" y="1258888"/>
            <a:ext cx="3692939" cy="3077766"/>
          </a:xfrm>
          <a:prstGeom prst="rect">
            <a:avLst/>
          </a:prstGeom>
          <a:noFill/>
        </p:spPr>
        <p:txBody>
          <a:bodyPr wrap="square" lIns="0" tIns="0" rIns="0" bIns="0" rtlCol="0">
            <a:noAutofit/>
          </a:bodyPr>
          <a:lstStyle/>
          <a:p>
            <a:pPr rtl="0"/>
            <a:r>
              <a:rPr lang="en-GB" sz="1200" b="1" dirty="0">
                <a:solidFill>
                  <a:schemeClr val="bg1"/>
                </a:solidFill>
              </a:rPr>
              <a:t>LinkedIn</a:t>
            </a:r>
          </a:p>
          <a:p>
            <a:pPr rtl="0"/>
            <a:r>
              <a:rPr lang="en-GB" sz="1200" dirty="0" err="1">
                <a:solidFill>
                  <a:schemeClr val="bg1"/>
                </a:solidFill>
                <a:hlinkClick r:id="rId2" tooltip="https://www.linkedin.com/company/forvis-mazars-group/">
                  <a:extLst>
                    <a:ext uri="{A12FA001-AC4F-418D-AE19-62706E023703}">
                      <ahyp:hlinkClr xmlns:ahyp="http://schemas.microsoft.com/office/drawing/2018/hyperlinkcolor" val="tx"/>
                    </a:ext>
                  </a:extLst>
                </a:hlinkClick>
              </a:rPr>
              <a:t>Forvis</a:t>
            </a:r>
            <a:r>
              <a:rPr lang="en-GB" sz="1200" dirty="0">
                <a:solidFill>
                  <a:schemeClr val="bg1"/>
                </a:solidFill>
                <a:hlinkClick r:id="rId2" tooltip="https://www.linkedin.com/company/forvis-mazars-group/">
                  <a:extLst>
                    <a:ext uri="{A12FA001-AC4F-418D-AE19-62706E023703}">
                      <ahyp:hlinkClr xmlns:ahyp="http://schemas.microsoft.com/office/drawing/2018/hyperlinkcolor" val="tx"/>
                    </a:ext>
                  </a:extLst>
                </a:hlinkClick>
              </a:rPr>
              <a:t> Mazars Group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X</a:t>
            </a:r>
          </a:p>
          <a:p>
            <a:pPr rtl="0"/>
            <a:r>
              <a:rPr lang="en-GB" sz="1200" dirty="0">
                <a:solidFill>
                  <a:schemeClr val="bg1"/>
                </a:solidFill>
                <a:hlinkClick r:id="rId3" tooltip="https://twitter.com/forvismazarsgrp">
                  <a:extLst>
                    <a:ext uri="{A12FA001-AC4F-418D-AE19-62706E023703}">
                      <ahyp:hlinkClr xmlns:ahyp="http://schemas.microsoft.com/office/drawing/2018/hyperlinkcolor" val="tx"/>
                    </a:ext>
                  </a:extLst>
                </a:hlinkClick>
              </a:rPr>
              <a:t>@ForvisMazarsGrp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Instagram</a:t>
            </a:r>
          </a:p>
          <a:p>
            <a:pPr rtl="0"/>
            <a:r>
              <a:rPr lang="en-GB" sz="1200" dirty="0">
                <a:solidFill>
                  <a:schemeClr val="bg1"/>
                </a:solidFill>
                <a:hlinkClick r:id="rId4" tooltip="https://www.instagram.com/forvismazarsgroup/">
                  <a:extLst>
                    <a:ext uri="{A12FA001-AC4F-418D-AE19-62706E023703}">
                      <ahyp:hlinkClr xmlns:ahyp="http://schemas.microsoft.com/office/drawing/2018/hyperlinkcolor" val="tx"/>
                    </a:ext>
                  </a:extLst>
                </a:hlinkClick>
              </a:rPr>
              <a:t>@forvismazarsgroup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Facebook</a:t>
            </a:r>
          </a:p>
          <a:p>
            <a:pPr rtl="0"/>
            <a:r>
              <a:rPr lang="en-GB" sz="1200" dirty="0" err="1">
                <a:solidFill>
                  <a:schemeClr val="bg1"/>
                </a:solidFill>
                <a:hlinkClick r:id="rId5" tooltip="https://www.facebook.com/forvismazarsgroup/">
                  <a:extLst>
                    <a:ext uri="{A12FA001-AC4F-418D-AE19-62706E023703}">
                      <ahyp:hlinkClr xmlns:ahyp="http://schemas.microsoft.com/office/drawing/2018/hyperlinkcolor" val="tx"/>
                    </a:ext>
                  </a:extLst>
                </a:hlinkClick>
              </a:rPr>
              <a:t>Forvis</a:t>
            </a:r>
            <a:r>
              <a:rPr lang="en-GB" sz="1200" dirty="0">
                <a:solidFill>
                  <a:schemeClr val="bg1"/>
                </a:solidFill>
                <a:hlinkClick r:id="rId5" tooltip="https://www.facebook.com/forvismazarsgroup/">
                  <a:extLst>
                    <a:ext uri="{A12FA001-AC4F-418D-AE19-62706E023703}">
                      <ahyp:hlinkClr xmlns:ahyp="http://schemas.microsoft.com/office/drawing/2018/hyperlinkcolor" val="tx"/>
                    </a:ext>
                  </a:extLst>
                </a:hlinkClick>
              </a:rPr>
              <a:t> Mazars Group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YouTube</a:t>
            </a:r>
          </a:p>
          <a:p>
            <a:pPr rtl="0"/>
            <a:r>
              <a:rPr lang="en-GB" sz="1200" dirty="0">
                <a:solidFill>
                  <a:schemeClr val="bg1"/>
                </a:solidFill>
                <a:effectLst/>
                <a:hlinkClick r:id="rId6" tooltip="https://www.youtube.com/@forvismazarsgroup">
                  <a:extLst>
                    <a:ext uri="{A12FA001-AC4F-418D-AE19-62706E023703}">
                      <ahyp:hlinkClr xmlns:ahyp="http://schemas.microsoft.com/office/drawing/2018/hyperlinkcolor" val="tx"/>
                    </a:ext>
                  </a:extLst>
                </a:hlinkClick>
              </a:rPr>
              <a:t>@ForvisMazarsGroup</a:t>
            </a:r>
            <a:endParaRPr lang="en-GB" sz="1200" dirty="0">
              <a:solidFill>
                <a:schemeClr val="bg1"/>
              </a:solidFill>
            </a:endParaRPr>
          </a:p>
        </p:txBody>
      </p:sp>
      <p:sp>
        <p:nvSpPr>
          <p:cNvPr id="5" name="TextBox 4">
            <a:extLst>
              <a:ext uri="{FF2B5EF4-FFF2-40B4-BE49-F238E27FC236}">
                <a16:creationId xmlns:a16="http://schemas.microsoft.com/office/drawing/2014/main" id="{1A6681F3-DF5C-9A79-C796-030CD88ED76D}"/>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grpSp>
        <p:nvGrpSpPr>
          <p:cNvPr id="9" name="Gruppieren 4">
            <a:extLst>
              <a:ext uri="{FF2B5EF4-FFF2-40B4-BE49-F238E27FC236}">
                <a16:creationId xmlns:a16="http://schemas.microsoft.com/office/drawing/2014/main" id="{16D7B7D0-CAA1-33E1-AC7F-493B661B6699}"/>
              </a:ext>
            </a:extLst>
          </p:cNvPr>
          <p:cNvGrpSpPr>
            <a:grpSpLocks noChangeAspect="1"/>
          </p:cNvGrpSpPr>
          <p:nvPr userDrawn="1"/>
        </p:nvGrpSpPr>
        <p:grpSpPr>
          <a:xfrm>
            <a:off x="10811963" y="6165234"/>
            <a:ext cx="1080000" cy="453765"/>
            <a:chOff x="1721984" y="2257682"/>
            <a:chExt cx="7247953" cy="3045250"/>
          </a:xfrm>
        </p:grpSpPr>
        <p:sp>
          <p:nvSpPr>
            <p:cNvPr id="11" name="Freihandform: Form 5">
              <a:extLst>
                <a:ext uri="{FF2B5EF4-FFF2-40B4-BE49-F238E27FC236}">
                  <a16:creationId xmlns:a16="http://schemas.microsoft.com/office/drawing/2014/main" id="{B0539D95-EAC1-D112-501B-3C51BC30F6FC}"/>
                </a:ext>
              </a:extLst>
            </p:cNvPr>
            <p:cNvSpPr/>
            <p:nvPr/>
          </p:nvSpPr>
          <p:spPr>
            <a:xfrm>
              <a:off x="1721984" y="4167798"/>
              <a:ext cx="1948179" cy="1135134"/>
            </a:xfrm>
            <a:custGeom>
              <a:avLst/>
              <a:gdLst>
                <a:gd name="connsiteX0" fmla="*/ 1948179 w 1948179"/>
                <a:gd name="connsiteY0" fmla="*/ 391066 h 1135134"/>
                <a:gd name="connsiteX1" fmla="*/ 1641834 w 1948179"/>
                <a:gd name="connsiteY1" fmla="*/ 0 h 1135134"/>
                <a:gd name="connsiteX2" fmla="*/ 1272508 w 1948179"/>
                <a:gd name="connsiteY2" fmla="*/ 302012 h 1135134"/>
                <a:gd name="connsiteX3" fmla="*/ 1257305 w 1948179"/>
                <a:gd name="connsiteY3" fmla="*/ 302012 h 1135134"/>
                <a:gd name="connsiteX4" fmla="*/ 955329 w 1948179"/>
                <a:gd name="connsiteY4" fmla="*/ 0 h 1135134"/>
                <a:gd name="connsiteX5" fmla="*/ 581633 w 1948179"/>
                <a:gd name="connsiteY5" fmla="*/ 312846 h 1135134"/>
                <a:gd name="connsiteX6" fmla="*/ 566177 w 1948179"/>
                <a:gd name="connsiteY6" fmla="*/ 312846 h 1135134"/>
                <a:gd name="connsiteX7" fmla="*/ 333646 w 1948179"/>
                <a:gd name="connsiteY7" fmla="*/ 28240 h 1135134"/>
                <a:gd name="connsiteX8" fmla="*/ 223972 w 1948179"/>
                <a:gd name="connsiteY8" fmla="*/ 10870 h 1135134"/>
                <a:gd name="connsiteX9" fmla="*/ 0 w 1948179"/>
                <a:gd name="connsiteY9" fmla="*/ 10870 h 1135134"/>
                <a:gd name="connsiteX10" fmla="*/ 0 w 1948179"/>
                <a:gd name="connsiteY10" fmla="*/ 257990 h 1135134"/>
                <a:gd name="connsiteX11" fmla="*/ 283991 w 1948179"/>
                <a:gd name="connsiteY11" fmla="*/ 258099 h 1135134"/>
                <a:gd name="connsiteX12" fmla="*/ 283991 w 1948179"/>
                <a:gd name="connsiteY12" fmla="*/ 1116717 h 1135134"/>
                <a:gd name="connsiteX13" fmla="*/ 585967 w 1948179"/>
                <a:gd name="connsiteY13" fmla="*/ 1116717 h 1135134"/>
                <a:gd name="connsiteX14" fmla="*/ 585967 w 1948179"/>
                <a:gd name="connsiteY14" fmla="*/ 562710 h 1135134"/>
                <a:gd name="connsiteX15" fmla="*/ 597342 w 1948179"/>
                <a:gd name="connsiteY15" fmla="*/ 466506 h 1135134"/>
                <a:gd name="connsiteX16" fmla="*/ 820592 w 1948179"/>
                <a:gd name="connsiteY16" fmla="*/ 254198 h 1135134"/>
                <a:gd name="connsiteX17" fmla="*/ 968330 w 1948179"/>
                <a:gd name="connsiteY17" fmla="*/ 473656 h 1135134"/>
                <a:gd name="connsiteX18" fmla="*/ 968330 w 1948179"/>
                <a:gd name="connsiteY18" fmla="*/ 1116753 h 1135134"/>
                <a:gd name="connsiteX19" fmla="*/ 1270305 w 1948179"/>
                <a:gd name="connsiteY19" fmla="*/ 1116753 h 1135134"/>
                <a:gd name="connsiteX20" fmla="*/ 1270305 w 1948179"/>
                <a:gd name="connsiteY20" fmla="*/ 549710 h 1135134"/>
                <a:gd name="connsiteX21" fmla="*/ 1511467 w 1948179"/>
                <a:gd name="connsiteY21" fmla="*/ 254234 h 1135134"/>
                <a:gd name="connsiteX22" fmla="*/ 1644001 w 1948179"/>
                <a:gd name="connsiteY22" fmla="*/ 473692 h 1135134"/>
                <a:gd name="connsiteX23" fmla="*/ 1644001 w 1948179"/>
                <a:gd name="connsiteY23" fmla="*/ 833231 h 1135134"/>
                <a:gd name="connsiteX24" fmla="*/ 1948179 w 1948179"/>
                <a:gd name="connsiteY24" fmla="*/ 1135135 h 1135134"/>
                <a:gd name="connsiteX25" fmla="*/ 1948179 w 1948179"/>
                <a:gd name="connsiteY25" fmla="*/ 391102 h 113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48179" h="1135134">
                  <a:moveTo>
                    <a:pt x="1948179" y="391066"/>
                  </a:moveTo>
                  <a:cubicBezTo>
                    <a:pt x="1948179" y="149904"/>
                    <a:pt x="1852589" y="0"/>
                    <a:pt x="1641834" y="0"/>
                  </a:cubicBezTo>
                  <a:cubicBezTo>
                    <a:pt x="1468023" y="0"/>
                    <a:pt x="1335489" y="108627"/>
                    <a:pt x="1272508" y="302012"/>
                  </a:cubicBezTo>
                  <a:lnTo>
                    <a:pt x="1257305" y="302012"/>
                  </a:lnTo>
                  <a:cubicBezTo>
                    <a:pt x="1239934" y="128201"/>
                    <a:pt x="1142141" y="0"/>
                    <a:pt x="955329" y="0"/>
                  </a:cubicBezTo>
                  <a:cubicBezTo>
                    <a:pt x="768517" y="0"/>
                    <a:pt x="640317" y="115128"/>
                    <a:pt x="581633" y="312846"/>
                  </a:cubicBezTo>
                  <a:lnTo>
                    <a:pt x="566177" y="312846"/>
                  </a:lnTo>
                  <a:cubicBezTo>
                    <a:pt x="527067" y="181539"/>
                    <a:pt x="455238" y="69770"/>
                    <a:pt x="333646" y="28240"/>
                  </a:cubicBezTo>
                  <a:cubicBezTo>
                    <a:pt x="300820" y="17009"/>
                    <a:pt x="264382" y="10870"/>
                    <a:pt x="223972" y="10870"/>
                  </a:cubicBezTo>
                  <a:lnTo>
                    <a:pt x="0" y="10870"/>
                  </a:lnTo>
                  <a:lnTo>
                    <a:pt x="0" y="257990"/>
                  </a:lnTo>
                  <a:lnTo>
                    <a:pt x="283991" y="258099"/>
                  </a:lnTo>
                  <a:lnTo>
                    <a:pt x="283991" y="1116717"/>
                  </a:lnTo>
                  <a:lnTo>
                    <a:pt x="585967" y="1116717"/>
                  </a:lnTo>
                  <a:lnTo>
                    <a:pt x="585967" y="562710"/>
                  </a:lnTo>
                  <a:cubicBezTo>
                    <a:pt x="586725" y="527536"/>
                    <a:pt x="590806" y="495613"/>
                    <a:pt x="597342" y="466506"/>
                  </a:cubicBezTo>
                  <a:cubicBezTo>
                    <a:pt x="629158" y="324727"/>
                    <a:pt x="723268" y="254198"/>
                    <a:pt x="820592" y="254198"/>
                  </a:cubicBezTo>
                  <a:cubicBezTo>
                    <a:pt x="917916" y="254198"/>
                    <a:pt x="968330" y="297642"/>
                    <a:pt x="968330" y="473656"/>
                  </a:cubicBezTo>
                  <a:lnTo>
                    <a:pt x="968330" y="1116753"/>
                  </a:lnTo>
                  <a:lnTo>
                    <a:pt x="1270305" y="1116753"/>
                  </a:lnTo>
                  <a:lnTo>
                    <a:pt x="1270305" y="549710"/>
                  </a:lnTo>
                  <a:cubicBezTo>
                    <a:pt x="1292045" y="330288"/>
                    <a:pt x="1405006" y="254234"/>
                    <a:pt x="1511467" y="254234"/>
                  </a:cubicBezTo>
                  <a:cubicBezTo>
                    <a:pt x="1617927" y="254234"/>
                    <a:pt x="1644001" y="328121"/>
                    <a:pt x="1644001" y="473692"/>
                  </a:cubicBezTo>
                  <a:lnTo>
                    <a:pt x="1644001" y="833231"/>
                  </a:lnTo>
                  <a:cubicBezTo>
                    <a:pt x="1644001" y="1005923"/>
                    <a:pt x="1755662" y="1125384"/>
                    <a:pt x="1948179" y="1135135"/>
                  </a:cubicBezTo>
                  <a:lnTo>
                    <a:pt x="1948179" y="391102"/>
                  </a:lnTo>
                  <a:close/>
                </a:path>
              </a:pathLst>
            </a:custGeom>
            <a:solidFill>
              <a:schemeClr val="bg1"/>
            </a:solidFill>
            <a:ln w="0" cap="flat">
              <a:noFill/>
              <a:prstDash val="solid"/>
              <a:miter/>
            </a:ln>
          </p:spPr>
          <p:txBody>
            <a:bodyPr rtlCol="0" anchor="ctr"/>
            <a:lstStyle/>
            <a:p>
              <a:endParaRPr lang="de-DE"/>
            </a:p>
          </p:txBody>
        </p:sp>
        <p:sp>
          <p:nvSpPr>
            <p:cNvPr id="12" name="Freihandform: Form 7">
              <a:extLst>
                <a:ext uri="{FF2B5EF4-FFF2-40B4-BE49-F238E27FC236}">
                  <a16:creationId xmlns:a16="http://schemas.microsoft.com/office/drawing/2014/main" id="{F9706EFB-E78A-458A-0FEE-96565A86EA35}"/>
                </a:ext>
              </a:extLst>
            </p:cNvPr>
            <p:cNvSpPr/>
            <p:nvPr/>
          </p:nvSpPr>
          <p:spPr>
            <a:xfrm>
              <a:off x="5035697" y="4193979"/>
              <a:ext cx="910332" cy="1088477"/>
            </a:xfrm>
            <a:custGeom>
              <a:avLst/>
              <a:gdLst>
                <a:gd name="connsiteX0" fmla="*/ 326785 w 910332"/>
                <a:gd name="connsiteY0" fmla="*/ 851469 h 1088477"/>
                <a:gd name="connsiteX1" fmla="*/ 897296 w 910332"/>
                <a:gd name="connsiteY1" fmla="*/ 235817 h 1088477"/>
                <a:gd name="connsiteX2" fmla="*/ 897296 w 910332"/>
                <a:gd name="connsiteY2" fmla="*/ 5381 h 1088477"/>
                <a:gd name="connsiteX3" fmla="*/ 897296 w 910332"/>
                <a:gd name="connsiteY3" fmla="*/ 5381 h 1088477"/>
                <a:gd name="connsiteX4" fmla="*/ 897296 w 910332"/>
                <a:gd name="connsiteY4" fmla="*/ 0 h 1088477"/>
                <a:gd name="connsiteX5" fmla="*/ 22535 w 910332"/>
                <a:gd name="connsiteY5" fmla="*/ 0 h 1088477"/>
                <a:gd name="connsiteX6" fmla="*/ 22535 w 910332"/>
                <a:gd name="connsiteY6" fmla="*/ 225958 h 1088477"/>
                <a:gd name="connsiteX7" fmla="*/ 600629 w 910332"/>
                <a:gd name="connsiteY7" fmla="*/ 225958 h 1088477"/>
                <a:gd name="connsiteX8" fmla="*/ 0 w 910332"/>
                <a:gd name="connsiteY8" fmla="*/ 868947 h 1088477"/>
                <a:gd name="connsiteX9" fmla="*/ 0 w 910332"/>
                <a:gd name="connsiteY9" fmla="*/ 1088477 h 1088477"/>
                <a:gd name="connsiteX10" fmla="*/ 910333 w 910332"/>
                <a:gd name="connsiteY10" fmla="*/ 1088477 h 1088477"/>
                <a:gd name="connsiteX11" fmla="*/ 910333 w 910332"/>
                <a:gd name="connsiteY11" fmla="*/ 851469 h 1088477"/>
                <a:gd name="connsiteX12" fmla="*/ 326785 w 910332"/>
                <a:gd name="connsiteY12" fmla="*/ 851469 h 108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0332" h="1088477">
                  <a:moveTo>
                    <a:pt x="326785" y="851469"/>
                  </a:moveTo>
                  <a:lnTo>
                    <a:pt x="897296" y="235817"/>
                  </a:lnTo>
                  <a:lnTo>
                    <a:pt x="897296" y="5381"/>
                  </a:lnTo>
                  <a:lnTo>
                    <a:pt x="897296" y="5381"/>
                  </a:lnTo>
                  <a:lnTo>
                    <a:pt x="897296" y="0"/>
                  </a:lnTo>
                  <a:lnTo>
                    <a:pt x="22535" y="0"/>
                  </a:lnTo>
                  <a:lnTo>
                    <a:pt x="22535" y="225958"/>
                  </a:lnTo>
                  <a:lnTo>
                    <a:pt x="600629" y="225958"/>
                  </a:lnTo>
                  <a:lnTo>
                    <a:pt x="0" y="868947"/>
                  </a:lnTo>
                  <a:lnTo>
                    <a:pt x="0" y="1088477"/>
                  </a:lnTo>
                  <a:lnTo>
                    <a:pt x="910333" y="1088477"/>
                  </a:lnTo>
                  <a:lnTo>
                    <a:pt x="910333" y="851469"/>
                  </a:lnTo>
                  <a:lnTo>
                    <a:pt x="326785" y="851469"/>
                  </a:lnTo>
                  <a:close/>
                </a:path>
              </a:pathLst>
            </a:custGeom>
            <a:solidFill>
              <a:schemeClr val="bg1"/>
            </a:solidFill>
            <a:ln w="0" cap="flat">
              <a:noFill/>
              <a:prstDash val="solid"/>
              <a:miter/>
            </a:ln>
          </p:spPr>
          <p:txBody>
            <a:bodyPr rtlCol="0" anchor="ctr"/>
            <a:lstStyle/>
            <a:p>
              <a:endParaRPr lang="de-DE"/>
            </a:p>
          </p:txBody>
        </p:sp>
        <p:sp>
          <p:nvSpPr>
            <p:cNvPr id="13" name="Freihandform: Form 9">
              <a:extLst>
                <a:ext uri="{FF2B5EF4-FFF2-40B4-BE49-F238E27FC236}">
                  <a16:creationId xmlns:a16="http://schemas.microsoft.com/office/drawing/2014/main" id="{34010E6E-22C6-BEF9-6EA3-87B4AE7D989F}"/>
                </a:ext>
              </a:extLst>
            </p:cNvPr>
            <p:cNvSpPr/>
            <p:nvPr/>
          </p:nvSpPr>
          <p:spPr>
            <a:xfrm>
              <a:off x="6099401" y="4169495"/>
              <a:ext cx="1028023" cy="1115344"/>
            </a:xfrm>
            <a:custGeom>
              <a:avLst/>
              <a:gdLst>
                <a:gd name="connsiteX0" fmla="*/ 670832 w 1028023"/>
                <a:gd name="connsiteY0" fmla="*/ 897368 h 1115344"/>
                <a:gd name="connsiteX1" fmla="*/ 328879 w 1028023"/>
                <a:gd name="connsiteY1" fmla="*/ 1115345 h 1115344"/>
                <a:gd name="connsiteX2" fmla="*/ 0 w 1028023"/>
                <a:gd name="connsiteY2" fmla="*/ 836373 h 1115344"/>
                <a:gd name="connsiteX3" fmla="*/ 389874 w 1028023"/>
                <a:gd name="connsiteY3" fmla="*/ 498754 h 1115344"/>
                <a:gd name="connsiteX4" fmla="*/ 668665 w 1028023"/>
                <a:gd name="connsiteY4" fmla="*/ 415984 h 1115344"/>
                <a:gd name="connsiteX5" fmla="*/ 668665 w 1028023"/>
                <a:gd name="connsiteY5" fmla="*/ 392041 h 1115344"/>
                <a:gd name="connsiteX6" fmla="*/ 483515 w 1028023"/>
                <a:gd name="connsiteY6" fmla="*/ 224333 h 1115344"/>
                <a:gd name="connsiteX7" fmla="*/ 235203 w 1028023"/>
                <a:gd name="connsiteY7" fmla="*/ 383338 h 1115344"/>
                <a:gd name="connsiteX8" fmla="*/ 8703 w 1028023"/>
                <a:gd name="connsiteY8" fmla="*/ 261349 h 1115344"/>
                <a:gd name="connsiteX9" fmla="*/ 513994 w 1028023"/>
                <a:gd name="connsiteY9" fmla="*/ 0 h 1115344"/>
                <a:gd name="connsiteX10" fmla="*/ 964863 w 1028023"/>
                <a:gd name="connsiteY10" fmla="*/ 409483 h 1115344"/>
                <a:gd name="connsiteX11" fmla="*/ 964863 w 1028023"/>
                <a:gd name="connsiteY11" fmla="*/ 762342 h 1115344"/>
                <a:gd name="connsiteX12" fmla="*/ 1028024 w 1028023"/>
                <a:gd name="connsiteY12" fmla="*/ 1112528 h 1115344"/>
                <a:gd name="connsiteX13" fmla="*/ 725290 w 1028023"/>
                <a:gd name="connsiteY13" fmla="*/ 1112528 h 1115344"/>
                <a:gd name="connsiteX14" fmla="*/ 670832 w 1028023"/>
                <a:gd name="connsiteY14" fmla="*/ 897404 h 1115344"/>
                <a:gd name="connsiteX15" fmla="*/ 676104 w 1028023"/>
                <a:gd name="connsiteY15" fmla="*/ 711603 h 1115344"/>
                <a:gd name="connsiteX16" fmla="*/ 676104 w 1028023"/>
                <a:gd name="connsiteY16" fmla="*/ 543715 h 1115344"/>
                <a:gd name="connsiteX17" fmla="*/ 676104 w 1028023"/>
                <a:gd name="connsiteY17" fmla="*/ 543715 h 1115344"/>
                <a:gd name="connsiteX18" fmla="*/ 532339 w 1028023"/>
                <a:gd name="connsiteY18" fmla="*/ 605468 h 1115344"/>
                <a:gd name="connsiteX19" fmla="*/ 308006 w 1028023"/>
                <a:gd name="connsiteY19" fmla="*/ 783468 h 1115344"/>
                <a:gd name="connsiteX20" fmla="*/ 440865 w 1028023"/>
                <a:gd name="connsiteY20" fmla="*/ 918494 h 1115344"/>
                <a:gd name="connsiteX21" fmla="*/ 676104 w 1028023"/>
                <a:gd name="connsiteY21" fmla="*/ 711567 h 111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8023" h="1115344">
                  <a:moveTo>
                    <a:pt x="670832" y="897368"/>
                  </a:moveTo>
                  <a:cubicBezTo>
                    <a:pt x="620093" y="1041639"/>
                    <a:pt x="485681" y="1115345"/>
                    <a:pt x="328879" y="1115345"/>
                  </a:cubicBezTo>
                  <a:cubicBezTo>
                    <a:pt x="119786" y="1115345"/>
                    <a:pt x="0" y="1017154"/>
                    <a:pt x="0" y="836373"/>
                  </a:cubicBezTo>
                  <a:cubicBezTo>
                    <a:pt x="0" y="629447"/>
                    <a:pt x="163374" y="544509"/>
                    <a:pt x="389874" y="498754"/>
                  </a:cubicBezTo>
                  <a:cubicBezTo>
                    <a:pt x="577191" y="459536"/>
                    <a:pt x="659962" y="439963"/>
                    <a:pt x="668665" y="415984"/>
                  </a:cubicBezTo>
                  <a:lnTo>
                    <a:pt x="668665" y="392041"/>
                  </a:lnTo>
                  <a:cubicBezTo>
                    <a:pt x="668665" y="287494"/>
                    <a:pt x="616410" y="224333"/>
                    <a:pt x="483515" y="224333"/>
                  </a:cubicBezTo>
                  <a:cubicBezTo>
                    <a:pt x="350619" y="224333"/>
                    <a:pt x="270052" y="302734"/>
                    <a:pt x="235203" y="383338"/>
                  </a:cubicBezTo>
                  <a:lnTo>
                    <a:pt x="8703" y="261349"/>
                  </a:lnTo>
                  <a:cubicBezTo>
                    <a:pt x="87104" y="100177"/>
                    <a:pt x="278791" y="0"/>
                    <a:pt x="513994" y="0"/>
                  </a:cubicBezTo>
                  <a:cubicBezTo>
                    <a:pt x="821098" y="0"/>
                    <a:pt x="964863" y="143729"/>
                    <a:pt x="964863" y="409483"/>
                  </a:cubicBezTo>
                  <a:lnTo>
                    <a:pt x="964863" y="762342"/>
                  </a:lnTo>
                  <a:cubicBezTo>
                    <a:pt x="964863" y="988841"/>
                    <a:pt x="991008" y="1082013"/>
                    <a:pt x="1028024" y="1112528"/>
                  </a:cubicBezTo>
                  <a:lnTo>
                    <a:pt x="725290" y="1112528"/>
                  </a:lnTo>
                  <a:cubicBezTo>
                    <a:pt x="699144" y="1088585"/>
                    <a:pt x="677368" y="1021560"/>
                    <a:pt x="670832" y="897404"/>
                  </a:cubicBezTo>
                  <a:close/>
                  <a:moveTo>
                    <a:pt x="676104" y="711603"/>
                  </a:moveTo>
                  <a:lnTo>
                    <a:pt x="676104" y="543715"/>
                  </a:lnTo>
                  <a:lnTo>
                    <a:pt x="676104" y="543715"/>
                  </a:lnTo>
                  <a:cubicBezTo>
                    <a:pt x="646564" y="571016"/>
                    <a:pt x="610776" y="581525"/>
                    <a:pt x="532339" y="605468"/>
                  </a:cubicBezTo>
                  <a:cubicBezTo>
                    <a:pt x="384241" y="646853"/>
                    <a:pt x="308006" y="685458"/>
                    <a:pt x="308006" y="783468"/>
                  </a:cubicBezTo>
                  <a:cubicBezTo>
                    <a:pt x="308006" y="870608"/>
                    <a:pt x="369001" y="918494"/>
                    <a:pt x="440865" y="918494"/>
                  </a:cubicBezTo>
                  <a:cubicBezTo>
                    <a:pt x="549782" y="918494"/>
                    <a:pt x="654328" y="837926"/>
                    <a:pt x="676104" y="711567"/>
                  </a:cubicBezTo>
                  <a:close/>
                </a:path>
              </a:pathLst>
            </a:custGeom>
            <a:solidFill>
              <a:schemeClr val="bg1"/>
            </a:solidFill>
            <a:ln w="0" cap="flat">
              <a:noFill/>
              <a:prstDash val="solid"/>
              <a:miter/>
            </a:ln>
          </p:spPr>
          <p:txBody>
            <a:bodyPr rtlCol="0" anchor="ctr"/>
            <a:lstStyle/>
            <a:p>
              <a:endParaRPr lang="de-DE"/>
            </a:p>
          </p:txBody>
        </p:sp>
        <p:sp>
          <p:nvSpPr>
            <p:cNvPr id="14" name="Freihandform: Form 11">
              <a:extLst>
                <a:ext uri="{FF2B5EF4-FFF2-40B4-BE49-F238E27FC236}">
                  <a16:creationId xmlns:a16="http://schemas.microsoft.com/office/drawing/2014/main" id="{C70C816D-E76D-EE5F-241F-10705C3D5FAB}"/>
                </a:ext>
              </a:extLst>
            </p:cNvPr>
            <p:cNvSpPr/>
            <p:nvPr/>
          </p:nvSpPr>
          <p:spPr>
            <a:xfrm>
              <a:off x="4301487" y="2782401"/>
              <a:ext cx="1066448" cy="1110650"/>
            </a:xfrm>
            <a:custGeom>
              <a:avLst/>
              <a:gdLst>
                <a:gd name="connsiteX0" fmla="*/ 0 w 1066448"/>
                <a:gd name="connsiteY0" fmla="*/ 556390 h 1110650"/>
                <a:gd name="connsiteX1" fmla="*/ 541657 w 1066448"/>
                <a:gd name="connsiteY1" fmla="*/ 0 h 1110650"/>
                <a:gd name="connsiteX2" fmla="*/ 1066448 w 1066448"/>
                <a:gd name="connsiteY2" fmla="*/ 545846 h 1110650"/>
                <a:gd name="connsiteX3" fmla="*/ 526923 w 1066448"/>
                <a:gd name="connsiteY3" fmla="*/ 1110650 h 1110650"/>
                <a:gd name="connsiteX4" fmla="*/ 36 w 1066448"/>
                <a:gd name="connsiteY4" fmla="*/ 556354 h 1110650"/>
                <a:gd name="connsiteX5" fmla="*/ 765051 w 1066448"/>
                <a:gd name="connsiteY5" fmla="*/ 550071 h 1110650"/>
                <a:gd name="connsiteX6" fmla="*/ 537431 w 1066448"/>
                <a:gd name="connsiteY6" fmla="*/ 216569 h 1110650"/>
                <a:gd name="connsiteX7" fmla="*/ 305587 w 1066448"/>
                <a:gd name="connsiteY7" fmla="*/ 547976 h 1110650"/>
                <a:gd name="connsiteX8" fmla="*/ 528981 w 1066448"/>
                <a:gd name="connsiteY8" fmla="*/ 892023 h 1110650"/>
                <a:gd name="connsiteX9" fmla="*/ 765051 w 1066448"/>
                <a:gd name="connsiteY9" fmla="*/ 550071 h 111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448" h="1110650">
                  <a:moveTo>
                    <a:pt x="0" y="556390"/>
                  </a:moveTo>
                  <a:cubicBezTo>
                    <a:pt x="0" y="238164"/>
                    <a:pt x="198115" y="0"/>
                    <a:pt x="541657" y="0"/>
                  </a:cubicBezTo>
                  <a:cubicBezTo>
                    <a:pt x="885198" y="0"/>
                    <a:pt x="1066448" y="214980"/>
                    <a:pt x="1066448" y="545846"/>
                  </a:cubicBezTo>
                  <a:cubicBezTo>
                    <a:pt x="1066448" y="876711"/>
                    <a:pt x="868333" y="1110650"/>
                    <a:pt x="526923" y="1110650"/>
                  </a:cubicBezTo>
                  <a:cubicBezTo>
                    <a:pt x="185512" y="1110650"/>
                    <a:pt x="36" y="893576"/>
                    <a:pt x="36" y="556354"/>
                  </a:cubicBezTo>
                  <a:close/>
                  <a:moveTo>
                    <a:pt x="765051" y="550071"/>
                  </a:moveTo>
                  <a:cubicBezTo>
                    <a:pt x="765051" y="335091"/>
                    <a:pt x="689177" y="216569"/>
                    <a:pt x="537431" y="216569"/>
                  </a:cubicBezTo>
                  <a:cubicBezTo>
                    <a:pt x="385685" y="216569"/>
                    <a:pt x="305587" y="335127"/>
                    <a:pt x="305587" y="547976"/>
                  </a:cubicBezTo>
                  <a:cubicBezTo>
                    <a:pt x="305587" y="760825"/>
                    <a:pt x="379329" y="892023"/>
                    <a:pt x="528981" y="892023"/>
                  </a:cubicBezTo>
                  <a:cubicBezTo>
                    <a:pt x="678633" y="892023"/>
                    <a:pt x="765051" y="769276"/>
                    <a:pt x="765051" y="550071"/>
                  </a:cubicBezTo>
                  <a:close/>
                </a:path>
              </a:pathLst>
            </a:custGeom>
            <a:solidFill>
              <a:schemeClr val="bg1"/>
            </a:solidFill>
            <a:ln w="0" cap="flat">
              <a:noFill/>
              <a:prstDash val="solid"/>
              <a:miter/>
            </a:ln>
          </p:spPr>
          <p:txBody>
            <a:bodyPr rtlCol="0" anchor="ctr"/>
            <a:lstStyle/>
            <a:p>
              <a:endParaRPr lang="de-DE"/>
            </a:p>
          </p:txBody>
        </p:sp>
        <p:sp>
          <p:nvSpPr>
            <p:cNvPr id="15" name="Freihandform: Form 12">
              <a:extLst>
                <a:ext uri="{FF2B5EF4-FFF2-40B4-BE49-F238E27FC236}">
                  <a16:creationId xmlns:a16="http://schemas.microsoft.com/office/drawing/2014/main" id="{36933F0A-6333-CAB5-C05B-694D2354C4F2}"/>
                </a:ext>
              </a:extLst>
            </p:cNvPr>
            <p:cNvSpPr/>
            <p:nvPr/>
          </p:nvSpPr>
          <p:spPr>
            <a:xfrm>
              <a:off x="6410838" y="2808294"/>
              <a:ext cx="1066231" cy="1086021"/>
            </a:xfrm>
            <a:custGeom>
              <a:avLst/>
              <a:gdLst>
                <a:gd name="connsiteX0" fmla="*/ 0 w 1066231"/>
                <a:gd name="connsiteY0" fmla="*/ 1228 h 1086021"/>
                <a:gd name="connsiteX1" fmla="*/ 283955 w 1066231"/>
                <a:gd name="connsiteY1" fmla="*/ 1228 h 1086021"/>
                <a:gd name="connsiteX2" fmla="*/ 526381 w 1066231"/>
                <a:gd name="connsiteY2" fmla="*/ 790691 h 1086021"/>
                <a:gd name="connsiteX3" fmla="*/ 539381 w 1066231"/>
                <a:gd name="connsiteY3" fmla="*/ 790691 h 1086021"/>
                <a:gd name="connsiteX4" fmla="*/ 777545 w 1066231"/>
                <a:gd name="connsiteY4" fmla="*/ 0 h 1086021"/>
                <a:gd name="connsiteX5" fmla="*/ 1066232 w 1066231"/>
                <a:gd name="connsiteY5" fmla="*/ 0 h 1086021"/>
                <a:gd name="connsiteX6" fmla="*/ 675346 w 1066231"/>
                <a:gd name="connsiteY6" fmla="*/ 1086021 h 1086021"/>
                <a:gd name="connsiteX7" fmla="*/ 394821 w 1066231"/>
                <a:gd name="connsiteY7" fmla="*/ 1084866 h 1086021"/>
                <a:gd name="connsiteX8" fmla="*/ 0 w 1066231"/>
                <a:gd name="connsiteY8" fmla="*/ 1228 h 108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231" h="1086021">
                  <a:moveTo>
                    <a:pt x="0" y="1228"/>
                  </a:moveTo>
                  <a:lnTo>
                    <a:pt x="283955" y="1228"/>
                  </a:lnTo>
                  <a:lnTo>
                    <a:pt x="526381" y="790691"/>
                  </a:lnTo>
                  <a:lnTo>
                    <a:pt x="539381" y="790691"/>
                  </a:lnTo>
                  <a:lnTo>
                    <a:pt x="777545" y="0"/>
                  </a:lnTo>
                  <a:lnTo>
                    <a:pt x="1066232" y="0"/>
                  </a:lnTo>
                  <a:lnTo>
                    <a:pt x="675346" y="1086021"/>
                  </a:lnTo>
                  <a:lnTo>
                    <a:pt x="394821" y="1084866"/>
                  </a:lnTo>
                  <a:lnTo>
                    <a:pt x="0" y="1228"/>
                  </a:lnTo>
                  <a:close/>
                </a:path>
              </a:pathLst>
            </a:custGeom>
            <a:solidFill>
              <a:schemeClr val="bg1"/>
            </a:solidFill>
            <a:ln w="0" cap="flat">
              <a:noFill/>
              <a:prstDash val="solid"/>
              <a:miter/>
            </a:ln>
          </p:spPr>
          <p:txBody>
            <a:bodyPr rtlCol="0" anchor="ctr"/>
            <a:lstStyle/>
            <a:p>
              <a:endParaRPr lang="de-DE"/>
            </a:p>
          </p:txBody>
        </p:sp>
        <p:sp>
          <p:nvSpPr>
            <p:cNvPr id="16" name="Freihandform: Form 13">
              <a:extLst>
                <a:ext uri="{FF2B5EF4-FFF2-40B4-BE49-F238E27FC236}">
                  <a16:creationId xmlns:a16="http://schemas.microsoft.com/office/drawing/2014/main" id="{D8A7E05E-2624-3141-586F-6F47645A53B6}"/>
                </a:ext>
              </a:extLst>
            </p:cNvPr>
            <p:cNvSpPr/>
            <p:nvPr/>
          </p:nvSpPr>
          <p:spPr>
            <a:xfrm>
              <a:off x="3393430" y="2257682"/>
              <a:ext cx="851865" cy="1636633"/>
            </a:xfrm>
            <a:custGeom>
              <a:avLst/>
              <a:gdLst>
                <a:gd name="connsiteX0" fmla="*/ 561374 w 851865"/>
                <a:gd name="connsiteY0" fmla="*/ 396700 h 1636633"/>
                <a:gd name="connsiteX1" fmla="*/ 717454 w 851865"/>
                <a:gd name="connsiteY1" fmla="*/ 227619 h 1636633"/>
                <a:gd name="connsiteX2" fmla="*/ 851866 w 851865"/>
                <a:gd name="connsiteY2" fmla="*/ 247120 h 1636633"/>
                <a:gd name="connsiteX3" fmla="*/ 851866 w 851865"/>
                <a:gd name="connsiteY3" fmla="*/ 26001 h 1636633"/>
                <a:gd name="connsiteX4" fmla="*/ 648117 w 851865"/>
                <a:gd name="connsiteY4" fmla="*/ 0 h 1636633"/>
                <a:gd name="connsiteX5" fmla="*/ 277419 w 851865"/>
                <a:gd name="connsiteY5" fmla="*/ 381496 h 1636633"/>
                <a:gd name="connsiteX6" fmla="*/ 277419 w 851865"/>
                <a:gd name="connsiteY6" fmla="*/ 550576 h 1636633"/>
                <a:gd name="connsiteX7" fmla="*/ 85226 w 851865"/>
                <a:gd name="connsiteY7" fmla="*/ 550576 h 1636633"/>
                <a:gd name="connsiteX8" fmla="*/ 0 w 851865"/>
                <a:gd name="connsiteY8" fmla="*/ 784696 h 1636633"/>
                <a:gd name="connsiteX9" fmla="*/ 277419 w 851865"/>
                <a:gd name="connsiteY9" fmla="*/ 784696 h 1636633"/>
                <a:gd name="connsiteX10" fmla="*/ 277419 w 851865"/>
                <a:gd name="connsiteY10" fmla="*/ 1636634 h 1636633"/>
                <a:gd name="connsiteX11" fmla="*/ 561410 w 851865"/>
                <a:gd name="connsiteY11" fmla="*/ 1636634 h 1636633"/>
                <a:gd name="connsiteX12" fmla="*/ 561410 w 851865"/>
                <a:gd name="connsiteY12" fmla="*/ 767831 h 1636633"/>
                <a:gd name="connsiteX13" fmla="*/ 552743 w 851865"/>
                <a:gd name="connsiteY13" fmla="*/ 784732 h 1636633"/>
                <a:gd name="connsiteX14" fmla="*/ 822650 w 851865"/>
                <a:gd name="connsiteY14" fmla="*/ 784732 h 1636633"/>
                <a:gd name="connsiteX15" fmla="*/ 822650 w 851865"/>
                <a:gd name="connsiteY15" fmla="*/ 550612 h 1636633"/>
                <a:gd name="connsiteX16" fmla="*/ 552743 w 851865"/>
                <a:gd name="connsiteY16" fmla="*/ 550612 h 1636633"/>
                <a:gd name="connsiteX17" fmla="*/ 561410 w 851865"/>
                <a:gd name="connsiteY17" fmla="*/ 585281 h 1636633"/>
                <a:gd name="connsiteX18" fmla="*/ 561410 w 851865"/>
                <a:gd name="connsiteY18" fmla="*/ 396700 h 163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1865" h="1636633">
                  <a:moveTo>
                    <a:pt x="561374" y="396700"/>
                  </a:moveTo>
                  <a:cubicBezTo>
                    <a:pt x="561374" y="273157"/>
                    <a:pt x="602543" y="227619"/>
                    <a:pt x="717454" y="227619"/>
                  </a:cubicBezTo>
                  <a:cubicBezTo>
                    <a:pt x="769492" y="227619"/>
                    <a:pt x="814995" y="236286"/>
                    <a:pt x="851866" y="247120"/>
                  </a:cubicBezTo>
                  <a:lnTo>
                    <a:pt x="851866" y="26001"/>
                  </a:lnTo>
                  <a:cubicBezTo>
                    <a:pt x="810697" y="15167"/>
                    <a:pt x="758658" y="0"/>
                    <a:pt x="648117" y="0"/>
                  </a:cubicBezTo>
                  <a:cubicBezTo>
                    <a:pt x="403164" y="0"/>
                    <a:pt x="277419" y="145246"/>
                    <a:pt x="277419" y="381496"/>
                  </a:cubicBezTo>
                  <a:lnTo>
                    <a:pt x="277419" y="550576"/>
                  </a:lnTo>
                  <a:lnTo>
                    <a:pt x="85226" y="550576"/>
                  </a:lnTo>
                  <a:lnTo>
                    <a:pt x="0" y="784696"/>
                  </a:lnTo>
                  <a:lnTo>
                    <a:pt x="277419" y="784696"/>
                  </a:lnTo>
                  <a:lnTo>
                    <a:pt x="277419" y="1636634"/>
                  </a:lnTo>
                  <a:lnTo>
                    <a:pt x="561410" y="1636634"/>
                  </a:lnTo>
                  <a:lnTo>
                    <a:pt x="561410" y="767831"/>
                  </a:lnTo>
                  <a:lnTo>
                    <a:pt x="552743" y="784732"/>
                  </a:lnTo>
                  <a:lnTo>
                    <a:pt x="822650" y="784732"/>
                  </a:lnTo>
                  <a:lnTo>
                    <a:pt x="822650" y="550612"/>
                  </a:lnTo>
                  <a:lnTo>
                    <a:pt x="552743" y="550612"/>
                  </a:lnTo>
                  <a:lnTo>
                    <a:pt x="561410" y="585281"/>
                  </a:lnTo>
                  <a:lnTo>
                    <a:pt x="561410" y="396700"/>
                  </a:lnTo>
                  <a:close/>
                </a:path>
              </a:pathLst>
            </a:custGeom>
            <a:solidFill>
              <a:schemeClr val="bg1"/>
            </a:solidFill>
            <a:ln w="0" cap="flat">
              <a:noFill/>
              <a:prstDash val="solid"/>
              <a:miter/>
            </a:ln>
          </p:spPr>
          <p:txBody>
            <a:bodyPr rtlCol="0" anchor="ctr"/>
            <a:lstStyle/>
            <a:p>
              <a:endParaRPr lang="de-DE"/>
            </a:p>
          </p:txBody>
        </p:sp>
        <p:sp>
          <p:nvSpPr>
            <p:cNvPr id="17" name="Freihandform: Form 14">
              <a:extLst>
                <a:ext uri="{FF2B5EF4-FFF2-40B4-BE49-F238E27FC236}">
                  <a16:creationId xmlns:a16="http://schemas.microsoft.com/office/drawing/2014/main" id="{42AB227D-AD87-0D4E-7CEC-D0941E4CDF1B}"/>
                </a:ext>
              </a:extLst>
            </p:cNvPr>
            <p:cNvSpPr/>
            <p:nvPr/>
          </p:nvSpPr>
          <p:spPr>
            <a:xfrm>
              <a:off x="5437019" y="2809522"/>
              <a:ext cx="840273" cy="1083529"/>
            </a:xfrm>
            <a:custGeom>
              <a:avLst/>
              <a:gdLst>
                <a:gd name="connsiteX0" fmla="*/ 826190 w 840273"/>
                <a:gd name="connsiteY0" fmla="*/ 2492 h 1083529"/>
                <a:gd name="connsiteX1" fmla="*/ 462100 w 840273"/>
                <a:gd name="connsiteY1" fmla="*/ 341700 h 1083529"/>
                <a:gd name="connsiteX2" fmla="*/ 453108 w 840273"/>
                <a:gd name="connsiteY2" fmla="*/ 341772 h 1083529"/>
                <a:gd name="connsiteX3" fmla="*/ 464158 w 840273"/>
                <a:gd name="connsiteY3" fmla="*/ 154780 h 1083529"/>
                <a:gd name="connsiteX4" fmla="*/ 463870 w 840273"/>
                <a:gd name="connsiteY4" fmla="*/ 0 h 1083529"/>
                <a:gd name="connsiteX5" fmla="*/ 82410 w 840273"/>
                <a:gd name="connsiteY5" fmla="*/ 0 h 1083529"/>
                <a:gd name="connsiteX6" fmla="*/ 0 w 840273"/>
                <a:gd name="connsiteY6" fmla="*/ 224875 h 1083529"/>
                <a:gd name="connsiteX7" fmla="*/ 212849 w 840273"/>
                <a:gd name="connsiteY7" fmla="*/ 224875 h 1083529"/>
                <a:gd name="connsiteX8" fmla="*/ 212849 w 840273"/>
                <a:gd name="connsiteY8" fmla="*/ 1083530 h 1083529"/>
                <a:gd name="connsiteX9" fmla="*/ 488535 w 840273"/>
                <a:gd name="connsiteY9" fmla="*/ 1083530 h 1083529"/>
                <a:gd name="connsiteX10" fmla="*/ 488535 w 840273"/>
                <a:gd name="connsiteY10" fmla="*/ 684266 h 1083529"/>
                <a:gd name="connsiteX11" fmla="*/ 760970 w 840273"/>
                <a:gd name="connsiteY11" fmla="*/ 332708 h 1083529"/>
                <a:gd name="connsiteX12" fmla="*/ 840274 w 840273"/>
                <a:gd name="connsiteY12" fmla="*/ 332708 h 1083529"/>
                <a:gd name="connsiteX13" fmla="*/ 840274 w 840273"/>
                <a:gd name="connsiteY13" fmla="*/ 2456 h 1083529"/>
                <a:gd name="connsiteX14" fmla="*/ 826153 w 840273"/>
                <a:gd name="connsiteY14" fmla="*/ 2456 h 108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0273" h="1083529">
                  <a:moveTo>
                    <a:pt x="826190" y="2492"/>
                  </a:moveTo>
                  <a:cubicBezTo>
                    <a:pt x="640786" y="2492"/>
                    <a:pt x="490918" y="119786"/>
                    <a:pt x="462100" y="341700"/>
                  </a:cubicBezTo>
                  <a:lnTo>
                    <a:pt x="453108" y="341772"/>
                  </a:lnTo>
                  <a:lnTo>
                    <a:pt x="464158" y="154780"/>
                  </a:lnTo>
                  <a:lnTo>
                    <a:pt x="463870" y="0"/>
                  </a:lnTo>
                  <a:lnTo>
                    <a:pt x="82410" y="0"/>
                  </a:lnTo>
                  <a:lnTo>
                    <a:pt x="0" y="224875"/>
                  </a:lnTo>
                  <a:lnTo>
                    <a:pt x="212849" y="224875"/>
                  </a:lnTo>
                  <a:lnTo>
                    <a:pt x="212849" y="1083530"/>
                  </a:lnTo>
                  <a:lnTo>
                    <a:pt x="488535" y="1083530"/>
                  </a:lnTo>
                  <a:lnTo>
                    <a:pt x="488535" y="684266"/>
                  </a:lnTo>
                  <a:cubicBezTo>
                    <a:pt x="488535" y="440432"/>
                    <a:pt x="517894" y="332708"/>
                    <a:pt x="760970" y="332708"/>
                  </a:cubicBezTo>
                  <a:lnTo>
                    <a:pt x="840274" y="332708"/>
                  </a:lnTo>
                  <a:lnTo>
                    <a:pt x="840274" y="2456"/>
                  </a:lnTo>
                  <a:lnTo>
                    <a:pt x="826153" y="2456"/>
                  </a:lnTo>
                  <a:close/>
                </a:path>
              </a:pathLst>
            </a:custGeom>
            <a:solidFill>
              <a:schemeClr val="bg1"/>
            </a:solidFill>
            <a:ln w="0" cap="flat">
              <a:noFill/>
              <a:prstDash val="solid"/>
              <a:miter/>
            </a:ln>
          </p:spPr>
          <p:txBody>
            <a:bodyPr rtlCol="0" anchor="ctr"/>
            <a:lstStyle/>
            <a:p>
              <a:endParaRPr lang="de-DE"/>
            </a:p>
          </p:txBody>
        </p:sp>
        <p:sp>
          <p:nvSpPr>
            <p:cNvPr id="18" name="Freihandform: Form 15">
              <a:extLst>
                <a:ext uri="{FF2B5EF4-FFF2-40B4-BE49-F238E27FC236}">
                  <a16:creationId xmlns:a16="http://schemas.microsoft.com/office/drawing/2014/main" id="{870A1391-2DA3-17F9-FE0D-78C16DFB2E1D}"/>
                </a:ext>
              </a:extLst>
            </p:cNvPr>
            <p:cNvSpPr/>
            <p:nvPr/>
          </p:nvSpPr>
          <p:spPr>
            <a:xfrm>
              <a:off x="7188817" y="4190765"/>
              <a:ext cx="848471" cy="1094074"/>
            </a:xfrm>
            <a:custGeom>
              <a:avLst/>
              <a:gdLst>
                <a:gd name="connsiteX0" fmla="*/ 834171 w 848471"/>
                <a:gd name="connsiteY0" fmla="*/ 2528 h 1094074"/>
                <a:gd name="connsiteX1" fmla="*/ 466542 w 848471"/>
                <a:gd name="connsiteY1" fmla="*/ 345022 h 1094074"/>
                <a:gd name="connsiteX2" fmla="*/ 457478 w 848471"/>
                <a:gd name="connsiteY2" fmla="*/ 345094 h 1094074"/>
                <a:gd name="connsiteX3" fmla="*/ 468636 w 848471"/>
                <a:gd name="connsiteY3" fmla="*/ 156296 h 1094074"/>
                <a:gd name="connsiteX4" fmla="*/ 468348 w 848471"/>
                <a:gd name="connsiteY4" fmla="*/ 0 h 1094074"/>
                <a:gd name="connsiteX5" fmla="*/ 83204 w 848471"/>
                <a:gd name="connsiteY5" fmla="*/ 0 h 1094074"/>
                <a:gd name="connsiteX6" fmla="*/ 0 w 848471"/>
                <a:gd name="connsiteY6" fmla="*/ 227078 h 1094074"/>
                <a:gd name="connsiteX7" fmla="*/ 214944 w 848471"/>
                <a:gd name="connsiteY7" fmla="*/ 227078 h 1094074"/>
                <a:gd name="connsiteX8" fmla="*/ 214944 w 848471"/>
                <a:gd name="connsiteY8" fmla="*/ 1094075 h 1094074"/>
                <a:gd name="connsiteX9" fmla="*/ 493302 w 848471"/>
                <a:gd name="connsiteY9" fmla="*/ 1094075 h 1094074"/>
                <a:gd name="connsiteX10" fmla="*/ 493302 w 848471"/>
                <a:gd name="connsiteY10" fmla="*/ 690911 h 1094074"/>
                <a:gd name="connsiteX11" fmla="*/ 768409 w 848471"/>
                <a:gd name="connsiteY11" fmla="*/ 335958 h 1094074"/>
                <a:gd name="connsiteX12" fmla="*/ 848471 w 848471"/>
                <a:gd name="connsiteY12" fmla="*/ 335958 h 1094074"/>
                <a:gd name="connsiteX13" fmla="*/ 848471 w 848471"/>
                <a:gd name="connsiteY13" fmla="*/ 2528 h 1094074"/>
                <a:gd name="connsiteX14" fmla="*/ 834207 w 848471"/>
                <a:gd name="connsiteY14" fmla="*/ 2528 h 109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8471" h="1094074">
                  <a:moveTo>
                    <a:pt x="834171" y="2528"/>
                  </a:moveTo>
                  <a:cubicBezTo>
                    <a:pt x="646962" y="2528"/>
                    <a:pt x="495649" y="120942"/>
                    <a:pt x="466542" y="345022"/>
                  </a:cubicBezTo>
                  <a:lnTo>
                    <a:pt x="457478" y="345094"/>
                  </a:lnTo>
                  <a:lnTo>
                    <a:pt x="468636" y="156296"/>
                  </a:lnTo>
                  <a:lnTo>
                    <a:pt x="468348" y="0"/>
                  </a:lnTo>
                  <a:lnTo>
                    <a:pt x="83204" y="0"/>
                  </a:lnTo>
                  <a:lnTo>
                    <a:pt x="0" y="227078"/>
                  </a:lnTo>
                  <a:lnTo>
                    <a:pt x="214944" y="227078"/>
                  </a:lnTo>
                  <a:lnTo>
                    <a:pt x="214944" y="1094075"/>
                  </a:lnTo>
                  <a:lnTo>
                    <a:pt x="493302" y="1094075"/>
                  </a:lnTo>
                  <a:lnTo>
                    <a:pt x="493302" y="690911"/>
                  </a:lnTo>
                  <a:cubicBezTo>
                    <a:pt x="493302" y="444730"/>
                    <a:pt x="522950" y="335958"/>
                    <a:pt x="768409" y="335958"/>
                  </a:cubicBezTo>
                  <a:lnTo>
                    <a:pt x="848471" y="335958"/>
                  </a:lnTo>
                  <a:lnTo>
                    <a:pt x="848471" y="2528"/>
                  </a:lnTo>
                  <a:lnTo>
                    <a:pt x="834207" y="2528"/>
                  </a:lnTo>
                  <a:close/>
                </a:path>
              </a:pathLst>
            </a:custGeom>
            <a:solidFill>
              <a:schemeClr val="bg1"/>
            </a:solidFill>
            <a:ln w="0" cap="flat">
              <a:noFill/>
              <a:prstDash val="solid"/>
              <a:miter/>
            </a:ln>
          </p:spPr>
          <p:txBody>
            <a:bodyPr rtlCol="0" anchor="ctr"/>
            <a:lstStyle/>
            <a:p>
              <a:endParaRPr lang="de-DE"/>
            </a:p>
          </p:txBody>
        </p:sp>
        <p:sp>
          <p:nvSpPr>
            <p:cNvPr id="19" name="Freihandform: Form 16">
              <a:extLst>
                <a:ext uri="{FF2B5EF4-FFF2-40B4-BE49-F238E27FC236}">
                  <a16:creationId xmlns:a16="http://schemas.microsoft.com/office/drawing/2014/main" id="{BCC3DA37-6B18-A1DB-B978-EE6DAAEC5E34}"/>
                </a:ext>
              </a:extLst>
            </p:cNvPr>
            <p:cNvSpPr/>
            <p:nvPr/>
          </p:nvSpPr>
          <p:spPr>
            <a:xfrm>
              <a:off x="7359955" y="2808294"/>
              <a:ext cx="682026" cy="1086021"/>
            </a:xfrm>
            <a:custGeom>
              <a:avLst/>
              <a:gdLst>
                <a:gd name="connsiteX0" fmla="*/ 0 w 682026"/>
                <a:gd name="connsiteY0" fmla="*/ 1086021 h 1086021"/>
                <a:gd name="connsiteX1" fmla="*/ 286772 w 682026"/>
                <a:gd name="connsiteY1" fmla="*/ 1086021 h 1086021"/>
                <a:gd name="connsiteX2" fmla="*/ 682027 w 682026"/>
                <a:gd name="connsiteY2" fmla="*/ 0 h 1086021"/>
                <a:gd name="connsiteX3" fmla="*/ 395291 w 682026"/>
                <a:gd name="connsiteY3" fmla="*/ 0 h 1086021"/>
                <a:gd name="connsiteX4" fmla="*/ 0 w 682026"/>
                <a:gd name="connsiteY4" fmla="*/ 1086021 h 108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026" h="1086021">
                  <a:moveTo>
                    <a:pt x="0" y="1086021"/>
                  </a:moveTo>
                  <a:lnTo>
                    <a:pt x="286772" y="1086021"/>
                  </a:lnTo>
                  <a:lnTo>
                    <a:pt x="682027" y="0"/>
                  </a:lnTo>
                  <a:lnTo>
                    <a:pt x="395291" y="0"/>
                  </a:lnTo>
                  <a:lnTo>
                    <a:pt x="0" y="1086021"/>
                  </a:lnTo>
                  <a:close/>
                </a:path>
              </a:pathLst>
            </a:custGeom>
            <a:solidFill>
              <a:schemeClr val="bg1"/>
            </a:solidFill>
            <a:ln w="0" cap="flat">
              <a:noFill/>
              <a:prstDash val="solid"/>
              <a:miter/>
            </a:ln>
          </p:spPr>
          <p:txBody>
            <a:bodyPr rtlCol="0" anchor="ctr"/>
            <a:lstStyle/>
            <a:p>
              <a:endParaRPr lang="de-DE"/>
            </a:p>
          </p:txBody>
        </p:sp>
        <p:sp>
          <p:nvSpPr>
            <p:cNvPr id="20" name="Freihandform: Form 17">
              <a:extLst>
                <a:ext uri="{FF2B5EF4-FFF2-40B4-BE49-F238E27FC236}">
                  <a16:creationId xmlns:a16="http://schemas.microsoft.com/office/drawing/2014/main" id="{673CABE2-3A8F-C76B-E245-E39DAE083787}"/>
                </a:ext>
              </a:extLst>
            </p:cNvPr>
            <p:cNvSpPr/>
            <p:nvPr/>
          </p:nvSpPr>
          <p:spPr>
            <a:xfrm>
              <a:off x="3838015" y="4167870"/>
              <a:ext cx="1029649" cy="1116969"/>
            </a:xfrm>
            <a:custGeom>
              <a:avLst/>
              <a:gdLst>
                <a:gd name="connsiteX0" fmla="*/ 671879 w 1029649"/>
                <a:gd name="connsiteY0" fmla="*/ 898668 h 1116969"/>
                <a:gd name="connsiteX1" fmla="*/ 329385 w 1029649"/>
                <a:gd name="connsiteY1" fmla="*/ 1116970 h 1116969"/>
                <a:gd name="connsiteX2" fmla="*/ 0 w 1029649"/>
                <a:gd name="connsiteY2" fmla="*/ 837601 h 1116969"/>
                <a:gd name="connsiteX3" fmla="*/ 390452 w 1029649"/>
                <a:gd name="connsiteY3" fmla="*/ 499477 h 1116969"/>
                <a:gd name="connsiteX4" fmla="*/ 669676 w 1029649"/>
                <a:gd name="connsiteY4" fmla="*/ 416598 h 1116969"/>
                <a:gd name="connsiteX5" fmla="*/ 669676 w 1029649"/>
                <a:gd name="connsiteY5" fmla="*/ 392619 h 1116969"/>
                <a:gd name="connsiteX6" fmla="*/ 484273 w 1029649"/>
                <a:gd name="connsiteY6" fmla="*/ 224658 h 1116969"/>
                <a:gd name="connsiteX7" fmla="*/ 235600 w 1029649"/>
                <a:gd name="connsiteY7" fmla="*/ 383916 h 1116969"/>
                <a:gd name="connsiteX8" fmla="*/ 8739 w 1029649"/>
                <a:gd name="connsiteY8" fmla="*/ 261746 h 1116969"/>
                <a:gd name="connsiteX9" fmla="*/ 514825 w 1029649"/>
                <a:gd name="connsiteY9" fmla="*/ 0 h 1116969"/>
                <a:gd name="connsiteX10" fmla="*/ 966379 w 1029649"/>
                <a:gd name="connsiteY10" fmla="*/ 410097 h 1116969"/>
                <a:gd name="connsiteX11" fmla="*/ 966379 w 1029649"/>
                <a:gd name="connsiteY11" fmla="*/ 763498 h 1116969"/>
                <a:gd name="connsiteX12" fmla="*/ 1029649 w 1029649"/>
                <a:gd name="connsiteY12" fmla="*/ 1114189 h 1116969"/>
                <a:gd name="connsiteX13" fmla="*/ 726446 w 1029649"/>
                <a:gd name="connsiteY13" fmla="*/ 1114189 h 1116969"/>
                <a:gd name="connsiteX14" fmla="*/ 671915 w 1029649"/>
                <a:gd name="connsiteY14" fmla="*/ 898740 h 1116969"/>
                <a:gd name="connsiteX15" fmla="*/ 677152 w 1029649"/>
                <a:gd name="connsiteY15" fmla="*/ 712615 h 1116969"/>
                <a:gd name="connsiteX16" fmla="*/ 677152 w 1029649"/>
                <a:gd name="connsiteY16" fmla="*/ 544473 h 1116969"/>
                <a:gd name="connsiteX17" fmla="*/ 677152 w 1029649"/>
                <a:gd name="connsiteY17" fmla="*/ 544473 h 1116969"/>
                <a:gd name="connsiteX18" fmla="*/ 533170 w 1029649"/>
                <a:gd name="connsiteY18" fmla="*/ 606334 h 1116969"/>
                <a:gd name="connsiteX19" fmla="*/ 308476 w 1029649"/>
                <a:gd name="connsiteY19" fmla="*/ 784588 h 1116969"/>
                <a:gd name="connsiteX20" fmla="*/ 441552 w 1029649"/>
                <a:gd name="connsiteY20" fmla="*/ 919830 h 1116969"/>
                <a:gd name="connsiteX21" fmla="*/ 677152 w 1029649"/>
                <a:gd name="connsiteY21" fmla="*/ 712615 h 111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9649" h="1116969">
                  <a:moveTo>
                    <a:pt x="671879" y="898668"/>
                  </a:moveTo>
                  <a:cubicBezTo>
                    <a:pt x="621068" y="1043155"/>
                    <a:pt x="486476" y="1116970"/>
                    <a:pt x="329385" y="1116970"/>
                  </a:cubicBezTo>
                  <a:cubicBezTo>
                    <a:pt x="119967" y="1116970"/>
                    <a:pt x="0" y="1018635"/>
                    <a:pt x="0" y="837601"/>
                  </a:cubicBezTo>
                  <a:cubicBezTo>
                    <a:pt x="0" y="630350"/>
                    <a:pt x="163591" y="545304"/>
                    <a:pt x="390452" y="499477"/>
                  </a:cubicBezTo>
                  <a:cubicBezTo>
                    <a:pt x="578058" y="460222"/>
                    <a:pt x="660937" y="440577"/>
                    <a:pt x="669676" y="416598"/>
                  </a:cubicBezTo>
                  <a:lnTo>
                    <a:pt x="669676" y="392619"/>
                  </a:lnTo>
                  <a:cubicBezTo>
                    <a:pt x="669676" y="287928"/>
                    <a:pt x="617313" y="224658"/>
                    <a:pt x="484273" y="224658"/>
                  </a:cubicBezTo>
                  <a:cubicBezTo>
                    <a:pt x="351233" y="224658"/>
                    <a:pt x="270485" y="303167"/>
                    <a:pt x="235600" y="383916"/>
                  </a:cubicBezTo>
                  <a:lnTo>
                    <a:pt x="8739" y="261746"/>
                  </a:lnTo>
                  <a:cubicBezTo>
                    <a:pt x="87285" y="100321"/>
                    <a:pt x="279224" y="0"/>
                    <a:pt x="514825" y="0"/>
                  </a:cubicBezTo>
                  <a:cubicBezTo>
                    <a:pt x="822398" y="0"/>
                    <a:pt x="966379" y="143982"/>
                    <a:pt x="966379" y="410097"/>
                  </a:cubicBezTo>
                  <a:lnTo>
                    <a:pt x="966379" y="763498"/>
                  </a:lnTo>
                  <a:cubicBezTo>
                    <a:pt x="966379" y="990358"/>
                    <a:pt x="992561" y="1083674"/>
                    <a:pt x="1029649" y="1114189"/>
                  </a:cubicBezTo>
                  <a:lnTo>
                    <a:pt x="726446" y="1114189"/>
                  </a:lnTo>
                  <a:cubicBezTo>
                    <a:pt x="700264" y="1090210"/>
                    <a:pt x="678452" y="1023077"/>
                    <a:pt x="671915" y="898740"/>
                  </a:cubicBezTo>
                  <a:close/>
                  <a:moveTo>
                    <a:pt x="677152" y="712615"/>
                  </a:moveTo>
                  <a:lnTo>
                    <a:pt x="677152" y="544473"/>
                  </a:lnTo>
                  <a:lnTo>
                    <a:pt x="677152" y="544473"/>
                  </a:lnTo>
                  <a:cubicBezTo>
                    <a:pt x="647575" y="571811"/>
                    <a:pt x="611715" y="582356"/>
                    <a:pt x="533170" y="606334"/>
                  </a:cubicBezTo>
                  <a:cubicBezTo>
                    <a:pt x="384855" y="647792"/>
                    <a:pt x="308476" y="686433"/>
                    <a:pt x="308476" y="784588"/>
                  </a:cubicBezTo>
                  <a:cubicBezTo>
                    <a:pt x="308476" y="871836"/>
                    <a:pt x="369543" y="919830"/>
                    <a:pt x="441552" y="919830"/>
                  </a:cubicBezTo>
                  <a:cubicBezTo>
                    <a:pt x="550612" y="919830"/>
                    <a:pt x="655340" y="839118"/>
                    <a:pt x="677152" y="712615"/>
                  </a:cubicBezTo>
                  <a:close/>
                </a:path>
              </a:pathLst>
            </a:custGeom>
            <a:solidFill>
              <a:schemeClr val="bg1"/>
            </a:solidFill>
            <a:ln w="0" cap="flat">
              <a:noFill/>
              <a:prstDash val="solid"/>
              <a:miter/>
            </a:ln>
          </p:spPr>
          <p:txBody>
            <a:bodyPr rtlCol="0" anchor="ctr"/>
            <a:lstStyle/>
            <a:p>
              <a:endParaRPr lang="de-DE"/>
            </a:p>
          </p:txBody>
        </p:sp>
        <p:sp>
          <p:nvSpPr>
            <p:cNvPr id="21" name="Freihandform: Form 18">
              <a:extLst>
                <a:ext uri="{FF2B5EF4-FFF2-40B4-BE49-F238E27FC236}">
                  <a16:creationId xmlns:a16="http://schemas.microsoft.com/office/drawing/2014/main" id="{9CDF7043-E228-8C40-B2E2-14438E610B8F}"/>
                </a:ext>
              </a:extLst>
            </p:cNvPr>
            <p:cNvSpPr/>
            <p:nvPr/>
          </p:nvSpPr>
          <p:spPr>
            <a:xfrm>
              <a:off x="8099474" y="4191379"/>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7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6"/>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7"/>
                    <a:pt x="438410" y="1100177"/>
                  </a:cubicBezTo>
                  <a:cubicBezTo>
                    <a:pt x="257159" y="1100177"/>
                    <a:pt x="84323" y="1028530"/>
                    <a:pt x="0" y="889423"/>
                  </a:cubicBezTo>
                  <a:close/>
                </a:path>
              </a:pathLst>
            </a:custGeom>
            <a:solidFill>
              <a:schemeClr val="bg1"/>
            </a:solidFill>
            <a:ln w="0" cap="flat">
              <a:noFill/>
              <a:prstDash val="solid"/>
              <a:miter/>
            </a:ln>
          </p:spPr>
          <p:txBody>
            <a:bodyPr rtlCol="0" anchor="ctr"/>
            <a:lstStyle/>
            <a:p>
              <a:endParaRPr lang="de-DE"/>
            </a:p>
          </p:txBody>
        </p:sp>
        <p:sp>
          <p:nvSpPr>
            <p:cNvPr id="22" name="Freihandform: Form 19">
              <a:extLst>
                <a:ext uri="{FF2B5EF4-FFF2-40B4-BE49-F238E27FC236}">
                  <a16:creationId xmlns:a16="http://schemas.microsoft.com/office/drawing/2014/main" id="{B778131F-3CF5-7B6C-BEF5-CD6A7EB4FA78}"/>
                </a:ext>
              </a:extLst>
            </p:cNvPr>
            <p:cNvSpPr/>
            <p:nvPr/>
          </p:nvSpPr>
          <p:spPr>
            <a:xfrm>
              <a:off x="8099474" y="2807536"/>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8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7"/>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8"/>
                    <a:pt x="438410" y="1100178"/>
                  </a:cubicBezTo>
                  <a:cubicBezTo>
                    <a:pt x="257159" y="1100178"/>
                    <a:pt x="84323" y="1028530"/>
                    <a:pt x="0" y="889423"/>
                  </a:cubicBezTo>
                  <a:close/>
                </a:path>
              </a:pathLst>
            </a:custGeom>
            <a:solidFill>
              <a:schemeClr val="bg1"/>
            </a:solid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74785441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7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Outro - indigo background">
    <p:bg>
      <p:bgPr>
        <a:solidFill>
          <a:schemeClr val="accent3"/>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D19440D8-36C8-9F20-5BE6-5D024AE51BA0}"/>
              </a:ext>
            </a:extLst>
          </p:cNvPr>
          <p:cNvSpPr txBox="1"/>
          <p:nvPr userDrawn="1"/>
        </p:nvSpPr>
        <p:spPr>
          <a:xfrm>
            <a:off x="304800" y="298800"/>
            <a:ext cx="1061188" cy="296081"/>
          </a:xfrm>
          <a:prstGeom prst="rect">
            <a:avLst/>
          </a:prstGeom>
          <a:noFill/>
        </p:spPr>
        <p:txBody>
          <a:bodyPr wrap="none" lIns="0" rIns="0" rtlCol="0" anchor="ctr">
            <a:noAutofit/>
          </a:bodyPr>
          <a:lstStyle/>
          <a:p>
            <a:r>
              <a:rPr lang="en-GB" sz="2400" dirty="0">
                <a:solidFill>
                  <a:schemeClr val="bg1"/>
                </a:solidFill>
              </a:rPr>
              <a:t>Contact</a:t>
            </a:r>
          </a:p>
        </p:txBody>
      </p:sp>
      <p:sp>
        <p:nvSpPr>
          <p:cNvPr id="2" name="TextBox 1">
            <a:extLst>
              <a:ext uri="{FF2B5EF4-FFF2-40B4-BE49-F238E27FC236}">
                <a16:creationId xmlns:a16="http://schemas.microsoft.com/office/drawing/2014/main" id="{31154649-4A4B-29E4-6982-D75D679FBBB3}"/>
              </a:ext>
            </a:extLst>
          </p:cNvPr>
          <p:cNvSpPr txBox="1"/>
          <p:nvPr userDrawn="1"/>
        </p:nvSpPr>
        <p:spPr>
          <a:xfrm>
            <a:off x="304800" y="1260000"/>
            <a:ext cx="3268869" cy="369332"/>
          </a:xfrm>
          <a:prstGeom prst="rect">
            <a:avLst/>
          </a:prstGeom>
          <a:noFill/>
        </p:spPr>
        <p:txBody>
          <a:bodyPr wrap="square" lIns="0" rIns="0" rtlCol="0">
            <a:spAutoFit/>
          </a:bodyPr>
          <a:lstStyle/>
          <a:p>
            <a:r>
              <a:rPr lang="en-GB" b="1" dirty="0" err="1">
                <a:solidFill>
                  <a:schemeClr val="bg1"/>
                </a:solidFill>
              </a:rPr>
              <a:t>Forvis</a:t>
            </a:r>
            <a:r>
              <a:rPr lang="en-GB" b="1" dirty="0">
                <a:solidFill>
                  <a:schemeClr val="bg1"/>
                </a:solidFill>
              </a:rPr>
              <a:t> Mazars</a:t>
            </a:r>
          </a:p>
        </p:txBody>
      </p:sp>
      <p:sp>
        <p:nvSpPr>
          <p:cNvPr id="3" name="TextBox 2">
            <a:extLst>
              <a:ext uri="{FF2B5EF4-FFF2-40B4-BE49-F238E27FC236}">
                <a16:creationId xmlns:a16="http://schemas.microsoft.com/office/drawing/2014/main" id="{F6A8A48E-3DB5-8F57-1922-EFA1E893A990}"/>
              </a:ext>
            </a:extLst>
          </p:cNvPr>
          <p:cNvSpPr txBox="1"/>
          <p:nvPr userDrawn="1"/>
        </p:nvSpPr>
        <p:spPr>
          <a:xfrm>
            <a:off x="8194261" y="298800"/>
            <a:ext cx="1496051" cy="296081"/>
          </a:xfrm>
          <a:prstGeom prst="rect">
            <a:avLst/>
          </a:prstGeom>
          <a:noFill/>
        </p:spPr>
        <p:txBody>
          <a:bodyPr wrap="none" lIns="0" rIns="0" rtlCol="0" anchor="ctr">
            <a:noAutofit/>
          </a:bodyPr>
          <a:lstStyle/>
          <a:p>
            <a:r>
              <a:rPr lang="en-GB" sz="2400" dirty="0">
                <a:solidFill>
                  <a:schemeClr val="bg1"/>
                </a:solidFill>
              </a:rPr>
              <a:t>Follow us</a:t>
            </a:r>
          </a:p>
        </p:txBody>
      </p:sp>
      <p:sp>
        <p:nvSpPr>
          <p:cNvPr id="6" name="Content Placeholder 8">
            <a:extLst>
              <a:ext uri="{FF2B5EF4-FFF2-40B4-BE49-F238E27FC236}">
                <a16:creationId xmlns:a16="http://schemas.microsoft.com/office/drawing/2014/main" id="{CB522F6C-316E-F8B1-1069-3B105F27FB1D}"/>
              </a:ext>
            </a:extLst>
          </p:cNvPr>
          <p:cNvSpPr>
            <a:spLocks noGrp="1"/>
          </p:cNvSpPr>
          <p:nvPr>
            <p:ph sz="quarter" idx="10"/>
          </p:nvPr>
        </p:nvSpPr>
        <p:spPr>
          <a:xfrm>
            <a:off x="304799" y="1729024"/>
            <a:ext cx="7558158" cy="2520000"/>
          </a:xfrm>
        </p:spPr>
        <p:txBody>
          <a:bodyPr tIns="0" numCol="2" spcCol="288000"/>
          <a:lstStyle>
            <a:lvl1pPr marL="0" indent="0">
              <a:spcAft>
                <a:spcPts val="0"/>
              </a:spcAft>
              <a:buNone/>
              <a:defRPr sz="1000" b="1">
                <a:solidFill>
                  <a:schemeClr val="bg1"/>
                </a:solidFill>
              </a:defRPr>
            </a:lvl1pPr>
            <a:lvl2pPr marL="0" indent="0">
              <a:spcAft>
                <a:spcPts val="0"/>
              </a:spcAft>
              <a:buNone/>
              <a:defRPr sz="1000">
                <a:solidFill>
                  <a:schemeClr val="bg1"/>
                </a:solidFill>
              </a:defRPr>
            </a:lvl2pPr>
            <a:lvl3pPr marL="357188" indent="0">
              <a:spcAft>
                <a:spcPts val="0"/>
              </a:spcAft>
              <a:buNone/>
              <a:defRPr sz="1000"/>
            </a:lvl3pPr>
            <a:lvl4pPr marL="534988" indent="0">
              <a:spcAft>
                <a:spcPts val="0"/>
              </a:spcAft>
              <a:buNone/>
              <a:defRPr sz="1000"/>
            </a:lvl4pPr>
            <a:lvl5pPr marL="715963" indent="0">
              <a:spcAft>
                <a:spcPts val="0"/>
              </a:spcAft>
              <a:buNone/>
              <a:defRPr sz="1000"/>
            </a:lvl5pPr>
          </a:lstStyle>
          <a:p>
            <a:pPr lvl="0"/>
            <a:r>
              <a:rPr lang="ko-KR" altLang="en-US"/>
              <a:t>마스터 텍스트 스타일을 편집하려면 클릭</a:t>
            </a:r>
          </a:p>
          <a:p>
            <a:pPr lvl="1"/>
            <a:r>
              <a:rPr lang="ko-KR" altLang="en-US"/>
              <a:t>두 번째 수준</a:t>
            </a:r>
          </a:p>
        </p:txBody>
      </p:sp>
      <p:sp>
        <p:nvSpPr>
          <p:cNvPr id="8" name="TextBox 7">
            <a:extLst>
              <a:ext uri="{FF2B5EF4-FFF2-40B4-BE49-F238E27FC236}">
                <a16:creationId xmlns:a16="http://schemas.microsoft.com/office/drawing/2014/main" id="{A555D323-AE36-3785-6FE9-60DAF69452E6}"/>
              </a:ext>
            </a:extLst>
          </p:cNvPr>
          <p:cNvSpPr txBox="1"/>
          <p:nvPr userDrawn="1"/>
        </p:nvSpPr>
        <p:spPr>
          <a:xfrm>
            <a:off x="304799" y="4536000"/>
            <a:ext cx="7663544" cy="1137600"/>
          </a:xfrm>
          <a:prstGeom prst="rect">
            <a:avLst/>
          </a:prstGeom>
          <a:noFill/>
        </p:spPr>
        <p:txBody>
          <a:bodyPr wrap="square" lIns="0" tIns="0" rIns="0" bIns="0" numCol="1" spcCol="144000" rtlCol="0">
            <a:noAutofit/>
          </a:bodyPr>
          <a:lstStyle/>
          <a:p>
            <a:pPr>
              <a:lnSpc>
                <a:spcPct val="107000"/>
              </a:lnSpc>
              <a:spcAft>
                <a:spcPts val="800"/>
              </a:spcAft>
            </a:pPr>
            <a:r>
              <a:rPr lang="en-GB" sz="1000" kern="100" spc="-10" baseline="0" dirty="0">
                <a:solidFill>
                  <a:schemeClr val="bg1"/>
                </a:solidFill>
                <a:effectLst/>
                <a:latin typeface="+mj-lt"/>
                <a:ea typeface="Aptos" panose="020B0004020202020204" pitchFamily="34" charset="0"/>
                <a:cs typeface="Times New Roman" panose="02020603050405020304" pitchFamily="18" charset="0"/>
              </a:rPr>
              <a:t>The contents of this document are confidential and not for distribution to anyone other than the recipients. Disclosure to third parties cannot be made without the prior written consent of [</a:t>
            </a:r>
            <a:r>
              <a:rPr lang="en-GB" sz="1000" kern="100" spc="-10" baseline="0" dirty="0" err="1">
                <a:solidFill>
                  <a:schemeClr val="bg1"/>
                </a:solidFill>
                <a:effectLst/>
                <a:latin typeface="+mj-lt"/>
                <a:ea typeface="Aptos" panose="020B0004020202020204" pitchFamily="34" charset="0"/>
                <a:cs typeface="Times New Roman" panose="02020603050405020304" pitchFamily="18" charset="0"/>
              </a:rPr>
              <a:t>Forvis</a:t>
            </a:r>
            <a:r>
              <a:rPr lang="en-GB" sz="1000" kern="100" spc="-10" baseline="0" dirty="0">
                <a:solidFill>
                  <a:schemeClr val="bg1"/>
                </a:solidFill>
                <a:effectLst/>
                <a:latin typeface="+mj-lt"/>
                <a:ea typeface="Aptos" panose="020B0004020202020204" pitchFamily="34" charset="0"/>
                <a:cs typeface="Times New Roman" panose="02020603050405020304" pitchFamily="18" charset="0"/>
              </a:rPr>
              <a:t> Mazars xxx : adapt for legal entity].</a:t>
            </a:r>
          </a:p>
        </p:txBody>
      </p:sp>
      <p:sp>
        <p:nvSpPr>
          <p:cNvPr id="9" name="Footer Placeholder 4">
            <a:extLst>
              <a:ext uri="{FF2B5EF4-FFF2-40B4-BE49-F238E27FC236}">
                <a16:creationId xmlns:a16="http://schemas.microsoft.com/office/drawing/2014/main" id="{30646158-6A81-A2DD-C44D-921AE4DD9EC2}"/>
              </a:ext>
            </a:extLst>
          </p:cNvPr>
          <p:cNvSpPr txBox="1">
            <a:spLocks/>
          </p:cNvSpPr>
          <p:nvPr userDrawn="1"/>
        </p:nvSpPr>
        <p:spPr>
          <a:xfrm>
            <a:off x="304799" y="5585255"/>
            <a:ext cx="3268869" cy="270000"/>
          </a:xfrm>
          <a:prstGeom prst="rect">
            <a:avLst/>
          </a:prstGeom>
        </p:spPr>
        <p:txBody>
          <a:bodyPr vert="horz" lIns="0" tIns="45720" rIns="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000" noProof="0" dirty="0">
                <a:solidFill>
                  <a:schemeClr val="bg1"/>
                </a:solidFill>
              </a:rPr>
              <a:t>© </a:t>
            </a:r>
            <a:r>
              <a:rPr lang="en-GB" sz="1000" noProof="0" dirty="0" err="1">
                <a:solidFill>
                  <a:schemeClr val="bg1"/>
                </a:solidFill>
              </a:rPr>
              <a:t>Forvis</a:t>
            </a:r>
            <a:r>
              <a:rPr lang="en-GB" sz="1000" noProof="0" dirty="0">
                <a:solidFill>
                  <a:schemeClr val="bg1"/>
                </a:solidFill>
              </a:rPr>
              <a:t> Mazars 2024. All rights reserved.</a:t>
            </a:r>
          </a:p>
        </p:txBody>
      </p:sp>
      <p:sp>
        <p:nvSpPr>
          <p:cNvPr id="4" name="TextBox 3">
            <a:extLst>
              <a:ext uri="{FF2B5EF4-FFF2-40B4-BE49-F238E27FC236}">
                <a16:creationId xmlns:a16="http://schemas.microsoft.com/office/drawing/2014/main" id="{C07C486E-864B-EC69-F73D-2BCE06D2B883}"/>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grpSp>
        <p:nvGrpSpPr>
          <p:cNvPr id="7" name="Gruppieren 4">
            <a:extLst>
              <a:ext uri="{FF2B5EF4-FFF2-40B4-BE49-F238E27FC236}">
                <a16:creationId xmlns:a16="http://schemas.microsoft.com/office/drawing/2014/main" id="{091816A5-BD37-489B-D2B6-2E931BB6109A}"/>
              </a:ext>
            </a:extLst>
          </p:cNvPr>
          <p:cNvGrpSpPr>
            <a:grpSpLocks noChangeAspect="1"/>
          </p:cNvGrpSpPr>
          <p:nvPr userDrawn="1"/>
        </p:nvGrpSpPr>
        <p:grpSpPr>
          <a:xfrm>
            <a:off x="10811963" y="6165234"/>
            <a:ext cx="1080000" cy="453765"/>
            <a:chOff x="1721984" y="2257682"/>
            <a:chExt cx="7247953" cy="3045250"/>
          </a:xfrm>
        </p:grpSpPr>
        <p:sp>
          <p:nvSpPr>
            <p:cNvPr id="11" name="Freihandform: Form 5">
              <a:extLst>
                <a:ext uri="{FF2B5EF4-FFF2-40B4-BE49-F238E27FC236}">
                  <a16:creationId xmlns:a16="http://schemas.microsoft.com/office/drawing/2014/main" id="{8F632344-56D7-0FE9-7CC7-A953410D503C}"/>
                </a:ext>
              </a:extLst>
            </p:cNvPr>
            <p:cNvSpPr/>
            <p:nvPr/>
          </p:nvSpPr>
          <p:spPr>
            <a:xfrm>
              <a:off x="1721984" y="4167798"/>
              <a:ext cx="1948179" cy="1135134"/>
            </a:xfrm>
            <a:custGeom>
              <a:avLst/>
              <a:gdLst>
                <a:gd name="connsiteX0" fmla="*/ 1948179 w 1948179"/>
                <a:gd name="connsiteY0" fmla="*/ 391066 h 1135134"/>
                <a:gd name="connsiteX1" fmla="*/ 1641834 w 1948179"/>
                <a:gd name="connsiteY1" fmla="*/ 0 h 1135134"/>
                <a:gd name="connsiteX2" fmla="*/ 1272508 w 1948179"/>
                <a:gd name="connsiteY2" fmla="*/ 302012 h 1135134"/>
                <a:gd name="connsiteX3" fmla="*/ 1257305 w 1948179"/>
                <a:gd name="connsiteY3" fmla="*/ 302012 h 1135134"/>
                <a:gd name="connsiteX4" fmla="*/ 955329 w 1948179"/>
                <a:gd name="connsiteY4" fmla="*/ 0 h 1135134"/>
                <a:gd name="connsiteX5" fmla="*/ 581633 w 1948179"/>
                <a:gd name="connsiteY5" fmla="*/ 312846 h 1135134"/>
                <a:gd name="connsiteX6" fmla="*/ 566177 w 1948179"/>
                <a:gd name="connsiteY6" fmla="*/ 312846 h 1135134"/>
                <a:gd name="connsiteX7" fmla="*/ 333646 w 1948179"/>
                <a:gd name="connsiteY7" fmla="*/ 28240 h 1135134"/>
                <a:gd name="connsiteX8" fmla="*/ 223972 w 1948179"/>
                <a:gd name="connsiteY8" fmla="*/ 10870 h 1135134"/>
                <a:gd name="connsiteX9" fmla="*/ 0 w 1948179"/>
                <a:gd name="connsiteY9" fmla="*/ 10870 h 1135134"/>
                <a:gd name="connsiteX10" fmla="*/ 0 w 1948179"/>
                <a:gd name="connsiteY10" fmla="*/ 257990 h 1135134"/>
                <a:gd name="connsiteX11" fmla="*/ 283991 w 1948179"/>
                <a:gd name="connsiteY11" fmla="*/ 258099 h 1135134"/>
                <a:gd name="connsiteX12" fmla="*/ 283991 w 1948179"/>
                <a:gd name="connsiteY12" fmla="*/ 1116717 h 1135134"/>
                <a:gd name="connsiteX13" fmla="*/ 585967 w 1948179"/>
                <a:gd name="connsiteY13" fmla="*/ 1116717 h 1135134"/>
                <a:gd name="connsiteX14" fmla="*/ 585967 w 1948179"/>
                <a:gd name="connsiteY14" fmla="*/ 562710 h 1135134"/>
                <a:gd name="connsiteX15" fmla="*/ 597342 w 1948179"/>
                <a:gd name="connsiteY15" fmla="*/ 466506 h 1135134"/>
                <a:gd name="connsiteX16" fmla="*/ 820592 w 1948179"/>
                <a:gd name="connsiteY16" fmla="*/ 254198 h 1135134"/>
                <a:gd name="connsiteX17" fmla="*/ 968330 w 1948179"/>
                <a:gd name="connsiteY17" fmla="*/ 473656 h 1135134"/>
                <a:gd name="connsiteX18" fmla="*/ 968330 w 1948179"/>
                <a:gd name="connsiteY18" fmla="*/ 1116753 h 1135134"/>
                <a:gd name="connsiteX19" fmla="*/ 1270305 w 1948179"/>
                <a:gd name="connsiteY19" fmla="*/ 1116753 h 1135134"/>
                <a:gd name="connsiteX20" fmla="*/ 1270305 w 1948179"/>
                <a:gd name="connsiteY20" fmla="*/ 549710 h 1135134"/>
                <a:gd name="connsiteX21" fmla="*/ 1511467 w 1948179"/>
                <a:gd name="connsiteY21" fmla="*/ 254234 h 1135134"/>
                <a:gd name="connsiteX22" fmla="*/ 1644001 w 1948179"/>
                <a:gd name="connsiteY22" fmla="*/ 473692 h 1135134"/>
                <a:gd name="connsiteX23" fmla="*/ 1644001 w 1948179"/>
                <a:gd name="connsiteY23" fmla="*/ 833231 h 1135134"/>
                <a:gd name="connsiteX24" fmla="*/ 1948179 w 1948179"/>
                <a:gd name="connsiteY24" fmla="*/ 1135135 h 1135134"/>
                <a:gd name="connsiteX25" fmla="*/ 1948179 w 1948179"/>
                <a:gd name="connsiteY25" fmla="*/ 391102 h 113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48179" h="1135134">
                  <a:moveTo>
                    <a:pt x="1948179" y="391066"/>
                  </a:moveTo>
                  <a:cubicBezTo>
                    <a:pt x="1948179" y="149904"/>
                    <a:pt x="1852589" y="0"/>
                    <a:pt x="1641834" y="0"/>
                  </a:cubicBezTo>
                  <a:cubicBezTo>
                    <a:pt x="1468023" y="0"/>
                    <a:pt x="1335489" y="108627"/>
                    <a:pt x="1272508" y="302012"/>
                  </a:cubicBezTo>
                  <a:lnTo>
                    <a:pt x="1257305" y="302012"/>
                  </a:lnTo>
                  <a:cubicBezTo>
                    <a:pt x="1239934" y="128201"/>
                    <a:pt x="1142141" y="0"/>
                    <a:pt x="955329" y="0"/>
                  </a:cubicBezTo>
                  <a:cubicBezTo>
                    <a:pt x="768517" y="0"/>
                    <a:pt x="640317" y="115128"/>
                    <a:pt x="581633" y="312846"/>
                  </a:cubicBezTo>
                  <a:lnTo>
                    <a:pt x="566177" y="312846"/>
                  </a:lnTo>
                  <a:cubicBezTo>
                    <a:pt x="527067" y="181539"/>
                    <a:pt x="455238" y="69770"/>
                    <a:pt x="333646" y="28240"/>
                  </a:cubicBezTo>
                  <a:cubicBezTo>
                    <a:pt x="300820" y="17009"/>
                    <a:pt x="264382" y="10870"/>
                    <a:pt x="223972" y="10870"/>
                  </a:cubicBezTo>
                  <a:lnTo>
                    <a:pt x="0" y="10870"/>
                  </a:lnTo>
                  <a:lnTo>
                    <a:pt x="0" y="257990"/>
                  </a:lnTo>
                  <a:lnTo>
                    <a:pt x="283991" y="258099"/>
                  </a:lnTo>
                  <a:lnTo>
                    <a:pt x="283991" y="1116717"/>
                  </a:lnTo>
                  <a:lnTo>
                    <a:pt x="585967" y="1116717"/>
                  </a:lnTo>
                  <a:lnTo>
                    <a:pt x="585967" y="562710"/>
                  </a:lnTo>
                  <a:cubicBezTo>
                    <a:pt x="586725" y="527536"/>
                    <a:pt x="590806" y="495613"/>
                    <a:pt x="597342" y="466506"/>
                  </a:cubicBezTo>
                  <a:cubicBezTo>
                    <a:pt x="629158" y="324727"/>
                    <a:pt x="723268" y="254198"/>
                    <a:pt x="820592" y="254198"/>
                  </a:cubicBezTo>
                  <a:cubicBezTo>
                    <a:pt x="917916" y="254198"/>
                    <a:pt x="968330" y="297642"/>
                    <a:pt x="968330" y="473656"/>
                  </a:cubicBezTo>
                  <a:lnTo>
                    <a:pt x="968330" y="1116753"/>
                  </a:lnTo>
                  <a:lnTo>
                    <a:pt x="1270305" y="1116753"/>
                  </a:lnTo>
                  <a:lnTo>
                    <a:pt x="1270305" y="549710"/>
                  </a:lnTo>
                  <a:cubicBezTo>
                    <a:pt x="1292045" y="330288"/>
                    <a:pt x="1405006" y="254234"/>
                    <a:pt x="1511467" y="254234"/>
                  </a:cubicBezTo>
                  <a:cubicBezTo>
                    <a:pt x="1617927" y="254234"/>
                    <a:pt x="1644001" y="328121"/>
                    <a:pt x="1644001" y="473692"/>
                  </a:cubicBezTo>
                  <a:lnTo>
                    <a:pt x="1644001" y="833231"/>
                  </a:lnTo>
                  <a:cubicBezTo>
                    <a:pt x="1644001" y="1005923"/>
                    <a:pt x="1755662" y="1125384"/>
                    <a:pt x="1948179" y="1135135"/>
                  </a:cubicBezTo>
                  <a:lnTo>
                    <a:pt x="1948179" y="391102"/>
                  </a:lnTo>
                  <a:close/>
                </a:path>
              </a:pathLst>
            </a:custGeom>
            <a:solidFill>
              <a:schemeClr val="bg1"/>
            </a:solidFill>
            <a:ln w="0" cap="flat">
              <a:noFill/>
              <a:prstDash val="solid"/>
              <a:miter/>
            </a:ln>
          </p:spPr>
          <p:txBody>
            <a:bodyPr rtlCol="0" anchor="ctr"/>
            <a:lstStyle/>
            <a:p>
              <a:endParaRPr lang="de-DE"/>
            </a:p>
          </p:txBody>
        </p:sp>
        <p:sp>
          <p:nvSpPr>
            <p:cNvPr id="12" name="Freihandform: Form 7">
              <a:extLst>
                <a:ext uri="{FF2B5EF4-FFF2-40B4-BE49-F238E27FC236}">
                  <a16:creationId xmlns:a16="http://schemas.microsoft.com/office/drawing/2014/main" id="{67DB1019-32A2-B27F-B69E-A59F6EC4E8C1}"/>
                </a:ext>
              </a:extLst>
            </p:cNvPr>
            <p:cNvSpPr/>
            <p:nvPr/>
          </p:nvSpPr>
          <p:spPr>
            <a:xfrm>
              <a:off x="5035697" y="4193979"/>
              <a:ext cx="910332" cy="1088477"/>
            </a:xfrm>
            <a:custGeom>
              <a:avLst/>
              <a:gdLst>
                <a:gd name="connsiteX0" fmla="*/ 326785 w 910332"/>
                <a:gd name="connsiteY0" fmla="*/ 851469 h 1088477"/>
                <a:gd name="connsiteX1" fmla="*/ 897296 w 910332"/>
                <a:gd name="connsiteY1" fmla="*/ 235817 h 1088477"/>
                <a:gd name="connsiteX2" fmla="*/ 897296 w 910332"/>
                <a:gd name="connsiteY2" fmla="*/ 5381 h 1088477"/>
                <a:gd name="connsiteX3" fmla="*/ 897296 w 910332"/>
                <a:gd name="connsiteY3" fmla="*/ 5381 h 1088477"/>
                <a:gd name="connsiteX4" fmla="*/ 897296 w 910332"/>
                <a:gd name="connsiteY4" fmla="*/ 0 h 1088477"/>
                <a:gd name="connsiteX5" fmla="*/ 22535 w 910332"/>
                <a:gd name="connsiteY5" fmla="*/ 0 h 1088477"/>
                <a:gd name="connsiteX6" fmla="*/ 22535 w 910332"/>
                <a:gd name="connsiteY6" fmla="*/ 225958 h 1088477"/>
                <a:gd name="connsiteX7" fmla="*/ 600629 w 910332"/>
                <a:gd name="connsiteY7" fmla="*/ 225958 h 1088477"/>
                <a:gd name="connsiteX8" fmla="*/ 0 w 910332"/>
                <a:gd name="connsiteY8" fmla="*/ 868947 h 1088477"/>
                <a:gd name="connsiteX9" fmla="*/ 0 w 910332"/>
                <a:gd name="connsiteY9" fmla="*/ 1088477 h 1088477"/>
                <a:gd name="connsiteX10" fmla="*/ 910333 w 910332"/>
                <a:gd name="connsiteY10" fmla="*/ 1088477 h 1088477"/>
                <a:gd name="connsiteX11" fmla="*/ 910333 w 910332"/>
                <a:gd name="connsiteY11" fmla="*/ 851469 h 1088477"/>
                <a:gd name="connsiteX12" fmla="*/ 326785 w 910332"/>
                <a:gd name="connsiteY12" fmla="*/ 851469 h 108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0332" h="1088477">
                  <a:moveTo>
                    <a:pt x="326785" y="851469"/>
                  </a:moveTo>
                  <a:lnTo>
                    <a:pt x="897296" y="235817"/>
                  </a:lnTo>
                  <a:lnTo>
                    <a:pt x="897296" y="5381"/>
                  </a:lnTo>
                  <a:lnTo>
                    <a:pt x="897296" y="5381"/>
                  </a:lnTo>
                  <a:lnTo>
                    <a:pt x="897296" y="0"/>
                  </a:lnTo>
                  <a:lnTo>
                    <a:pt x="22535" y="0"/>
                  </a:lnTo>
                  <a:lnTo>
                    <a:pt x="22535" y="225958"/>
                  </a:lnTo>
                  <a:lnTo>
                    <a:pt x="600629" y="225958"/>
                  </a:lnTo>
                  <a:lnTo>
                    <a:pt x="0" y="868947"/>
                  </a:lnTo>
                  <a:lnTo>
                    <a:pt x="0" y="1088477"/>
                  </a:lnTo>
                  <a:lnTo>
                    <a:pt x="910333" y="1088477"/>
                  </a:lnTo>
                  <a:lnTo>
                    <a:pt x="910333" y="851469"/>
                  </a:lnTo>
                  <a:lnTo>
                    <a:pt x="326785" y="851469"/>
                  </a:lnTo>
                  <a:close/>
                </a:path>
              </a:pathLst>
            </a:custGeom>
            <a:solidFill>
              <a:schemeClr val="bg1"/>
            </a:solidFill>
            <a:ln w="0" cap="flat">
              <a:noFill/>
              <a:prstDash val="solid"/>
              <a:miter/>
            </a:ln>
          </p:spPr>
          <p:txBody>
            <a:bodyPr rtlCol="0" anchor="ctr"/>
            <a:lstStyle/>
            <a:p>
              <a:endParaRPr lang="de-DE"/>
            </a:p>
          </p:txBody>
        </p:sp>
        <p:sp>
          <p:nvSpPr>
            <p:cNvPr id="13" name="Freihandform: Form 9">
              <a:extLst>
                <a:ext uri="{FF2B5EF4-FFF2-40B4-BE49-F238E27FC236}">
                  <a16:creationId xmlns:a16="http://schemas.microsoft.com/office/drawing/2014/main" id="{EC75B3C7-C0BF-C06A-7259-073AADCB63FD}"/>
                </a:ext>
              </a:extLst>
            </p:cNvPr>
            <p:cNvSpPr/>
            <p:nvPr/>
          </p:nvSpPr>
          <p:spPr>
            <a:xfrm>
              <a:off x="6099401" y="4169495"/>
              <a:ext cx="1028023" cy="1115344"/>
            </a:xfrm>
            <a:custGeom>
              <a:avLst/>
              <a:gdLst>
                <a:gd name="connsiteX0" fmla="*/ 670832 w 1028023"/>
                <a:gd name="connsiteY0" fmla="*/ 897368 h 1115344"/>
                <a:gd name="connsiteX1" fmla="*/ 328879 w 1028023"/>
                <a:gd name="connsiteY1" fmla="*/ 1115345 h 1115344"/>
                <a:gd name="connsiteX2" fmla="*/ 0 w 1028023"/>
                <a:gd name="connsiteY2" fmla="*/ 836373 h 1115344"/>
                <a:gd name="connsiteX3" fmla="*/ 389874 w 1028023"/>
                <a:gd name="connsiteY3" fmla="*/ 498754 h 1115344"/>
                <a:gd name="connsiteX4" fmla="*/ 668665 w 1028023"/>
                <a:gd name="connsiteY4" fmla="*/ 415984 h 1115344"/>
                <a:gd name="connsiteX5" fmla="*/ 668665 w 1028023"/>
                <a:gd name="connsiteY5" fmla="*/ 392041 h 1115344"/>
                <a:gd name="connsiteX6" fmla="*/ 483515 w 1028023"/>
                <a:gd name="connsiteY6" fmla="*/ 224333 h 1115344"/>
                <a:gd name="connsiteX7" fmla="*/ 235203 w 1028023"/>
                <a:gd name="connsiteY7" fmla="*/ 383338 h 1115344"/>
                <a:gd name="connsiteX8" fmla="*/ 8703 w 1028023"/>
                <a:gd name="connsiteY8" fmla="*/ 261349 h 1115344"/>
                <a:gd name="connsiteX9" fmla="*/ 513994 w 1028023"/>
                <a:gd name="connsiteY9" fmla="*/ 0 h 1115344"/>
                <a:gd name="connsiteX10" fmla="*/ 964863 w 1028023"/>
                <a:gd name="connsiteY10" fmla="*/ 409483 h 1115344"/>
                <a:gd name="connsiteX11" fmla="*/ 964863 w 1028023"/>
                <a:gd name="connsiteY11" fmla="*/ 762342 h 1115344"/>
                <a:gd name="connsiteX12" fmla="*/ 1028024 w 1028023"/>
                <a:gd name="connsiteY12" fmla="*/ 1112528 h 1115344"/>
                <a:gd name="connsiteX13" fmla="*/ 725290 w 1028023"/>
                <a:gd name="connsiteY13" fmla="*/ 1112528 h 1115344"/>
                <a:gd name="connsiteX14" fmla="*/ 670832 w 1028023"/>
                <a:gd name="connsiteY14" fmla="*/ 897404 h 1115344"/>
                <a:gd name="connsiteX15" fmla="*/ 676104 w 1028023"/>
                <a:gd name="connsiteY15" fmla="*/ 711603 h 1115344"/>
                <a:gd name="connsiteX16" fmla="*/ 676104 w 1028023"/>
                <a:gd name="connsiteY16" fmla="*/ 543715 h 1115344"/>
                <a:gd name="connsiteX17" fmla="*/ 676104 w 1028023"/>
                <a:gd name="connsiteY17" fmla="*/ 543715 h 1115344"/>
                <a:gd name="connsiteX18" fmla="*/ 532339 w 1028023"/>
                <a:gd name="connsiteY18" fmla="*/ 605468 h 1115344"/>
                <a:gd name="connsiteX19" fmla="*/ 308006 w 1028023"/>
                <a:gd name="connsiteY19" fmla="*/ 783468 h 1115344"/>
                <a:gd name="connsiteX20" fmla="*/ 440865 w 1028023"/>
                <a:gd name="connsiteY20" fmla="*/ 918494 h 1115344"/>
                <a:gd name="connsiteX21" fmla="*/ 676104 w 1028023"/>
                <a:gd name="connsiteY21" fmla="*/ 711567 h 111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8023" h="1115344">
                  <a:moveTo>
                    <a:pt x="670832" y="897368"/>
                  </a:moveTo>
                  <a:cubicBezTo>
                    <a:pt x="620093" y="1041639"/>
                    <a:pt x="485681" y="1115345"/>
                    <a:pt x="328879" y="1115345"/>
                  </a:cubicBezTo>
                  <a:cubicBezTo>
                    <a:pt x="119786" y="1115345"/>
                    <a:pt x="0" y="1017154"/>
                    <a:pt x="0" y="836373"/>
                  </a:cubicBezTo>
                  <a:cubicBezTo>
                    <a:pt x="0" y="629447"/>
                    <a:pt x="163374" y="544509"/>
                    <a:pt x="389874" y="498754"/>
                  </a:cubicBezTo>
                  <a:cubicBezTo>
                    <a:pt x="577191" y="459536"/>
                    <a:pt x="659962" y="439963"/>
                    <a:pt x="668665" y="415984"/>
                  </a:cubicBezTo>
                  <a:lnTo>
                    <a:pt x="668665" y="392041"/>
                  </a:lnTo>
                  <a:cubicBezTo>
                    <a:pt x="668665" y="287494"/>
                    <a:pt x="616410" y="224333"/>
                    <a:pt x="483515" y="224333"/>
                  </a:cubicBezTo>
                  <a:cubicBezTo>
                    <a:pt x="350619" y="224333"/>
                    <a:pt x="270052" y="302734"/>
                    <a:pt x="235203" y="383338"/>
                  </a:cubicBezTo>
                  <a:lnTo>
                    <a:pt x="8703" y="261349"/>
                  </a:lnTo>
                  <a:cubicBezTo>
                    <a:pt x="87104" y="100177"/>
                    <a:pt x="278791" y="0"/>
                    <a:pt x="513994" y="0"/>
                  </a:cubicBezTo>
                  <a:cubicBezTo>
                    <a:pt x="821098" y="0"/>
                    <a:pt x="964863" y="143729"/>
                    <a:pt x="964863" y="409483"/>
                  </a:cubicBezTo>
                  <a:lnTo>
                    <a:pt x="964863" y="762342"/>
                  </a:lnTo>
                  <a:cubicBezTo>
                    <a:pt x="964863" y="988841"/>
                    <a:pt x="991008" y="1082013"/>
                    <a:pt x="1028024" y="1112528"/>
                  </a:cubicBezTo>
                  <a:lnTo>
                    <a:pt x="725290" y="1112528"/>
                  </a:lnTo>
                  <a:cubicBezTo>
                    <a:pt x="699144" y="1088585"/>
                    <a:pt x="677368" y="1021560"/>
                    <a:pt x="670832" y="897404"/>
                  </a:cubicBezTo>
                  <a:close/>
                  <a:moveTo>
                    <a:pt x="676104" y="711603"/>
                  </a:moveTo>
                  <a:lnTo>
                    <a:pt x="676104" y="543715"/>
                  </a:lnTo>
                  <a:lnTo>
                    <a:pt x="676104" y="543715"/>
                  </a:lnTo>
                  <a:cubicBezTo>
                    <a:pt x="646564" y="571016"/>
                    <a:pt x="610776" y="581525"/>
                    <a:pt x="532339" y="605468"/>
                  </a:cubicBezTo>
                  <a:cubicBezTo>
                    <a:pt x="384241" y="646853"/>
                    <a:pt x="308006" y="685458"/>
                    <a:pt x="308006" y="783468"/>
                  </a:cubicBezTo>
                  <a:cubicBezTo>
                    <a:pt x="308006" y="870608"/>
                    <a:pt x="369001" y="918494"/>
                    <a:pt x="440865" y="918494"/>
                  </a:cubicBezTo>
                  <a:cubicBezTo>
                    <a:pt x="549782" y="918494"/>
                    <a:pt x="654328" y="837926"/>
                    <a:pt x="676104" y="711567"/>
                  </a:cubicBezTo>
                  <a:close/>
                </a:path>
              </a:pathLst>
            </a:custGeom>
            <a:solidFill>
              <a:schemeClr val="bg1"/>
            </a:solidFill>
            <a:ln w="0" cap="flat">
              <a:noFill/>
              <a:prstDash val="solid"/>
              <a:miter/>
            </a:ln>
          </p:spPr>
          <p:txBody>
            <a:bodyPr rtlCol="0" anchor="ctr"/>
            <a:lstStyle/>
            <a:p>
              <a:endParaRPr lang="de-DE"/>
            </a:p>
          </p:txBody>
        </p:sp>
        <p:sp>
          <p:nvSpPr>
            <p:cNvPr id="14" name="Freihandform: Form 11">
              <a:extLst>
                <a:ext uri="{FF2B5EF4-FFF2-40B4-BE49-F238E27FC236}">
                  <a16:creationId xmlns:a16="http://schemas.microsoft.com/office/drawing/2014/main" id="{F539D7D3-F9E3-3C64-A2B8-68BC730C5E9B}"/>
                </a:ext>
              </a:extLst>
            </p:cNvPr>
            <p:cNvSpPr/>
            <p:nvPr/>
          </p:nvSpPr>
          <p:spPr>
            <a:xfrm>
              <a:off x="4301487" y="2782401"/>
              <a:ext cx="1066448" cy="1110650"/>
            </a:xfrm>
            <a:custGeom>
              <a:avLst/>
              <a:gdLst>
                <a:gd name="connsiteX0" fmla="*/ 0 w 1066448"/>
                <a:gd name="connsiteY0" fmla="*/ 556390 h 1110650"/>
                <a:gd name="connsiteX1" fmla="*/ 541657 w 1066448"/>
                <a:gd name="connsiteY1" fmla="*/ 0 h 1110650"/>
                <a:gd name="connsiteX2" fmla="*/ 1066448 w 1066448"/>
                <a:gd name="connsiteY2" fmla="*/ 545846 h 1110650"/>
                <a:gd name="connsiteX3" fmla="*/ 526923 w 1066448"/>
                <a:gd name="connsiteY3" fmla="*/ 1110650 h 1110650"/>
                <a:gd name="connsiteX4" fmla="*/ 36 w 1066448"/>
                <a:gd name="connsiteY4" fmla="*/ 556354 h 1110650"/>
                <a:gd name="connsiteX5" fmla="*/ 765051 w 1066448"/>
                <a:gd name="connsiteY5" fmla="*/ 550071 h 1110650"/>
                <a:gd name="connsiteX6" fmla="*/ 537431 w 1066448"/>
                <a:gd name="connsiteY6" fmla="*/ 216569 h 1110650"/>
                <a:gd name="connsiteX7" fmla="*/ 305587 w 1066448"/>
                <a:gd name="connsiteY7" fmla="*/ 547976 h 1110650"/>
                <a:gd name="connsiteX8" fmla="*/ 528981 w 1066448"/>
                <a:gd name="connsiteY8" fmla="*/ 892023 h 1110650"/>
                <a:gd name="connsiteX9" fmla="*/ 765051 w 1066448"/>
                <a:gd name="connsiteY9" fmla="*/ 550071 h 111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448" h="1110650">
                  <a:moveTo>
                    <a:pt x="0" y="556390"/>
                  </a:moveTo>
                  <a:cubicBezTo>
                    <a:pt x="0" y="238164"/>
                    <a:pt x="198115" y="0"/>
                    <a:pt x="541657" y="0"/>
                  </a:cubicBezTo>
                  <a:cubicBezTo>
                    <a:pt x="885198" y="0"/>
                    <a:pt x="1066448" y="214980"/>
                    <a:pt x="1066448" y="545846"/>
                  </a:cubicBezTo>
                  <a:cubicBezTo>
                    <a:pt x="1066448" y="876711"/>
                    <a:pt x="868333" y="1110650"/>
                    <a:pt x="526923" y="1110650"/>
                  </a:cubicBezTo>
                  <a:cubicBezTo>
                    <a:pt x="185512" y="1110650"/>
                    <a:pt x="36" y="893576"/>
                    <a:pt x="36" y="556354"/>
                  </a:cubicBezTo>
                  <a:close/>
                  <a:moveTo>
                    <a:pt x="765051" y="550071"/>
                  </a:moveTo>
                  <a:cubicBezTo>
                    <a:pt x="765051" y="335091"/>
                    <a:pt x="689177" y="216569"/>
                    <a:pt x="537431" y="216569"/>
                  </a:cubicBezTo>
                  <a:cubicBezTo>
                    <a:pt x="385685" y="216569"/>
                    <a:pt x="305587" y="335127"/>
                    <a:pt x="305587" y="547976"/>
                  </a:cubicBezTo>
                  <a:cubicBezTo>
                    <a:pt x="305587" y="760825"/>
                    <a:pt x="379329" y="892023"/>
                    <a:pt x="528981" y="892023"/>
                  </a:cubicBezTo>
                  <a:cubicBezTo>
                    <a:pt x="678633" y="892023"/>
                    <a:pt x="765051" y="769276"/>
                    <a:pt x="765051" y="550071"/>
                  </a:cubicBezTo>
                  <a:close/>
                </a:path>
              </a:pathLst>
            </a:custGeom>
            <a:solidFill>
              <a:schemeClr val="bg1"/>
            </a:solidFill>
            <a:ln w="0" cap="flat">
              <a:noFill/>
              <a:prstDash val="solid"/>
              <a:miter/>
            </a:ln>
          </p:spPr>
          <p:txBody>
            <a:bodyPr rtlCol="0" anchor="ctr"/>
            <a:lstStyle/>
            <a:p>
              <a:endParaRPr lang="de-DE"/>
            </a:p>
          </p:txBody>
        </p:sp>
        <p:sp>
          <p:nvSpPr>
            <p:cNvPr id="15" name="Freihandform: Form 12">
              <a:extLst>
                <a:ext uri="{FF2B5EF4-FFF2-40B4-BE49-F238E27FC236}">
                  <a16:creationId xmlns:a16="http://schemas.microsoft.com/office/drawing/2014/main" id="{A4BC7DA0-2356-A666-C7B1-04A021761BD4}"/>
                </a:ext>
              </a:extLst>
            </p:cNvPr>
            <p:cNvSpPr/>
            <p:nvPr/>
          </p:nvSpPr>
          <p:spPr>
            <a:xfrm>
              <a:off x="6410838" y="2808294"/>
              <a:ext cx="1066231" cy="1086021"/>
            </a:xfrm>
            <a:custGeom>
              <a:avLst/>
              <a:gdLst>
                <a:gd name="connsiteX0" fmla="*/ 0 w 1066231"/>
                <a:gd name="connsiteY0" fmla="*/ 1228 h 1086021"/>
                <a:gd name="connsiteX1" fmla="*/ 283955 w 1066231"/>
                <a:gd name="connsiteY1" fmla="*/ 1228 h 1086021"/>
                <a:gd name="connsiteX2" fmla="*/ 526381 w 1066231"/>
                <a:gd name="connsiteY2" fmla="*/ 790691 h 1086021"/>
                <a:gd name="connsiteX3" fmla="*/ 539381 w 1066231"/>
                <a:gd name="connsiteY3" fmla="*/ 790691 h 1086021"/>
                <a:gd name="connsiteX4" fmla="*/ 777545 w 1066231"/>
                <a:gd name="connsiteY4" fmla="*/ 0 h 1086021"/>
                <a:gd name="connsiteX5" fmla="*/ 1066232 w 1066231"/>
                <a:gd name="connsiteY5" fmla="*/ 0 h 1086021"/>
                <a:gd name="connsiteX6" fmla="*/ 675346 w 1066231"/>
                <a:gd name="connsiteY6" fmla="*/ 1086021 h 1086021"/>
                <a:gd name="connsiteX7" fmla="*/ 394821 w 1066231"/>
                <a:gd name="connsiteY7" fmla="*/ 1084866 h 1086021"/>
                <a:gd name="connsiteX8" fmla="*/ 0 w 1066231"/>
                <a:gd name="connsiteY8" fmla="*/ 1228 h 108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231" h="1086021">
                  <a:moveTo>
                    <a:pt x="0" y="1228"/>
                  </a:moveTo>
                  <a:lnTo>
                    <a:pt x="283955" y="1228"/>
                  </a:lnTo>
                  <a:lnTo>
                    <a:pt x="526381" y="790691"/>
                  </a:lnTo>
                  <a:lnTo>
                    <a:pt x="539381" y="790691"/>
                  </a:lnTo>
                  <a:lnTo>
                    <a:pt x="777545" y="0"/>
                  </a:lnTo>
                  <a:lnTo>
                    <a:pt x="1066232" y="0"/>
                  </a:lnTo>
                  <a:lnTo>
                    <a:pt x="675346" y="1086021"/>
                  </a:lnTo>
                  <a:lnTo>
                    <a:pt x="394821" y="1084866"/>
                  </a:lnTo>
                  <a:lnTo>
                    <a:pt x="0" y="1228"/>
                  </a:lnTo>
                  <a:close/>
                </a:path>
              </a:pathLst>
            </a:custGeom>
            <a:solidFill>
              <a:schemeClr val="bg1"/>
            </a:solidFill>
            <a:ln w="0" cap="flat">
              <a:noFill/>
              <a:prstDash val="solid"/>
              <a:miter/>
            </a:ln>
          </p:spPr>
          <p:txBody>
            <a:bodyPr rtlCol="0" anchor="ctr"/>
            <a:lstStyle/>
            <a:p>
              <a:endParaRPr lang="de-DE"/>
            </a:p>
          </p:txBody>
        </p:sp>
        <p:sp>
          <p:nvSpPr>
            <p:cNvPr id="16" name="Freihandform: Form 13">
              <a:extLst>
                <a:ext uri="{FF2B5EF4-FFF2-40B4-BE49-F238E27FC236}">
                  <a16:creationId xmlns:a16="http://schemas.microsoft.com/office/drawing/2014/main" id="{BCAC0528-D774-2869-78E8-D5992464700B}"/>
                </a:ext>
              </a:extLst>
            </p:cNvPr>
            <p:cNvSpPr/>
            <p:nvPr/>
          </p:nvSpPr>
          <p:spPr>
            <a:xfrm>
              <a:off x="3393430" y="2257682"/>
              <a:ext cx="851865" cy="1636633"/>
            </a:xfrm>
            <a:custGeom>
              <a:avLst/>
              <a:gdLst>
                <a:gd name="connsiteX0" fmla="*/ 561374 w 851865"/>
                <a:gd name="connsiteY0" fmla="*/ 396700 h 1636633"/>
                <a:gd name="connsiteX1" fmla="*/ 717454 w 851865"/>
                <a:gd name="connsiteY1" fmla="*/ 227619 h 1636633"/>
                <a:gd name="connsiteX2" fmla="*/ 851866 w 851865"/>
                <a:gd name="connsiteY2" fmla="*/ 247120 h 1636633"/>
                <a:gd name="connsiteX3" fmla="*/ 851866 w 851865"/>
                <a:gd name="connsiteY3" fmla="*/ 26001 h 1636633"/>
                <a:gd name="connsiteX4" fmla="*/ 648117 w 851865"/>
                <a:gd name="connsiteY4" fmla="*/ 0 h 1636633"/>
                <a:gd name="connsiteX5" fmla="*/ 277419 w 851865"/>
                <a:gd name="connsiteY5" fmla="*/ 381496 h 1636633"/>
                <a:gd name="connsiteX6" fmla="*/ 277419 w 851865"/>
                <a:gd name="connsiteY6" fmla="*/ 550576 h 1636633"/>
                <a:gd name="connsiteX7" fmla="*/ 85226 w 851865"/>
                <a:gd name="connsiteY7" fmla="*/ 550576 h 1636633"/>
                <a:gd name="connsiteX8" fmla="*/ 0 w 851865"/>
                <a:gd name="connsiteY8" fmla="*/ 784696 h 1636633"/>
                <a:gd name="connsiteX9" fmla="*/ 277419 w 851865"/>
                <a:gd name="connsiteY9" fmla="*/ 784696 h 1636633"/>
                <a:gd name="connsiteX10" fmla="*/ 277419 w 851865"/>
                <a:gd name="connsiteY10" fmla="*/ 1636634 h 1636633"/>
                <a:gd name="connsiteX11" fmla="*/ 561410 w 851865"/>
                <a:gd name="connsiteY11" fmla="*/ 1636634 h 1636633"/>
                <a:gd name="connsiteX12" fmla="*/ 561410 w 851865"/>
                <a:gd name="connsiteY12" fmla="*/ 767831 h 1636633"/>
                <a:gd name="connsiteX13" fmla="*/ 552743 w 851865"/>
                <a:gd name="connsiteY13" fmla="*/ 784732 h 1636633"/>
                <a:gd name="connsiteX14" fmla="*/ 822650 w 851865"/>
                <a:gd name="connsiteY14" fmla="*/ 784732 h 1636633"/>
                <a:gd name="connsiteX15" fmla="*/ 822650 w 851865"/>
                <a:gd name="connsiteY15" fmla="*/ 550612 h 1636633"/>
                <a:gd name="connsiteX16" fmla="*/ 552743 w 851865"/>
                <a:gd name="connsiteY16" fmla="*/ 550612 h 1636633"/>
                <a:gd name="connsiteX17" fmla="*/ 561410 w 851865"/>
                <a:gd name="connsiteY17" fmla="*/ 585281 h 1636633"/>
                <a:gd name="connsiteX18" fmla="*/ 561410 w 851865"/>
                <a:gd name="connsiteY18" fmla="*/ 396700 h 163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1865" h="1636633">
                  <a:moveTo>
                    <a:pt x="561374" y="396700"/>
                  </a:moveTo>
                  <a:cubicBezTo>
                    <a:pt x="561374" y="273157"/>
                    <a:pt x="602543" y="227619"/>
                    <a:pt x="717454" y="227619"/>
                  </a:cubicBezTo>
                  <a:cubicBezTo>
                    <a:pt x="769492" y="227619"/>
                    <a:pt x="814995" y="236286"/>
                    <a:pt x="851866" y="247120"/>
                  </a:cubicBezTo>
                  <a:lnTo>
                    <a:pt x="851866" y="26001"/>
                  </a:lnTo>
                  <a:cubicBezTo>
                    <a:pt x="810697" y="15167"/>
                    <a:pt x="758658" y="0"/>
                    <a:pt x="648117" y="0"/>
                  </a:cubicBezTo>
                  <a:cubicBezTo>
                    <a:pt x="403164" y="0"/>
                    <a:pt x="277419" y="145246"/>
                    <a:pt x="277419" y="381496"/>
                  </a:cubicBezTo>
                  <a:lnTo>
                    <a:pt x="277419" y="550576"/>
                  </a:lnTo>
                  <a:lnTo>
                    <a:pt x="85226" y="550576"/>
                  </a:lnTo>
                  <a:lnTo>
                    <a:pt x="0" y="784696"/>
                  </a:lnTo>
                  <a:lnTo>
                    <a:pt x="277419" y="784696"/>
                  </a:lnTo>
                  <a:lnTo>
                    <a:pt x="277419" y="1636634"/>
                  </a:lnTo>
                  <a:lnTo>
                    <a:pt x="561410" y="1636634"/>
                  </a:lnTo>
                  <a:lnTo>
                    <a:pt x="561410" y="767831"/>
                  </a:lnTo>
                  <a:lnTo>
                    <a:pt x="552743" y="784732"/>
                  </a:lnTo>
                  <a:lnTo>
                    <a:pt x="822650" y="784732"/>
                  </a:lnTo>
                  <a:lnTo>
                    <a:pt x="822650" y="550612"/>
                  </a:lnTo>
                  <a:lnTo>
                    <a:pt x="552743" y="550612"/>
                  </a:lnTo>
                  <a:lnTo>
                    <a:pt x="561410" y="585281"/>
                  </a:lnTo>
                  <a:lnTo>
                    <a:pt x="561410" y="396700"/>
                  </a:lnTo>
                  <a:close/>
                </a:path>
              </a:pathLst>
            </a:custGeom>
            <a:solidFill>
              <a:schemeClr val="bg1"/>
            </a:solidFill>
            <a:ln w="0" cap="flat">
              <a:noFill/>
              <a:prstDash val="solid"/>
              <a:miter/>
            </a:ln>
          </p:spPr>
          <p:txBody>
            <a:bodyPr rtlCol="0" anchor="ctr"/>
            <a:lstStyle/>
            <a:p>
              <a:endParaRPr lang="de-DE"/>
            </a:p>
          </p:txBody>
        </p:sp>
        <p:sp>
          <p:nvSpPr>
            <p:cNvPr id="17" name="Freihandform: Form 14">
              <a:extLst>
                <a:ext uri="{FF2B5EF4-FFF2-40B4-BE49-F238E27FC236}">
                  <a16:creationId xmlns:a16="http://schemas.microsoft.com/office/drawing/2014/main" id="{414E3DF9-4D81-0920-12B3-F98AE476EFE6}"/>
                </a:ext>
              </a:extLst>
            </p:cNvPr>
            <p:cNvSpPr/>
            <p:nvPr/>
          </p:nvSpPr>
          <p:spPr>
            <a:xfrm>
              <a:off x="5437019" y="2809522"/>
              <a:ext cx="840273" cy="1083529"/>
            </a:xfrm>
            <a:custGeom>
              <a:avLst/>
              <a:gdLst>
                <a:gd name="connsiteX0" fmla="*/ 826190 w 840273"/>
                <a:gd name="connsiteY0" fmla="*/ 2492 h 1083529"/>
                <a:gd name="connsiteX1" fmla="*/ 462100 w 840273"/>
                <a:gd name="connsiteY1" fmla="*/ 341700 h 1083529"/>
                <a:gd name="connsiteX2" fmla="*/ 453108 w 840273"/>
                <a:gd name="connsiteY2" fmla="*/ 341772 h 1083529"/>
                <a:gd name="connsiteX3" fmla="*/ 464158 w 840273"/>
                <a:gd name="connsiteY3" fmla="*/ 154780 h 1083529"/>
                <a:gd name="connsiteX4" fmla="*/ 463870 w 840273"/>
                <a:gd name="connsiteY4" fmla="*/ 0 h 1083529"/>
                <a:gd name="connsiteX5" fmla="*/ 82410 w 840273"/>
                <a:gd name="connsiteY5" fmla="*/ 0 h 1083529"/>
                <a:gd name="connsiteX6" fmla="*/ 0 w 840273"/>
                <a:gd name="connsiteY6" fmla="*/ 224875 h 1083529"/>
                <a:gd name="connsiteX7" fmla="*/ 212849 w 840273"/>
                <a:gd name="connsiteY7" fmla="*/ 224875 h 1083529"/>
                <a:gd name="connsiteX8" fmla="*/ 212849 w 840273"/>
                <a:gd name="connsiteY8" fmla="*/ 1083530 h 1083529"/>
                <a:gd name="connsiteX9" fmla="*/ 488535 w 840273"/>
                <a:gd name="connsiteY9" fmla="*/ 1083530 h 1083529"/>
                <a:gd name="connsiteX10" fmla="*/ 488535 w 840273"/>
                <a:gd name="connsiteY10" fmla="*/ 684266 h 1083529"/>
                <a:gd name="connsiteX11" fmla="*/ 760970 w 840273"/>
                <a:gd name="connsiteY11" fmla="*/ 332708 h 1083529"/>
                <a:gd name="connsiteX12" fmla="*/ 840274 w 840273"/>
                <a:gd name="connsiteY12" fmla="*/ 332708 h 1083529"/>
                <a:gd name="connsiteX13" fmla="*/ 840274 w 840273"/>
                <a:gd name="connsiteY13" fmla="*/ 2456 h 1083529"/>
                <a:gd name="connsiteX14" fmla="*/ 826153 w 840273"/>
                <a:gd name="connsiteY14" fmla="*/ 2456 h 108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0273" h="1083529">
                  <a:moveTo>
                    <a:pt x="826190" y="2492"/>
                  </a:moveTo>
                  <a:cubicBezTo>
                    <a:pt x="640786" y="2492"/>
                    <a:pt x="490918" y="119786"/>
                    <a:pt x="462100" y="341700"/>
                  </a:cubicBezTo>
                  <a:lnTo>
                    <a:pt x="453108" y="341772"/>
                  </a:lnTo>
                  <a:lnTo>
                    <a:pt x="464158" y="154780"/>
                  </a:lnTo>
                  <a:lnTo>
                    <a:pt x="463870" y="0"/>
                  </a:lnTo>
                  <a:lnTo>
                    <a:pt x="82410" y="0"/>
                  </a:lnTo>
                  <a:lnTo>
                    <a:pt x="0" y="224875"/>
                  </a:lnTo>
                  <a:lnTo>
                    <a:pt x="212849" y="224875"/>
                  </a:lnTo>
                  <a:lnTo>
                    <a:pt x="212849" y="1083530"/>
                  </a:lnTo>
                  <a:lnTo>
                    <a:pt x="488535" y="1083530"/>
                  </a:lnTo>
                  <a:lnTo>
                    <a:pt x="488535" y="684266"/>
                  </a:lnTo>
                  <a:cubicBezTo>
                    <a:pt x="488535" y="440432"/>
                    <a:pt x="517894" y="332708"/>
                    <a:pt x="760970" y="332708"/>
                  </a:cubicBezTo>
                  <a:lnTo>
                    <a:pt x="840274" y="332708"/>
                  </a:lnTo>
                  <a:lnTo>
                    <a:pt x="840274" y="2456"/>
                  </a:lnTo>
                  <a:lnTo>
                    <a:pt x="826153" y="2456"/>
                  </a:lnTo>
                  <a:close/>
                </a:path>
              </a:pathLst>
            </a:custGeom>
            <a:solidFill>
              <a:schemeClr val="bg1"/>
            </a:solidFill>
            <a:ln w="0" cap="flat">
              <a:noFill/>
              <a:prstDash val="solid"/>
              <a:miter/>
            </a:ln>
          </p:spPr>
          <p:txBody>
            <a:bodyPr rtlCol="0" anchor="ctr"/>
            <a:lstStyle/>
            <a:p>
              <a:endParaRPr lang="de-DE"/>
            </a:p>
          </p:txBody>
        </p:sp>
        <p:sp>
          <p:nvSpPr>
            <p:cNvPr id="18" name="Freihandform: Form 15">
              <a:extLst>
                <a:ext uri="{FF2B5EF4-FFF2-40B4-BE49-F238E27FC236}">
                  <a16:creationId xmlns:a16="http://schemas.microsoft.com/office/drawing/2014/main" id="{8735F50D-0BA8-7023-F046-3376CE69D7BB}"/>
                </a:ext>
              </a:extLst>
            </p:cNvPr>
            <p:cNvSpPr/>
            <p:nvPr/>
          </p:nvSpPr>
          <p:spPr>
            <a:xfrm>
              <a:off x="7188817" y="4190765"/>
              <a:ext cx="848471" cy="1094074"/>
            </a:xfrm>
            <a:custGeom>
              <a:avLst/>
              <a:gdLst>
                <a:gd name="connsiteX0" fmla="*/ 834171 w 848471"/>
                <a:gd name="connsiteY0" fmla="*/ 2528 h 1094074"/>
                <a:gd name="connsiteX1" fmla="*/ 466542 w 848471"/>
                <a:gd name="connsiteY1" fmla="*/ 345022 h 1094074"/>
                <a:gd name="connsiteX2" fmla="*/ 457478 w 848471"/>
                <a:gd name="connsiteY2" fmla="*/ 345094 h 1094074"/>
                <a:gd name="connsiteX3" fmla="*/ 468636 w 848471"/>
                <a:gd name="connsiteY3" fmla="*/ 156296 h 1094074"/>
                <a:gd name="connsiteX4" fmla="*/ 468348 w 848471"/>
                <a:gd name="connsiteY4" fmla="*/ 0 h 1094074"/>
                <a:gd name="connsiteX5" fmla="*/ 83204 w 848471"/>
                <a:gd name="connsiteY5" fmla="*/ 0 h 1094074"/>
                <a:gd name="connsiteX6" fmla="*/ 0 w 848471"/>
                <a:gd name="connsiteY6" fmla="*/ 227078 h 1094074"/>
                <a:gd name="connsiteX7" fmla="*/ 214944 w 848471"/>
                <a:gd name="connsiteY7" fmla="*/ 227078 h 1094074"/>
                <a:gd name="connsiteX8" fmla="*/ 214944 w 848471"/>
                <a:gd name="connsiteY8" fmla="*/ 1094075 h 1094074"/>
                <a:gd name="connsiteX9" fmla="*/ 493302 w 848471"/>
                <a:gd name="connsiteY9" fmla="*/ 1094075 h 1094074"/>
                <a:gd name="connsiteX10" fmla="*/ 493302 w 848471"/>
                <a:gd name="connsiteY10" fmla="*/ 690911 h 1094074"/>
                <a:gd name="connsiteX11" fmla="*/ 768409 w 848471"/>
                <a:gd name="connsiteY11" fmla="*/ 335958 h 1094074"/>
                <a:gd name="connsiteX12" fmla="*/ 848471 w 848471"/>
                <a:gd name="connsiteY12" fmla="*/ 335958 h 1094074"/>
                <a:gd name="connsiteX13" fmla="*/ 848471 w 848471"/>
                <a:gd name="connsiteY13" fmla="*/ 2528 h 1094074"/>
                <a:gd name="connsiteX14" fmla="*/ 834207 w 848471"/>
                <a:gd name="connsiteY14" fmla="*/ 2528 h 109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8471" h="1094074">
                  <a:moveTo>
                    <a:pt x="834171" y="2528"/>
                  </a:moveTo>
                  <a:cubicBezTo>
                    <a:pt x="646962" y="2528"/>
                    <a:pt x="495649" y="120942"/>
                    <a:pt x="466542" y="345022"/>
                  </a:cubicBezTo>
                  <a:lnTo>
                    <a:pt x="457478" y="345094"/>
                  </a:lnTo>
                  <a:lnTo>
                    <a:pt x="468636" y="156296"/>
                  </a:lnTo>
                  <a:lnTo>
                    <a:pt x="468348" y="0"/>
                  </a:lnTo>
                  <a:lnTo>
                    <a:pt x="83204" y="0"/>
                  </a:lnTo>
                  <a:lnTo>
                    <a:pt x="0" y="227078"/>
                  </a:lnTo>
                  <a:lnTo>
                    <a:pt x="214944" y="227078"/>
                  </a:lnTo>
                  <a:lnTo>
                    <a:pt x="214944" y="1094075"/>
                  </a:lnTo>
                  <a:lnTo>
                    <a:pt x="493302" y="1094075"/>
                  </a:lnTo>
                  <a:lnTo>
                    <a:pt x="493302" y="690911"/>
                  </a:lnTo>
                  <a:cubicBezTo>
                    <a:pt x="493302" y="444730"/>
                    <a:pt x="522950" y="335958"/>
                    <a:pt x="768409" y="335958"/>
                  </a:cubicBezTo>
                  <a:lnTo>
                    <a:pt x="848471" y="335958"/>
                  </a:lnTo>
                  <a:lnTo>
                    <a:pt x="848471" y="2528"/>
                  </a:lnTo>
                  <a:lnTo>
                    <a:pt x="834207" y="2528"/>
                  </a:lnTo>
                  <a:close/>
                </a:path>
              </a:pathLst>
            </a:custGeom>
            <a:solidFill>
              <a:schemeClr val="bg1"/>
            </a:solidFill>
            <a:ln w="0" cap="flat">
              <a:noFill/>
              <a:prstDash val="solid"/>
              <a:miter/>
            </a:ln>
          </p:spPr>
          <p:txBody>
            <a:bodyPr rtlCol="0" anchor="ctr"/>
            <a:lstStyle/>
            <a:p>
              <a:endParaRPr lang="de-DE"/>
            </a:p>
          </p:txBody>
        </p:sp>
        <p:sp>
          <p:nvSpPr>
            <p:cNvPr id="19" name="Freihandform: Form 16">
              <a:extLst>
                <a:ext uri="{FF2B5EF4-FFF2-40B4-BE49-F238E27FC236}">
                  <a16:creationId xmlns:a16="http://schemas.microsoft.com/office/drawing/2014/main" id="{311D18AC-7BA1-0080-8301-3BA2AA0B5E05}"/>
                </a:ext>
              </a:extLst>
            </p:cNvPr>
            <p:cNvSpPr/>
            <p:nvPr/>
          </p:nvSpPr>
          <p:spPr>
            <a:xfrm>
              <a:off x="7359955" y="2808294"/>
              <a:ext cx="682026" cy="1086021"/>
            </a:xfrm>
            <a:custGeom>
              <a:avLst/>
              <a:gdLst>
                <a:gd name="connsiteX0" fmla="*/ 0 w 682026"/>
                <a:gd name="connsiteY0" fmla="*/ 1086021 h 1086021"/>
                <a:gd name="connsiteX1" fmla="*/ 286772 w 682026"/>
                <a:gd name="connsiteY1" fmla="*/ 1086021 h 1086021"/>
                <a:gd name="connsiteX2" fmla="*/ 682027 w 682026"/>
                <a:gd name="connsiteY2" fmla="*/ 0 h 1086021"/>
                <a:gd name="connsiteX3" fmla="*/ 395291 w 682026"/>
                <a:gd name="connsiteY3" fmla="*/ 0 h 1086021"/>
                <a:gd name="connsiteX4" fmla="*/ 0 w 682026"/>
                <a:gd name="connsiteY4" fmla="*/ 1086021 h 108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026" h="1086021">
                  <a:moveTo>
                    <a:pt x="0" y="1086021"/>
                  </a:moveTo>
                  <a:lnTo>
                    <a:pt x="286772" y="1086021"/>
                  </a:lnTo>
                  <a:lnTo>
                    <a:pt x="682027" y="0"/>
                  </a:lnTo>
                  <a:lnTo>
                    <a:pt x="395291" y="0"/>
                  </a:lnTo>
                  <a:lnTo>
                    <a:pt x="0" y="1086021"/>
                  </a:lnTo>
                  <a:close/>
                </a:path>
              </a:pathLst>
            </a:custGeom>
            <a:solidFill>
              <a:schemeClr val="bg1"/>
            </a:solidFill>
            <a:ln w="0" cap="flat">
              <a:noFill/>
              <a:prstDash val="solid"/>
              <a:miter/>
            </a:ln>
          </p:spPr>
          <p:txBody>
            <a:bodyPr rtlCol="0" anchor="ctr"/>
            <a:lstStyle/>
            <a:p>
              <a:endParaRPr lang="de-DE"/>
            </a:p>
          </p:txBody>
        </p:sp>
        <p:sp>
          <p:nvSpPr>
            <p:cNvPr id="20" name="Freihandform: Form 17">
              <a:extLst>
                <a:ext uri="{FF2B5EF4-FFF2-40B4-BE49-F238E27FC236}">
                  <a16:creationId xmlns:a16="http://schemas.microsoft.com/office/drawing/2014/main" id="{7FBF8150-2700-0D05-A05E-98BF121A5E10}"/>
                </a:ext>
              </a:extLst>
            </p:cNvPr>
            <p:cNvSpPr/>
            <p:nvPr/>
          </p:nvSpPr>
          <p:spPr>
            <a:xfrm>
              <a:off x="3838015" y="4167870"/>
              <a:ext cx="1029649" cy="1116969"/>
            </a:xfrm>
            <a:custGeom>
              <a:avLst/>
              <a:gdLst>
                <a:gd name="connsiteX0" fmla="*/ 671879 w 1029649"/>
                <a:gd name="connsiteY0" fmla="*/ 898668 h 1116969"/>
                <a:gd name="connsiteX1" fmla="*/ 329385 w 1029649"/>
                <a:gd name="connsiteY1" fmla="*/ 1116970 h 1116969"/>
                <a:gd name="connsiteX2" fmla="*/ 0 w 1029649"/>
                <a:gd name="connsiteY2" fmla="*/ 837601 h 1116969"/>
                <a:gd name="connsiteX3" fmla="*/ 390452 w 1029649"/>
                <a:gd name="connsiteY3" fmla="*/ 499477 h 1116969"/>
                <a:gd name="connsiteX4" fmla="*/ 669676 w 1029649"/>
                <a:gd name="connsiteY4" fmla="*/ 416598 h 1116969"/>
                <a:gd name="connsiteX5" fmla="*/ 669676 w 1029649"/>
                <a:gd name="connsiteY5" fmla="*/ 392619 h 1116969"/>
                <a:gd name="connsiteX6" fmla="*/ 484273 w 1029649"/>
                <a:gd name="connsiteY6" fmla="*/ 224658 h 1116969"/>
                <a:gd name="connsiteX7" fmla="*/ 235600 w 1029649"/>
                <a:gd name="connsiteY7" fmla="*/ 383916 h 1116969"/>
                <a:gd name="connsiteX8" fmla="*/ 8739 w 1029649"/>
                <a:gd name="connsiteY8" fmla="*/ 261746 h 1116969"/>
                <a:gd name="connsiteX9" fmla="*/ 514825 w 1029649"/>
                <a:gd name="connsiteY9" fmla="*/ 0 h 1116969"/>
                <a:gd name="connsiteX10" fmla="*/ 966379 w 1029649"/>
                <a:gd name="connsiteY10" fmla="*/ 410097 h 1116969"/>
                <a:gd name="connsiteX11" fmla="*/ 966379 w 1029649"/>
                <a:gd name="connsiteY11" fmla="*/ 763498 h 1116969"/>
                <a:gd name="connsiteX12" fmla="*/ 1029649 w 1029649"/>
                <a:gd name="connsiteY12" fmla="*/ 1114189 h 1116969"/>
                <a:gd name="connsiteX13" fmla="*/ 726446 w 1029649"/>
                <a:gd name="connsiteY13" fmla="*/ 1114189 h 1116969"/>
                <a:gd name="connsiteX14" fmla="*/ 671915 w 1029649"/>
                <a:gd name="connsiteY14" fmla="*/ 898740 h 1116969"/>
                <a:gd name="connsiteX15" fmla="*/ 677152 w 1029649"/>
                <a:gd name="connsiteY15" fmla="*/ 712615 h 1116969"/>
                <a:gd name="connsiteX16" fmla="*/ 677152 w 1029649"/>
                <a:gd name="connsiteY16" fmla="*/ 544473 h 1116969"/>
                <a:gd name="connsiteX17" fmla="*/ 677152 w 1029649"/>
                <a:gd name="connsiteY17" fmla="*/ 544473 h 1116969"/>
                <a:gd name="connsiteX18" fmla="*/ 533170 w 1029649"/>
                <a:gd name="connsiteY18" fmla="*/ 606334 h 1116969"/>
                <a:gd name="connsiteX19" fmla="*/ 308476 w 1029649"/>
                <a:gd name="connsiteY19" fmla="*/ 784588 h 1116969"/>
                <a:gd name="connsiteX20" fmla="*/ 441552 w 1029649"/>
                <a:gd name="connsiteY20" fmla="*/ 919830 h 1116969"/>
                <a:gd name="connsiteX21" fmla="*/ 677152 w 1029649"/>
                <a:gd name="connsiteY21" fmla="*/ 712615 h 111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9649" h="1116969">
                  <a:moveTo>
                    <a:pt x="671879" y="898668"/>
                  </a:moveTo>
                  <a:cubicBezTo>
                    <a:pt x="621068" y="1043155"/>
                    <a:pt x="486476" y="1116970"/>
                    <a:pt x="329385" y="1116970"/>
                  </a:cubicBezTo>
                  <a:cubicBezTo>
                    <a:pt x="119967" y="1116970"/>
                    <a:pt x="0" y="1018635"/>
                    <a:pt x="0" y="837601"/>
                  </a:cubicBezTo>
                  <a:cubicBezTo>
                    <a:pt x="0" y="630350"/>
                    <a:pt x="163591" y="545304"/>
                    <a:pt x="390452" y="499477"/>
                  </a:cubicBezTo>
                  <a:cubicBezTo>
                    <a:pt x="578058" y="460222"/>
                    <a:pt x="660937" y="440577"/>
                    <a:pt x="669676" y="416598"/>
                  </a:cubicBezTo>
                  <a:lnTo>
                    <a:pt x="669676" y="392619"/>
                  </a:lnTo>
                  <a:cubicBezTo>
                    <a:pt x="669676" y="287928"/>
                    <a:pt x="617313" y="224658"/>
                    <a:pt x="484273" y="224658"/>
                  </a:cubicBezTo>
                  <a:cubicBezTo>
                    <a:pt x="351233" y="224658"/>
                    <a:pt x="270485" y="303167"/>
                    <a:pt x="235600" y="383916"/>
                  </a:cubicBezTo>
                  <a:lnTo>
                    <a:pt x="8739" y="261746"/>
                  </a:lnTo>
                  <a:cubicBezTo>
                    <a:pt x="87285" y="100321"/>
                    <a:pt x="279224" y="0"/>
                    <a:pt x="514825" y="0"/>
                  </a:cubicBezTo>
                  <a:cubicBezTo>
                    <a:pt x="822398" y="0"/>
                    <a:pt x="966379" y="143982"/>
                    <a:pt x="966379" y="410097"/>
                  </a:cubicBezTo>
                  <a:lnTo>
                    <a:pt x="966379" y="763498"/>
                  </a:lnTo>
                  <a:cubicBezTo>
                    <a:pt x="966379" y="990358"/>
                    <a:pt x="992561" y="1083674"/>
                    <a:pt x="1029649" y="1114189"/>
                  </a:cubicBezTo>
                  <a:lnTo>
                    <a:pt x="726446" y="1114189"/>
                  </a:lnTo>
                  <a:cubicBezTo>
                    <a:pt x="700264" y="1090210"/>
                    <a:pt x="678452" y="1023077"/>
                    <a:pt x="671915" y="898740"/>
                  </a:cubicBezTo>
                  <a:close/>
                  <a:moveTo>
                    <a:pt x="677152" y="712615"/>
                  </a:moveTo>
                  <a:lnTo>
                    <a:pt x="677152" y="544473"/>
                  </a:lnTo>
                  <a:lnTo>
                    <a:pt x="677152" y="544473"/>
                  </a:lnTo>
                  <a:cubicBezTo>
                    <a:pt x="647575" y="571811"/>
                    <a:pt x="611715" y="582356"/>
                    <a:pt x="533170" y="606334"/>
                  </a:cubicBezTo>
                  <a:cubicBezTo>
                    <a:pt x="384855" y="647792"/>
                    <a:pt x="308476" y="686433"/>
                    <a:pt x="308476" y="784588"/>
                  </a:cubicBezTo>
                  <a:cubicBezTo>
                    <a:pt x="308476" y="871836"/>
                    <a:pt x="369543" y="919830"/>
                    <a:pt x="441552" y="919830"/>
                  </a:cubicBezTo>
                  <a:cubicBezTo>
                    <a:pt x="550612" y="919830"/>
                    <a:pt x="655340" y="839118"/>
                    <a:pt x="677152" y="712615"/>
                  </a:cubicBezTo>
                  <a:close/>
                </a:path>
              </a:pathLst>
            </a:custGeom>
            <a:solidFill>
              <a:schemeClr val="bg1"/>
            </a:solidFill>
            <a:ln w="0" cap="flat">
              <a:noFill/>
              <a:prstDash val="solid"/>
              <a:miter/>
            </a:ln>
          </p:spPr>
          <p:txBody>
            <a:bodyPr rtlCol="0" anchor="ctr"/>
            <a:lstStyle/>
            <a:p>
              <a:endParaRPr lang="de-DE"/>
            </a:p>
          </p:txBody>
        </p:sp>
        <p:sp>
          <p:nvSpPr>
            <p:cNvPr id="21" name="Freihandform: Form 18">
              <a:extLst>
                <a:ext uri="{FF2B5EF4-FFF2-40B4-BE49-F238E27FC236}">
                  <a16:creationId xmlns:a16="http://schemas.microsoft.com/office/drawing/2014/main" id="{B13CA858-01DD-D948-1929-16FDA2F8CF21}"/>
                </a:ext>
              </a:extLst>
            </p:cNvPr>
            <p:cNvSpPr/>
            <p:nvPr/>
          </p:nvSpPr>
          <p:spPr>
            <a:xfrm>
              <a:off x="8099474" y="4191379"/>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7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6"/>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7"/>
                    <a:pt x="438410" y="1100177"/>
                  </a:cubicBezTo>
                  <a:cubicBezTo>
                    <a:pt x="257159" y="1100177"/>
                    <a:pt x="84323" y="1028530"/>
                    <a:pt x="0" y="889423"/>
                  </a:cubicBezTo>
                  <a:close/>
                </a:path>
              </a:pathLst>
            </a:custGeom>
            <a:solidFill>
              <a:schemeClr val="bg1"/>
            </a:solidFill>
            <a:ln w="0" cap="flat">
              <a:noFill/>
              <a:prstDash val="solid"/>
              <a:miter/>
            </a:ln>
          </p:spPr>
          <p:txBody>
            <a:bodyPr rtlCol="0" anchor="ctr"/>
            <a:lstStyle/>
            <a:p>
              <a:endParaRPr lang="de-DE"/>
            </a:p>
          </p:txBody>
        </p:sp>
        <p:sp>
          <p:nvSpPr>
            <p:cNvPr id="22" name="Freihandform: Form 19">
              <a:extLst>
                <a:ext uri="{FF2B5EF4-FFF2-40B4-BE49-F238E27FC236}">
                  <a16:creationId xmlns:a16="http://schemas.microsoft.com/office/drawing/2014/main" id="{F878BB63-0766-B99F-A211-9CBDD1748824}"/>
                </a:ext>
              </a:extLst>
            </p:cNvPr>
            <p:cNvSpPr/>
            <p:nvPr/>
          </p:nvSpPr>
          <p:spPr>
            <a:xfrm>
              <a:off x="8099474" y="2807536"/>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8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7"/>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8"/>
                    <a:pt x="438410" y="1100178"/>
                  </a:cubicBezTo>
                  <a:cubicBezTo>
                    <a:pt x="257159" y="1100178"/>
                    <a:pt x="84323" y="1028530"/>
                    <a:pt x="0" y="889423"/>
                  </a:cubicBezTo>
                  <a:close/>
                </a:path>
              </a:pathLst>
            </a:custGeom>
            <a:solidFill>
              <a:schemeClr val="bg1"/>
            </a:solidFill>
            <a:ln w="0" cap="flat">
              <a:noFill/>
              <a:prstDash val="solid"/>
              <a:miter/>
            </a:ln>
          </p:spPr>
          <p:txBody>
            <a:bodyPr rtlCol="0" anchor="ctr"/>
            <a:lstStyle/>
            <a:p>
              <a:endParaRPr lang="de-DE"/>
            </a:p>
          </p:txBody>
        </p:sp>
      </p:grpSp>
      <p:sp>
        <p:nvSpPr>
          <p:cNvPr id="5" name="TextBox 4">
            <a:extLst>
              <a:ext uri="{FF2B5EF4-FFF2-40B4-BE49-F238E27FC236}">
                <a16:creationId xmlns:a16="http://schemas.microsoft.com/office/drawing/2014/main" id="{6A07E05C-45AB-BB39-AE34-591CC2E3A7A5}"/>
              </a:ext>
            </a:extLst>
          </p:cNvPr>
          <p:cNvSpPr txBox="1"/>
          <p:nvPr userDrawn="1"/>
        </p:nvSpPr>
        <p:spPr>
          <a:xfrm>
            <a:off x="8194261" y="1258888"/>
            <a:ext cx="3692939" cy="3077766"/>
          </a:xfrm>
          <a:prstGeom prst="rect">
            <a:avLst/>
          </a:prstGeom>
          <a:noFill/>
        </p:spPr>
        <p:txBody>
          <a:bodyPr wrap="square" lIns="0" tIns="0" rIns="0" bIns="0" rtlCol="0">
            <a:noAutofit/>
          </a:bodyPr>
          <a:lstStyle/>
          <a:p>
            <a:pPr rtl="0"/>
            <a:r>
              <a:rPr lang="en-GB" sz="1200" b="1" dirty="0">
                <a:solidFill>
                  <a:schemeClr val="bg1"/>
                </a:solidFill>
              </a:rPr>
              <a:t>LinkedIn</a:t>
            </a:r>
          </a:p>
          <a:p>
            <a:pPr rtl="0"/>
            <a:r>
              <a:rPr lang="en-GB" sz="1200" dirty="0" err="1">
                <a:solidFill>
                  <a:schemeClr val="bg1"/>
                </a:solidFill>
                <a:hlinkClick r:id="rId2" tooltip="https://www.linkedin.com/company/forvis-mazars-group/">
                  <a:extLst>
                    <a:ext uri="{A12FA001-AC4F-418D-AE19-62706E023703}">
                      <ahyp:hlinkClr xmlns:ahyp="http://schemas.microsoft.com/office/drawing/2018/hyperlinkcolor" val="tx"/>
                    </a:ext>
                  </a:extLst>
                </a:hlinkClick>
              </a:rPr>
              <a:t>Forvis</a:t>
            </a:r>
            <a:r>
              <a:rPr lang="en-GB" sz="1200" dirty="0">
                <a:solidFill>
                  <a:schemeClr val="bg1"/>
                </a:solidFill>
                <a:hlinkClick r:id="rId2" tooltip="https://www.linkedin.com/company/forvis-mazars-group/">
                  <a:extLst>
                    <a:ext uri="{A12FA001-AC4F-418D-AE19-62706E023703}">
                      <ahyp:hlinkClr xmlns:ahyp="http://schemas.microsoft.com/office/drawing/2018/hyperlinkcolor" val="tx"/>
                    </a:ext>
                  </a:extLst>
                </a:hlinkClick>
              </a:rPr>
              <a:t> Mazars Group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X</a:t>
            </a:r>
          </a:p>
          <a:p>
            <a:pPr rtl="0"/>
            <a:r>
              <a:rPr lang="en-GB" sz="1200" dirty="0">
                <a:solidFill>
                  <a:schemeClr val="bg1"/>
                </a:solidFill>
                <a:hlinkClick r:id="rId3" tooltip="https://twitter.com/forvismazarsgrp">
                  <a:extLst>
                    <a:ext uri="{A12FA001-AC4F-418D-AE19-62706E023703}">
                      <ahyp:hlinkClr xmlns:ahyp="http://schemas.microsoft.com/office/drawing/2018/hyperlinkcolor" val="tx"/>
                    </a:ext>
                  </a:extLst>
                </a:hlinkClick>
              </a:rPr>
              <a:t>@ForvisMazarsGrp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Instagram</a:t>
            </a:r>
          </a:p>
          <a:p>
            <a:pPr rtl="0"/>
            <a:r>
              <a:rPr lang="en-GB" sz="1200" dirty="0">
                <a:solidFill>
                  <a:schemeClr val="bg1"/>
                </a:solidFill>
                <a:hlinkClick r:id="rId4" tooltip="https://www.instagram.com/forvismazarsgroup/">
                  <a:extLst>
                    <a:ext uri="{A12FA001-AC4F-418D-AE19-62706E023703}">
                      <ahyp:hlinkClr xmlns:ahyp="http://schemas.microsoft.com/office/drawing/2018/hyperlinkcolor" val="tx"/>
                    </a:ext>
                  </a:extLst>
                </a:hlinkClick>
              </a:rPr>
              <a:t>@forvismazarsgroup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Facebook</a:t>
            </a:r>
          </a:p>
          <a:p>
            <a:pPr rtl="0"/>
            <a:r>
              <a:rPr lang="en-GB" sz="1200" dirty="0" err="1">
                <a:solidFill>
                  <a:schemeClr val="bg1"/>
                </a:solidFill>
                <a:hlinkClick r:id="rId5" tooltip="https://www.facebook.com/forvismazarsgroup/">
                  <a:extLst>
                    <a:ext uri="{A12FA001-AC4F-418D-AE19-62706E023703}">
                      <ahyp:hlinkClr xmlns:ahyp="http://schemas.microsoft.com/office/drawing/2018/hyperlinkcolor" val="tx"/>
                    </a:ext>
                  </a:extLst>
                </a:hlinkClick>
              </a:rPr>
              <a:t>Forvis</a:t>
            </a:r>
            <a:r>
              <a:rPr lang="en-GB" sz="1200" dirty="0">
                <a:solidFill>
                  <a:schemeClr val="bg1"/>
                </a:solidFill>
                <a:hlinkClick r:id="rId5" tooltip="https://www.facebook.com/forvismazarsgroup/">
                  <a:extLst>
                    <a:ext uri="{A12FA001-AC4F-418D-AE19-62706E023703}">
                      <ahyp:hlinkClr xmlns:ahyp="http://schemas.microsoft.com/office/drawing/2018/hyperlinkcolor" val="tx"/>
                    </a:ext>
                  </a:extLst>
                </a:hlinkClick>
              </a:rPr>
              <a:t> Mazars Group</a:t>
            </a:r>
            <a:endParaRPr lang="en-GB" sz="1200" dirty="0">
              <a:solidFill>
                <a:schemeClr val="bg1"/>
              </a:solidFill>
            </a:endParaRPr>
          </a:p>
          <a:p>
            <a:pPr rtl="0"/>
            <a:endParaRPr lang="en-GB" sz="1200" dirty="0">
              <a:solidFill>
                <a:schemeClr val="bg1"/>
              </a:solidFill>
            </a:endParaRPr>
          </a:p>
          <a:p>
            <a:pPr rtl="0"/>
            <a:r>
              <a:rPr lang="en-GB" sz="1200" b="1" dirty="0">
                <a:solidFill>
                  <a:schemeClr val="bg1"/>
                </a:solidFill>
              </a:rPr>
              <a:t>YouTube</a:t>
            </a:r>
          </a:p>
          <a:p>
            <a:pPr rtl="0"/>
            <a:r>
              <a:rPr lang="en-GB" sz="1200" dirty="0">
                <a:solidFill>
                  <a:schemeClr val="bg1"/>
                </a:solidFill>
                <a:effectLst/>
                <a:hlinkClick r:id="rId6" tooltip="https://www.youtube.com/@forvismazarsgroup">
                  <a:extLst>
                    <a:ext uri="{A12FA001-AC4F-418D-AE19-62706E023703}">
                      <ahyp:hlinkClr xmlns:ahyp="http://schemas.microsoft.com/office/drawing/2018/hyperlinkcolor" val="tx"/>
                    </a:ext>
                  </a:extLst>
                </a:hlinkClick>
              </a:rPr>
              <a:t>@ForvisMazarsGroup</a:t>
            </a:r>
            <a:endParaRPr lang="en-GB" sz="1200" dirty="0">
              <a:solidFill>
                <a:schemeClr val="bg1"/>
              </a:solidFill>
            </a:endParaRPr>
          </a:p>
        </p:txBody>
      </p:sp>
    </p:spTree>
    <p:extLst>
      <p:ext uri="{BB962C8B-B14F-4D97-AF65-F5344CB8AC3E}">
        <p14:creationId xmlns:p14="http://schemas.microsoft.com/office/powerpoint/2010/main" val="3941156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7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Outro - editable white backgroun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D19440D8-36C8-9F20-5BE6-5D024AE51BA0}"/>
              </a:ext>
            </a:extLst>
          </p:cNvPr>
          <p:cNvSpPr txBox="1"/>
          <p:nvPr userDrawn="1"/>
        </p:nvSpPr>
        <p:spPr>
          <a:xfrm>
            <a:off x="304800" y="298800"/>
            <a:ext cx="1061188" cy="296081"/>
          </a:xfrm>
          <a:prstGeom prst="rect">
            <a:avLst/>
          </a:prstGeom>
          <a:noFill/>
        </p:spPr>
        <p:txBody>
          <a:bodyPr wrap="none" lIns="0" rIns="0" rtlCol="0" anchor="ctr">
            <a:noAutofit/>
          </a:bodyPr>
          <a:lstStyle/>
          <a:p>
            <a:r>
              <a:rPr lang="en-US" sz="2400" noProof="0" dirty="0"/>
              <a:t>Contact</a:t>
            </a:r>
          </a:p>
        </p:txBody>
      </p:sp>
      <p:sp>
        <p:nvSpPr>
          <p:cNvPr id="9" name="Content Placeholder 8">
            <a:extLst>
              <a:ext uri="{FF2B5EF4-FFF2-40B4-BE49-F238E27FC236}">
                <a16:creationId xmlns:a16="http://schemas.microsoft.com/office/drawing/2014/main" id="{3638F8DD-BEC9-6467-0409-DEAA51E30C84}"/>
              </a:ext>
            </a:extLst>
          </p:cNvPr>
          <p:cNvSpPr>
            <a:spLocks noGrp="1"/>
          </p:cNvSpPr>
          <p:nvPr>
            <p:ph sz="quarter" idx="10"/>
          </p:nvPr>
        </p:nvSpPr>
        <p:spPr>
          <a:xfrm>
            <a:off x="304799" y="1729024"/>
            <a:ext cx="7558158" cy="2520000"/>
          </a:xfrm>
        </p:spPr>
        <p:txBody>
          <a:bodyPr tIns="0" numCol="2" spcCol="288000"/>
          <a:lstStyle>
            <a:lvl1pPr marL="0" indent="0">
              <a:spcAft>
                <a:spcPts val="0"/>
              </a:spcAft>
              <a:buNone/>
              <a:defRPr sz="1000" b="1"/>
            </a:lvl1pPr>
            <a:lvl2pPr marL="0" indent="0">
              <a:spcAft>
                <a:spcPts val="0"/>
              </a:spcAft>
              <a:buNone/>
              <a:defRPr sz="1000"/>
            </a:lvl2pPr>
            <a:lvl3pPr marL="357188" indent="0">
              <a:spcAft>
                <a:spcPts val="0"/>
              </a:spcAft>
              <a:buNone/>
              <a:defRPr sz="1000"/>
            </a:lvl3pPr>
            <a:lvl4pPr marL="534988" indent="0">
              <a:spcAft>
                <a:spcPts val="0"/>
              </a:spcAft>
              <a:buNone/>
              <a:defRPr sz="1000"/>
            </a:lvl4pPr>
            <a:lvl5pPr marL="715963" indent="0">
              <a:spcAft>
                <a:spcPts val="0"/>
              </a:spcAft>
              <a:buNone/>
              <a:defRPr sz="1000"/>
            </a:lvl5pPr>
          </a:lstStyle>
          <a:p>
            <a:pPr lvl="0"/>
            <a:r>
              <a:rPr lang="ko-KR" altLang="en-US" noProof="0"/>
              <a:t>마스터 텍스트 스타일을 편집하려면 클릭</a:t>
            </a:r>
          </a:p>
          <a:p>
            <a:pPr lvl="1"/>
            <a:r>
              <a:rPr lang="ko-KR" altLang="en-US" noProof="0"/>
              <a:t>두 번째 수준</a:t>
            </a:r>
          </a:p>
        </p:txBody>
      </p:sp>
      <p:sp>
        <p:nvSpPr>
          <p:cNvPr id="2" name="TextBox 1">
            <a:extLst>
              <a:ext uri="{FF2B5EF4-FFF2-40B4-BE49-F238E27FC236}">
                <a16:creationId xmlns:a16="http://schemas.microsoft.com/office/drawing/2014/main" id="{31154649-4A4B-29E4-6982-D75D679FBBB3}"/>
              </a:ext>
            </a:extLst>
          </p:cNvPr>
          <p:cNvSpPr txBox="1"/>
          <p:nvPr userDrawn="1"/>
        </p:nvSpPr>
        <p:spPr>
          <a:xfrm>
            <a:off x="304800" y="1260000"/>
            <a:ext cx="3268869" cy="369332"/>
          </a:xfrm>
          <a:prstGeom prst="rect">
            <a:avLst/>
          </a:prstGeom>
          <a:noFill/>
        </p:spPr>
        <p:txBody>
          <a:bodyPr wrap="square" lIns="0" rIns="0" rtlCol="0">
            <a:spAutoFit/>
          </a:bodyPr>
          <a:lstStyle/>
          <a:p>
            <a:r>
              <a:rPr lang="en-US" b="1" noProof="0" dirty="0" err="1"/>
              <a:t>Forvis</a:t>
            </a:r>
            <a:r>
              <a:rPr lang="en-US" b="1" noProof="0" dirty="0"/>
              <a:t> Mazars</a:t>
            </a:r>
          </a:p>
        </p:txBody>
      </p:sp>
      <p:sp>
        <p:nvSpPr>
          <p:cNvPr id="6" name="Footer Placeholder 4">
            <a:extLst>
              <a:ext uri="{FF2B5EF4-FFF2-40B4-BE49-F238E27FC236}">
                <a16:creationId xmlns:a16="http://schemas.microsoft.com/office/drawing/2014/main" id="{5DCD00FD-34AE-282D-C880-195BA8A87E3C}"/>
              </a:ext>
            </a:extLst>
          </p:cNvPr>
          <p:cNvSpPr txBox="1">
            <a:spLocks/>
          </p:cNvSpPr>
          <p:nvPr userDrawn="1"/>
        </p:nvSpPr>
        <p:spPr>
          <a:xfrm>
            <a:off x="304799" y="5585255"/>
            <a:ext cx="3268869" cy="270000"/>
          </a:xfrm>
          <a:prstGeom prst="rect">
            <a:avLst/>
          </a:prstGeom>
        </p:spPr>
        <p:txBody>
          <a:bodyPr vert="horz" lIns="0" tIns="45720" rIns="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000" noProof="0" dirty="0">
                <a:solidFill>
                  <a:schemeClr val="tx1"/>
                </a:solidFill>
              </a:rPr>
              <a:t>© </a:t>
            </a:r>
            <a:r>
              <a:rPr lang="en-GB" sz="1000" noProof="0" dirty="0" err="1">
                <a:solidFill>
                  <a:schemeClr val="tx1"/>
                </a:solidFill>
              </a:rPr>
              <a:t>Forvis</a:t>
            </a:r>
            <a:r>
              <a:rPr lang="en-GB" sz="1000" noProof="0" dirty="0">
                <a:solidFill>
                  <a:schemeClr val="tx1"/>
                </a:solidFill>
              </a:rPr>
              <a:t> Mazars 2024. All rights reserved.</a:t>
            </a:r>
          </a:p>
        </p:txBody>
      </p:sp>
      <p:sp>
        <p:nvSpPr>
          <p:cNvPr id="5" name="Text Placeholder 35">
            <a:extLst>
              <a:ext uri="{FF2B5EF4-FFF2-40B4-BE49-F238E27FC236}">
                <a16:creationId xmlns:a16="http://schemas.microsoft.com/office/drawing/2014/main" id="{9C6042AF-CA98-5D4F-3D53-833BF69333E5}"/>
              </a:ext>
            </a:extLst>
          </p:cNvPr>
          <p:cNvSpPr>
            <a:spLocks noGrp="1"/>
          </p:cNvSpPr>
          <p:nvPr>
            <p:ph type="body" sz="quarter" idx="27" hasCustomPrompt="1"/>
          </p:nvPr>
        </p:nvSpPr>
        <p:spPr>
          <a:xfrm>
            <a:off x="8170332" y="1258888"/>
            <a:ext cx="3712105" cy="2520000"/>
          </a:xfrm>
        </p:spPr>
        <p:txBody>
          <a:bodyPr/>
          <a:lstStyle>
            <a:lvl1pPr marL="0" indent="0">
              <a:buNone/>
              <a:defRPr b="1">
                <a:solidFill>
                  <a:schemeClr val="tx1"/>
                </a:solidFill>
              </a:defRPr>
            </a:lvl1pPr>
            <a:lvl2pPr marL="0" indent="0">
              <a:spcBef>
                <a:spcPts val="0"/>
              </a:spcBef>
              <a:spcAft>
                <a:spcPts val="300"/>
              </a:spcAft>
              <a:buNone/>
              <a:defRPr b="0">
                <a:solidFill>
                  <a:schemeClr val="bg1"/>
                </a:solidFill>
              </a:defRPr>
            </a:lvl2pPr>
            <a:lvl3pPr marL="0" indent="0">
              <a:buNone/>
              <a:defRPr b="0">
                <a:solidFill>
                  <a:schemeClr val="bg1"/>
                </a:solidFill>
              </a:defRPr>
            </a:lvl3pPr>
            <a:lvl4pPr marL="0" indent="1588">
              <a:buNone/>
              <a:defRPr b="0">
                <a:solidFill>
                  <a:schemeClr val="bg1"/>
                </a:solidFill>
              </a:defRPr>
            </a:lvl4pPr>
            <a:lvl5pPr marL="0" indent="0">
              <a:buNone/>
              <a:defRPr b="0">
                <a:solidFill>
                  <a:schemeClr val="bg1"/>
                </a:solidFill>
              </a:defRPr>
            </a:lvl5pPr>
          </a:lstStyle>
          <a:p>
            <a:pPr lvl="0"/>
            <a:r>
              <a:rPr lang="en-US" dirty="0"/>
              <a:t>Add social media links here</a:t>
            </a:r>
          </a:p>
        </p:txBody>
      </p:sp>
      <p:sp>
        <p:nvSpPr>
          <p:cNvPr id="7" name="Text Placeholder 8">
            <a:extLst>
              <a:ext uri="{FF2B5EF4-FFF2-40B4-BE49-F238E27FC236}">
                <a16:creationId xmlns:a16="http://schemas.microsoft.com/office/drawing/2014/main" id="{77FEB549-0F87-A538-F4B9-811388A1BED0}"/>
              </a:ext>
            </a:extLst>
          </p:cNvPr>
          <p:cNvSpPr>
            <a:spLocks noGrp="1"/>
          </p:cNvSpPr>
          <p:nvPr>
            <p:ph type="body" sz="quarter" idx="28" hasCustomPrompt="1"/>
          </p:nvPr>
        </p:nvSpPr>
        <p:spPr>
          <a:xfrm>
            <a:off x="304799" y="4536000"/>
            <a:ext cx="7558158" cy="941933"/>
          </a:xfrm>
        </p:spPr>
        <p:txBody>
          <a:bodyPr/>
          <a:lstStyle>
            <a:lvl1pPr marL="0" indent="0">
              <a:buNone/>
              <a:defRPr sz="1000">
                <a:solidFill>
                  <a:schemeClr val="tx1"/>
                </a:solidFill>
              </a:defRPr>
            </a:lvl1pPr>
            <a:lvl2pPr>
              <a:defRPr sz="1000"/>
            </a:lvl2pPr>
            <a:lvl3pPr>
              <a:defRPr sz="1000"/>
            </a:lvl3pPr>
            <a:lvl4pPr>
              <a:defRPr sz="1000"/>
            </a:lvl4pPr>
            <a:lvl5pPr>
              <a:defRPr sz="1000"/>
            </a:lvl5pPr>
          </a:lstStyle>
          <a:p>
            <a:pPr lvl="0"/>
            <a:r>
              <a:rPr lang="en-GB" dirty="0"/>
              <a:t>The contents of this document are confidential and not for distribution to anyone other than the recipients. Disclosure to third parties cannot be made without the prior written consent of [</a:t>
            </a:r>
            <a:r>
              <a:rPr lang="en-GB" dirty="0" err="1"/>
              <a:t>Forvis</a:t>
            </a:r>
            <a:r>
              <a:rPr lang="en-GB" dirty="0"/>
              <a:t> Mazars xxx : adapt for legal entity].</a:t>
            </a:r>
            <a:endParaRPr lang="en-US" dirty="0"/>
          </a:p>
        </p:txBody>
      </p:sp>
      <p:sp>
        <p:nvSpPr>
          <p:cNvPr id="3" name="TextBox 2">
            <a:extLst>
              <a:ext uri="{FF2B5EF4-FFF2-40B4-BE49-F238E27FC236}">
                <a16:creationId xmlns:a16="http://schemas.microsoft.com/office/drawing/2014/main" id="{6171E355-0B80-FC55-839B-E1D00403BB83}"/>
              </a:ext>
            </a:extLst>
          </p:cNvPr>
          <p:cNvSpPr txBox="1"/>
          <p:nvPr userDrawn="1"/>
        </p:nvSpPr>
        <p:spPr>
          <a:xfrm>
            <a:off x="8194261" y="298800"/>
            <a:ext cx="1496051" cy="296081"/>
          </a:xfrm>
          <a:prstGeom prst="rect">
            <a:avLst/>
          </a:prstGeom>
          <a:noFill/>
        </p:spPr>
        <p:txBody>
          <a:bodyPr wrap="none" lIns="0" rIns="0" rtlCol="0" anchor="ctr">
            <a:noAutofit/>
          </a:bodyPr>
          <a:lstStyle/>
          <a:p>
            <a:r>
              <a:rPr lang="en-GB" sz="2400" dirty="0">
                <a:solidFill>
                  <a:schemeClr val="tx1"/>
                </a:solidFill>
              </a:rPr>
              <a:t>Follow us</a:t>
            </a:r>
          </a:p>
        </p:txBody>
      </p:sp>
      <p:pic>
        <p:nvPicPr>
          <p:cNvPr id="8" name="Grafik 11">
            <a:extLst>
              <a:ext uri="{FF2B5EF4-FFF2-40B4-BE49-F238E27FC236}">
                <a16:creationId xmlns:a16="http://schemas.microsoft.com/office/drawing/2014/main" id="{40D8D18D-A576-7317-B790-8565F1D3C2A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Tree>
    <p:extLst>
      <p:ext uri="{BB962C8B-B14F-4D97-AF65-F5344CB8AC3E}">
        <p14:creationId xmlns:p14="http://schemas.microsoft.com/office/powerpoint/2010/main" val="425399737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7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_Outro - editable true blue background">
    <p:bg>
      <p:bgPr>
        <a:solidFill>
          <a:schemeClr val="tx2"/>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D19440D8-36C8-9F20-5BE6-5D024AE51BA0}"/>
              </a:ext>
            </a:extLst>
          </p:cNvPr>
          <p:cNvSpPr txBox="1"/>
          <p:nvPr userDrawn="1"/>
        </p:nvSpPr>
        <p:spPr>
          <a:xfrm>
            <a:off x="304800" y="298800"/>
            <a:ext cx="1061188" cy="296081"/>
          </a:xfrm>
          <a:prstGeom prst="rect">
            <a:avLst/>
          </a:prstGeom>
          <a:noFill/>
        </p:spPr>
        <p:txBody>
          <a:bodyPr wrap="none" lIns="0" rIns="0" rtlCol="0" anchor="ctr">
            <a:noAutofit/>
          </a:bodyPr>
          <a:lstStyle/>
          <a:p>
            <a:r>
              <a:rPr lang="en-US" sz="2400" noProof="0" dirty="0">
                <a:solidFill>
                  <a:schemeClr val="bg1"/>
                </a:solidFill>
              </a:rPr>
              <a:t>Contact</a:t>
            </a:r>
          </a:p>
        </p:txBody>
      </p:sp>
      <p:sp>
        <p:nvSpPr>
          <p:cNvPr id="2" name="TextBox 1">
            <a:extLst>
              <a:ext uri="{FF2B5EF4-FFF2-40B4-BE49-F238E27FC236}">
                <a16:creationId xmlns:a16="http://schemas.microsoft.com/office/drawing/2014/main" id="{31154649-4A4B-29E4-6982-D75D679FBBB3}"/>
              </a:ext>
            </a:extLst>
          </p:cNvPr>
          <p:cNvSpPr txBox="1"/>
          <p:nvPr userDrawn="1"/>
        </p:nvSpPr>
        <p:spPr>
          <a:xfrm>
            <a:off x="304800" y="1260000"/>
            <a:ext cx="3268869" cy="369332"/>
          </a:xfrm>
          <a:prstGeom prst="rect">
            <a:avLst/>
          </a:prstGeom>
          <a:noFill/>
        </p:spPr>
        <p:txBody>
          <a:bodyPr wrap="square" lIns="0" rIns="0" rtlCol="0">
            <a:spAutoFit/>
          </a:bodyPr>
          <a:lstStyle/>
          <a:p>
            <a:r>
              <a:rPr lang="en-US" b="1" noProof="0" dirty="0" err="1">
                <a:solidFill>
                  <a:schemeClr val="bg1"/>
                </a:solidFill>
              </a:rPr>
              <a:t>Forvis</a:t>
            </a:r>
            <a:r>
              <a:rPr lang="en-US" b="1" noProof="0" dirty="0">
                <a:solidFill>
                  <a:schemeClr val="bg1"/>
                </a:solidFill>
              </a:rPr>
              <a:t> Mazars</a:t>
            </a:r>
          </a:p>
        </p:txBody>
      </p:sp>
      <p:sp>
        <p:nvSpPr>
          <p:cNvPr id="6" name="Content Placeholder 8">
            <a:extLst>
              <a:ext uri="{FF2B5EF4-FFF2-40B4-BE49-F238E27FC236}">
                <a16:creationId xmlns:a16="http://schemas.microsoft.com/office/drawing/2014/main" id="{8B826133-DF9C-4AE4-3625-4928FA7CBA37}"/>
              </a:ext>
            </a:extLst>
          </p:cNvPr>
          <p:cNvSpPr>
            <a:spLocks noGrp="1"/>
          </p:cNvSpPr>
          <p:nvPr>
            <p:ph sz="quarter" idx="10"/>
          </p:nvPr>
        </p:nvSpPr>
        <p:spPr>
          <a:xfrm>
            <a:off x="304799" y="1729024"/>
            <a:ext cx="7558158" cy="2520000"/>
          </a:xfrm>
        </p:spPr>
        <p:txBody>
          <a:bodyPr tIns="0" numCol="2" spcCol="288000"/>
          <a:lstStyle>
            <a:lvl1pPr marL="0" indent="0">
              <a:spcAft>
                <a:spcPts val="0"/>
              </a:spcAft>
              <a:buNone/>
              <a:defRPr sz="1000" b="1">
                <a:solidFill>
                  <a:schemeClr val="bg1"/>
                </a:solidFill>
              </a:defRPr>
            </a:lvl1pPr>
            <a:lvl2pPr marL="0" indent="0">
              <a:spcAft>
                <a:spcPts val="0"/>
              </a:spcAft>
              <a:buNone/>
              <a:defRPr sz="1000">
                <a:solidFill>
                  <a:schemeClr val="bg1"/>
                </a:solidFill>
              </a:defRPr>
            </a:lvl2pPr>
            <a:lvl3pPr marL="357188" indent="0">
              <a:spcAft>
                <a:spcPts val="0"/>
              </a:spcAft>
              <a:buNone/>
              <a:defRPr sz="1000"/>
            </a:lvl3pPr>
            <a:lvl4pPr marL="534988" indent="0">
              <a:spcAft>
                <a:spcPts val="0"/>
              </a:spcAft>
              <a:buNone/>
              <a:defRPr sz="1000"/>
            </a:lvl4pPr>
            <a:lvl5pPr marL="715963" indent="0">
              <a:spcAft>
                <a:spcPts val="0"/>
              </a:spcAft>
              <a:buNone/>
              <a:defRPr sz="1000"/>
            </a:lvl5pPr>
          </a:lstStyle>
          <a:p>
            <a:pPr lvl="0"/>
            <a:r>
              <a:rPr lang="ko-KR" altLang="en-US" noProof="0"/>
              <a:t>마스터 텍스트 스타일을 편집하려면 클릭</a:t>
            </a:r>
          </a:p>
          <a:p>
            <a:pPr lvl="1"/>
            <a:r>
              <a:rPr lang="ko-KR" altLang="en-US" noProof="0"/>
              <a:t>두 번째 수준</a:t>
            </a:r>
          </a:p>
        </p:txBody>
      </p:sp>
      <p:sp>
        <p:nvSpPr>
          <p:cNvPr id="9" name="Footer Placeholder 4">
            <a:extLst>
              <a:ext uri="{FF2B5EF4-FFF2-40B4-BE49-F238E27FC236}">
                <a16:creationId xmlns:a16="http://schemas.microsoft.com/office/drawing/2014/main" id="{35C88522-8DF1-4607-A4E2-5B0EF73CC98B}"/>
              </a:ext>
            </a:extLst>
          </p:cNvPr>
          <p:cNvSpPr txBox="1">
            <a:spLocks/>
          </p:cNvSpPr>
          <p:nvPr userDrawn="1"/>
        </p:nvSpPr>
        <p:spPr>
          <a:xfrm>
            <a:off x="304799" y="5585255"/>
            <a:ext cx="3268869" cy="270000"/>
          </a:xfrm>
          <a:prstGeom prst="rect">
            <a:avLst/>
          </a:prstGeom>
        </p:spPr>
        <p:txBody>
          <a:bodyPr vert="horz" lIns="0" tIns="45720" rIns="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000" noProof="0" dirty="0">
                <a:solidFill>
                  <a:schemeClr val="bg1"/>
                </a:solidFill>
              </a:rPr>
              <a:t>© </a:t>
            </a:r>
            <a:r>
              <a:rPr lang="en-GB" sz="1000" noProof="0" dirty="0" err="1">
                <a:solidFill>
                  <a:schemeClr val="bg1"/>
                </a:solidFill>
              </a:rPr>
              <a:t>Forvis</a:t>
            </a:r>
            <a:r>
              <a:rPr lang="en-GB" sz="1000" noProof="0" dirty="0">
                <a:solidFill>
                  <a:schemeClr val="bg1"/>
                </a:solidFill>
              </a:rPr>
              <a:t> Mazars 2024. All rights reserved.</a:t>
            </a:r>
          </a:p>
        </p:txBody>
      </p:sp>
      <p:sp>
        <p:nvSpPr>
          <p:cNvPr id="4" name="Text Placeholder 35">
            <a:extLst>
              <a:ext uri="{FF2B5EF4-FFF2-40B4-BE49-F238E27FC236}">
                <a16:creationId xmlns:a16="http://schemas.microsoft.com/office/drawing/2014/main" id="{77766A40-38EE-605E-12B8-98AD84EC9B30}"/>
              </a:ext>
            </a:extLst>
          </p:cNvPr>
          <p:cNvSpPr>
            <a:spLocks noGrp="1"/>
          </p:cNvSpPr>
          <p:nvPr>
            <p:ph type="body" sz="quarter" idx="27" hasCustomPrompt="1"/>
          </p:nvPr>
        </p:nvSpPr>
        <p:spPr>
          <a:xfrm>
            <a:off x="8170332" y="1258888"/>
            <a:ext cx="3712105" cy="2520000"/>
          </a:xfrm>
        </p:spPr>
        <p:txBody>
          <a:bodyPr/>
          <a:lstStyle>
            <a:lvl1pPr marL="0" indent="0">
              <a:buNone/>
              <a:defRPr b="1">
                <a:solidFill>
                  <a:schemeClr val="bg1"/>
                </a:solidFill>
              </a:defRPr>
            </a:lvl1pPr>
            <a:lvl2pPr marL="0" indent="0">
              <a:spcBef>
                <a:spcPts val="0"/>
              </a:spcBef>
              <a:spcAft>
                <a:spcPts val="300"/>
              </a:spcAft>
              <a:buNone/>
              <a:defRPr b="0">
                <a:solidFill>
                  <a:schemeClr val="bg1"/>
                </a:solidFill>
              </a:defRPr>
            </a:lvl2pPr>
            <a:lvl3pPr marL="0" indent="0">
              <a:buNone/>
              <a:defRPr b="0">
                <a:solidFill>
                  <a:schemeClr val="bg1"/>
                </a:solidFill>
              </a:defRPr>
            </a:lvl3pPr>
            <a:lvl4pPr marL="0" indent="1588">
              <a:buNone/>
              <a:defRPr b="0">
                <a:solidFill>
                  <a:schemeClr val="bg1"/>
                </a:solidFill>
              </a:defRPr>
            </a:lvl4pPr>
            <a:lvl5pPr marL="0" indent="0">
              <a:buNone/>
              <a:defRPr b="0">
                <a:solidFill>
                  <a:schemeClr val="bg1"/>
                </a:solidFill>
              </a:defRPr>
            </a:lvl5pPr>
          </a:lstStyle>
          <a:p>
            <a:pPr lvl="0"/>
            <a:r>
              <a:rPr lang="en-US" dirty="0"/>
              <a:t>Add social media links here</a:t>
            </a:r>
          </a:p>
        </p:txBody>
      </p:sp>
      <p:sp>
        <p:nvSpPr>
          <p:cNvPr id="5" name="Text Placeholder 8">
            <a:extLst>
              <a:ext uri="{FF2B5EF4-FFF2-40B4-BE49-F238E27FC236}">
                <a16:creationId xmlns:a16="http://schemas.microsoft.com/office/drawing/2014/main" id="{F7842F13-7A60-C31D-02FB-801B693F4123}"/>
              </a:ext>
            </a:extLst>
          </p:cNvPr>
          <p:cNvSpPr>
            <a:spLocks noGrp="1"/>
          </p:cNvSpPr>
          <p:nvPr>
            <p:ph type="body" sz="quarter" idx="28" hasCustomPrompt="1"/>
          </p:nvPr>
        </p:nvSpPr>
        <p:spPr>
          <a:xfrm>
            <a:off x="304799" y="4536000"/>
            <a:ext cx="7558158" cy="941933"/>
          </a:xfrm>
        </p:spPr>
        <p:txBody>
          <a:bodyPr/>
          <a:lstStyle>
            <a:lvl1pPr marL="0" indent="0">
              <a:buNone/>
              <a:defRPr sz="1000">
                <a:solidFill>
                  <a:schemeClr val="bg1"/>
                </a:solidFill>
              </a:defRPr>
            </a:lvl1pPr>
            <a:lvl2pPr>
              <a:defRPr sz="1000"/>
            </a:lvl2pPr>
            <a:lvl3pPr>
              <a:defRPr sz="1000"/>
            </a:lvl3pPr>
            <a:lvl4pPr>
              <a:defRPr sz="1000"/>
            </a:lvl4pPr>
            <a:lvl5pPr>
              <a:defRPr sz="1000"/>
            </a:lvl5pPr>
          </a:lstStyle>
          <a:p>
            <a:pPr lvl="0"/>
            <a:r>
              <a:rPr lang="en-GB" dirty="0"/>
              <a:t>The contents of this document are confidential and not for distribution to anyone other than the recipients. Disclosure to third parties cannot be made without the prior written consent of [</a:t>
            </a:r>
            <a:r>
              <a:rPr lang="en-GB" dirty="0" err="1"/>
              <a:t>Forvis</a:t>
            </a:r>
            <a:r>
              <a:rPr lang="en-GB" dirty="0"/>
              <a:t> Mazars xxx : adapt for legal entity].</a:t>
            </a:r>
            <a:endParaRPr lang="en-US" dirty="0"/>
          </a:p>
        </p:txBody>
      </p:sp>
      <p:sp>
        <p:nvSpPr>
          <p:cNvPr id="7" name="TextBox 6">
            <a:extLst>
              <a:ext uri="{FF2B5EF4-FFF2-40B4-BE49-F238E27FC236}">
                <a16:creationId xmlns:a16="http://schemas.microsoft.com/office/drawing/2014/main" id="{3C528E0C-2539-CDDA-14D5-AA97D0855030}"/>
              </a:ext>
            </a:extLst>
          </p:cNvPr>
          <p:cNvSpPr txBox="1"/>
          <p:nvPr userDrawn="1"/>
        </p:nvSpPr>
        <p:spPr>
          <a:xfrm>
            <a:off x="8194261" y="298800"/>
            <a:ext cx="1496051" cy="296081"/>
          </a:xfrm>
          <a:prstGeom prst="rect">
            <a:avLst/>
          </a:prstGeom>
          <a:noFill/>
        </p:spPr>
        <p:txBody>
          <a:bodyPr wrap="none" lIns="0" rIns="0" rtlCol="0" anchor="ctr">
            <a:noAutofit/>
          </a:bodyPr>
          <a:lstStyle/>
          <a:p>
            <a:r>
              <a:rPr lang="en-GB" sz="2400" dirty="0">
                <a:solidFill>
                  <a:schemeClr val="bg1"/>
                </a:solidFill>
              </a:rPr>
              <a:t>Follow us</a:t>
            </a:r>
          </a:p>
        </p:txBody>
      </p:sp>
      <p:sp>
        <p:nvSpPr>
          <p:cNvPr id="3" name="TextBox 2">
            <a:extLst>
              <a:ext uri="{FF2B5EF4-FFF2-40B4-BE49-F238E27FC236}">
                <a16:creationId xmlns:a16="http://schemas.microsoft.com/office/drawing/2014/main" id="{F4045705-66B2-0DDE-4848-EEA835B279B1}"/>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grpSp>
        <p:nvGrpSpPr>
          <p:cNvPr id="10" name="Gruppieren 4">
            <a:extLst>
              <a:ext uri="{FF2B5EF4-FFF2-40B4-BE49-F238E27FC236}">
                <a16:creationId xmlns:a16="http://schemas.microsoft.com/office/drawing/2014/main" id="{6444DCA7-76AE-14E4-AF09-3364A3F6CFA2}"/>
              </a:ext>
            </a:extLst>
          </p:cNvPr>
          <p:cNvGrpSpPr>
            <a:grpSpLocks noChangeAspect="1"/>
          </p:cNvGrpSpPr>
          <p:nvPr userDrawn="1"/>
        </p:nvGrpSpPr>
        <p:grpSpPr>
          <a:xfrm>
            <a:off x="10811963" y="6165234"/>
            <a:ext cx="1080000" cy="453765"/>
            <a:chOff x="1721984" y="2257682"/>
            <a:chExt cx="7247953" cy="3045250"/>
          </a:xfrm>
        </p:grpSpPr>
        <p:sp>
          <p:nvSpPr>
            <p:cNvPr id="11" name="Freihandform: Form 5">
              <a:extLst>
                <a:ext uri="{FF2B5EF4-FFF2-40B4-BE49-F238E27FC236}">
                  <a16:creationId xmlns:a16="http://schemas.microsoft.com/office/drawing/2014/main" id="{B9D8ED99-1B8A-6735-55C2-A2E01099915D}"/>
                </a:ext>
              </a:extLst>
            </p:cNvPr>
            <p:cNvSpPr/>
            <p:nvPr/>
          </p:nvSpPr>
          <p:spPr>
            <a:xfrm>
              <a:off x="1721984" y="4167798"/>
              <a:ext cx="1948179" cy="1135134"/>
            </a:xfrm>
            <a:custGeom>
              <a:avLst/>
              <a:gdLst>
                <a:gd name="connsiteX0" fmla="*/ 1948179 w 1948179"/>
                <a:gd name="connsiteY0" fmla="*/ 391066 h 1135134"/>
                <a:gd name="connsiteX1" fmla="*/ 1641834 w 1948179"/>
                <a:gd name="connsiteY1" fmla="*/ 0 h 1135134"/>
                <a:gd name="connsiteX2" fmla="*/ 1272508 w 1948179"/>
                <a:gd name="connsiteY2" fmla="*/ 302012 h 1135134"/>
                <a:gd name="connsiteX3" fmla="*/ 1257305 w 1948179"/>
                <a:gd name="connsiteY3" fmla="*/ 302012 h 1135134"/>
                <a:gd name="connsiteX4" fmla="*/ 955329 w 1948179"/>
                <a:gd name="connsiteY4" fmla="*/ 0 h 1135134"/>
                <a:gd name="connsiteX5" fmla="*/ 581633 w 1948179"/>
                <a:gd name="connsiteY5" fmla="*/ 312846 h 1135134"/>
                <a:gd name="connsiteX6" fmla="*/ 566177 w 1948179"/>
                <a:gd name="connsiteY6" fmla="*/ 312846 h 1135134"/>
                <a:gd name="connsiteX7" fmla="*/ 333646 w 1948179"/>
                <a:gd name="connsiteY7" fmla="*/ 28240 h 1135134"/>
                <a:gd name="connsiteX8" fmla="*/ 223972 w 1948179"/>
                <a:gd name="connsiteY8" fmla="*/ 10870 h 1135134"/>
                <a:gd name="connsiteX9" fmla="*/ 0 w 1948179"/>
                <a:gd name="connsiteY9" fmla="*/ 10870 h 1135134"/>
                <a:gd name="connsiteX10" fmla="*/ 0 w 1948179"/>
                <a:gd name="connsiteY10" fmla="*/ 257990 h 1135134"/>
                <a:gd name="connsiteX11" fmla="*/ 283991 w 1948179"/>
                <a:gd name="connsiteY11" fmla="*/ 258099 h 1135134"/>
                <a:gd name="connsiteX12" fmla="*/ 283991 w 1948179"/>
                <a:gd name="connsiteY12" fmla="*/ 1116717 h 1135134"/>
                <a:gd name="connsiteX13" fmla="*/ 585967 w 1948179"/>
                <a:gd name="connsiteY13" fmla="*/ 1116717 h 1135134"/>
                <a:gd name="connsiteX14" fmla="*/ 585967 w 1948179"/>
                <a:gd name="connsiteY14" fmla="*/ 562710 h 1135134"/>
                <a:gd name="connsiteX15" fmla="*/ 597342 w 1948179"/>
                <a:gd name="connsiteY15" fmla="*/ 466506 h 1135134"/>
                <a:gd name="connsiteX16" fmla="*/ 820592 w 1948179"/>
                <a:gd name="connsiteY16" fmla="*/ 254198 h 1135134"/>
                <a:gd name="connsiteX17" fmla="*/ 968330 w 1948179"/>
                <a:gd name="connsiteY17" fmla="*/ 473656 h 1135134"/>
                <a:gd name="connsiteX18" fmla="*/ 968330 w 1948179"/>
                <a:gd name="connsiteY18" fmla="*/ 1116753 h 1135134"/>
                <a:gd name="connsiteX19" fmla="*/ 1270305 w 1948179"/>
                <a:gd name="connsiteY19" fmla="*/ 1116753 h 1135134"/>
                <a:gd name="connsiteX20" fmla="*/ 1270305 w 1948179"/>
                <a:gd name="connsiteY20" fmla="*/ 549710 h 1135134"/>
                <a:gd name="connsiteX21" fmla="*/ 1511467 w 1948179"/>
                <a:gd name="connsiteY21" fmla="*/ 254234 h 1135134"/>
                <a:gd name="connsiteX22" fmla="*/ 1644001 w 1948179"/>
                <a:gd name="connsiteY22" fmla="*/ 473692 h 1135134"/>
                <a:gd name="connsiteX23" fmla="*/ 1644001 w 1948179"/>
                <a:gd name="connsiteY23" fmla="*/ 833231 h 1135134"/>
                <a:gd name="connsiteX24" fmla="*/ 1948179 w 1948179"/>
                <a:gd name="connsiteY24" fmla="*/ 1135135 h 1135134"/>
                <a:gd name="connsiteX25" fmla="*/ 1948179 w 1948179"/>
                <a:gd name="connsiteY25" fmla="*/ 391102 h 113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48179" h="1135134">
                  <a:moveTo>
                    <a:pt x="1948179" y="391066"/>
                  </a:moveTo>
                  <a:cubicBezTo>
                    <a:pt x="1948179" y="149904"/>
                    <a:pt x="1852589" y="0"/>
                    <a:pt x="1641834" y="0"/>
                  </a:cubicBezTo>
                  <a:cubicBezTo>
                    <a:pt x="1468023" y="0"/>
                    <a:pt x="1335489" y="108627"/>
                    <a:pt x="1272508" y="302012"/>
                  </a:cubicBezTo>
                  <a:lnTo>
                    <a:pt x="1257305" y="302012"/>
                  </a:lnTo>
                  <a:cubicBezTo>
                    <a:pt x="1239934" y="128201"/>
                    <a:pt x="1142141" y="0"/>
                    <a:pt x="955329" y="0"/>
                  </a:cubicBezTo>
                  <a:cubicBezTo>
                    <a:pt x="768517" y="0"/>
                    <a:pt x="640317" y="115128"/>
                    <a:pt x="581633" y="312846"/>
                  </a:cubicBezTo>
                  <a:lnTo>
                    <a:pt x="566177" y="312846"/>
                  </a:lnTo>
                  <a:cubicBezTo>
                    <a:pt x="527067" y="181539"/>
                    <a:pt x="455238" y="69770"/>
                    <a:pt x="333646" y="28240"/>
                  </a:cubicBezTo>
                  <a:cubicBezTo>
                    <a:pt x="300820" y="17009"/>
                    <a:pt x="264382" y="10870"/>
                    <a:pt x="223972" y="10870"/>
                  </a:cubicBezTo>
                  <a:lnTo>
                    <a:pt x="0" y="10870"/>
                  </a:lnTo>
                  <a:lnTo>
                    <a:pt x="0" y="257990"/>
                  </a:lnTo>
                  <a:lnTo>
                    <a:pt x="283991" y="258099"/>
                  </a:lnTo>
                  <a:lnTo>
                    <a:pt x="283991" y="1116717"/>
                  </a:lnTo>
                  <a:lnTo>
                    <a:pt x="585967" y="1116717"/>
                  </a:lnTo>
                  <a:lnTo>
                    <a:pt x="585967" y="562710"/>
                  </a:lnTo>
                  <a:cubicBezTo>
                    <a:pt x="586725" y="527536"/>
                    <a:pt x="590806" y="495613"/>
                    <a:pt x="597342" y="466506"/>
                  </a:cubicBezTo>
                  <a:cubicBezTo>
                    <a:pt x="629158" y="324727"/>
                    <a:pt x="723268" y="254198"/>
                    <a:pt x="820592" y="254198"/>
                  </a:cubicBezTo>
                  <a:cubicBezTo>
                    <a:pt x="917916" y="254198"/>
                    <a:pt x="968330" y="297642"/>
                    <a:pt x="968330" y="473656"/>
                  </a:cubicBezTo>
                  <a:lnTo>
                    <a:pt x="968330" y="1116753"/>
                  </a:lnTo>
                  <a:lnTo>
                    <a:pt x="1270305" y="1116753"/>
                  </a:lnTo>
                  <a:lnTo>
                    <a:pt x="1270305" y="549710"/>
                  </a:lnTo>
                  <a:cubicBezTo>
                    <a:pt x="1292045" y="330288"/>
                    <a:pt x="1405006" y="254234"/>
                    <a:pt x="1511467" y="254234"/>
                  </a:cubicBezTo>
                  <a:cubicBezTo>
                    <a:pt x="1617927" y="254234"/>
                    <a:pt x="1644001" y="328121"/>
                    <a:pt x="1644001" y="473692"/>
                  </a:cubicBezTo>
                  <a:lnTo>
                    <a:pt x="1644001" y="833231"/>
                  </a:lnTo>
                  <a:cubicBezTo>
                    <a:pt x="1644001" y="1005923"/>
                    <a:pt x="1755662" y="1125384"/>
                    <a:pt x="1948179" y="1135135"/>
                  </a:cubicBezTo>
                  <a:lnTo>
                    <a:pt x="1948179" y="391102"/>
                  </a:lnTo>
                  <a:close/>
                </a:path>
              </a:pathLst>
            </a:custGeom>
            <a:solidFill>
              <a:schemeClr val="bg1"/>
            </a:solidFill>
            <a:ln w="0" cap="flat">
              <a:noFill/>
              <a:prstDash val="solid"/>
              <a:miter/>
            </a:ln>
          </p:spPr>
          <p:txBody>
            <a:bodyPr rtlCol="0" anchor="ctr"/>
            <a:lstStyle/>
            <a:p>
              <a:endParaRPr lang="de-DE"/>
            </a:p>
          </p:txBody>
        </p:sp>
        <p:sp>
          <p:nvSpPr>
            <p:cNvPr id="12" name="Freihandform: Form 7">
              <a:extLst>
                <a:ext uri="{FF2B5EF4-FFF2-40B4-BE49-F238E27FC236}">
                  <a16:creationId xmlns:a16="http://schemas.microsoft.com/office/drawing/2014/main" id="{86CF0E44-319A-A96A-8F98-F9330823D206}"/>
                </a:ext>
              </a:extLst>
            </p:cNvPr>
            <p:cNvSpPr/>
            <p:nvPr/>
          </p:nvSpPr>
          <p:spPr>
            <a:xfrm>
              <a:off x="5035697" y="4193979"/>
              <a:ext cx="910332" cy="1088477"/>
            </a:xfrm>
            <a:custGeom>
              <a:avLst/>
              <a:gdLst>
                <a:gd name="connsiteX0" fmla="*/ 326785 w 910332"/>
                <a:gd name="connsiteY0" fmla="*/ 851469 h 1088477"/>
                <a:gd name="connsiteX1" fmla="*/ 897296 w 910332"/>
                <a:gd name="connsiteY1" fmla="*/ 235817 h 1088477"/>
                <a:gd name="connsiteX2" fmla="*/ 897296 w 910332"/>
                <a:gd name="connsiteY2" fmla="*/ 5381 h 1088477"/>
                <a:gd name="connsiteX3" fmla="*/ 897296 w 910332"/>
                <a:gd name="connsiteY3" fmla="*/ 5381 h 1088477"/>
                <a:gd name="connsiteX4" fmla="*/ 897296 w 910332"/>
                <a:gd name="connsiteY4" fmla="*/ 0 h 1088477"/>
                <a:gd name="connsiteX5" fmla="*/ 22535 w 910332"/>
                <a:gd name="connsiteY5" fmla="*/ 0 h 1088477"/>
                <a:gd name="connsiteX6" fmla="*/ 22535 w 910332"/>
                <a:gd name="connsiteY6" fmla="*/ 225958 h 1088477"/>
                <a:gd name="connsiteX7" fmla="*/ 600629 w 910332"/>
                <a:gd name="connsiteY7" fmla="*/ 225958 h 1088477"/>
                <a:gd name="connsiteX8" fmla="*/ 0 w 910332"/>
                <a:gd name="connsiteY8" fmla="*/ 868947 h 1088477"/>
                <a:gd name="connsiteX9" fmla="*/ 0 w 910332"/>
                <a:gd name="connsiteY9" fmla="*/ 1088477 h 1088477"/>
                <a:gd name="connsiteX10" fmla="*/ 910333 w 910332"/>
                <a:gd name="connsiteY10" fmla="*/ 1088477 h 1088477"/>
                <a:gd name="connsiteX11" fmla="*/ 910333 w 910332"/>
                <a:gd name="connsiteY11" fmla="*/ 851469 h 1088477"/>
                <a:gd name="connsiteX12" fmla="*/ 326785 w 910332"/>
                <a:gd name="connsiteY12" fmla="*/ 851469 h 108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0332" h="1088477">
                  <a:moveTo>
                    <a:pt x="326785" y="851469"/>
                  </a:moveTo>
                  <a:lnTo>
                    <a:pt x="897296" y="235817"/>
                  </a:lnTo>
                  <a:lnTo>
                    <a:pt x="897296" y="5381"/>
                  </a:lnTo>
                  <a:lnTo>
                    <a:pt x="897296" y="5381"/>
                  </a:lnTo>
                  <a:lnTo>
                    <a:pt x="897296" y="0"/>
                  </a:lnTo>
                  <a:lnTo>
                    <a:pt x="22535" y="0"/>
                  </a:lnTo>
                  <a:lnTo>
                    <a:pt x="22535" y="225958"/>
                  </a:lnTo>
                  <a:lnTo>
                    <a:pt x="600629" y="225958"/>
                  </a:lnTo>
                  <a:lnTo>
                    <a:pt x="0" y="868947"/>
                  </a:lnTo>
                  <a:lnTo>
                    <a:pt x="0" y="1088477"/>
                  </a:lnTo>
                  <a:lnTo>
                    <a:pt x="910333" y="1088477"/>
                  </a:lnTo>
                  <a:lnTo>
                    <a:pt x="910333" y="851469"/>
                  </a:lnTo>
                  <a:lnTo>
                    <a:pt x="326785" y="851469"/>
                  </a:lnTo>
                  <a:close/>
                </a:path>
              </a:pathLst>
            </a:custGeom>
            <a:solidFill>
              <a:schemeClr val="bg1"/>
            </a:solidFill>
            <a:ln w="0" cap="flat">
              <a:noFill/>
              <a:prstDash val="solid"/>
              <a:miter/>
            </a:ln>
          </p:spPr>
          <p:txBody>
            <a:bodyPr rtlCol="0" anchor="ctr"/>
            <a:lstStyle/>
            <a:p>
              <a:endParaRPr lang="de-DE"/>
            </a:p>
          </p:txBody>
        </p:sp>
        <p:sp>
          <p:nvSpPr>
            <p:cNvPr id="13" name="Freihandform: Form 9">
              <a:extLst>
                <a:ext uri="{FF2B5EF4-FFF2-40B4-BE49-F238E27FC236}">
                  <a16:creationId xmlns:a16="http://schemas.microsoft.com/office/drawing/2014/main" id="{1D128114-D3B9-CED8-2772-5305726980D2}"/>
                </a:ext>
              </a:extLst>
            </p:cNvPr>
            <p:cNvSpPr/>
            <p:nvPr/>
          </p:nvSpPr>
          <p:spPr>
            <a:xfrm>
              <a:off x="6099401" y="4169495"/>
              <a:ext cx="1028023" cy="1115344"/>
            </a:xfrm>
            <a:custGeom>
              <a:avLst/>
              <a:gdLst>
                <a:gd name="connsiteX0" fmla="*/ 670832 w 1028023"/>
                <a:gd name="connsiteY0" fmla="*/ 897368 h 1115344"/>
                <a:gd name="connsiteX1" fmla="*/ 328879 w 1028023"/>
                <a:gd name="connsiteY1" fmla="*/ 1115345 h 1115344"/>
                <a:gd name="connsiteX2" fmla="*/ 0 w 1028023"/>
                <a:gd name="connsiteY2" fmla="*/ 836373 h 1115344"/>
                <a:gd name="connsiteX3" fmla="*/ 389874 w 1028023"/>
                <a:gd name="connsiteY3" fmla="*/ 498754 h 1115344"/>
                <a:gd name="connsiteX4" fmla="*/ 668665 w 1028023"/>
                <a:gd name="connsiteY4" fmla="*/ 415984 h 1115344"/>
                <a:gd name="connsiteX5" fmla="*/ 668665 w 1028023"/>
                <a:gd name="connsiteY5" fmla="*/ 392041 h 1115344"/>
                <a:gd name="connsiteX6" fmla="*/ 483515 w 1028023"/>
                <a:gd name="connsiteY6" fmla="*/ 224333 h 1115344"/>
                <a:gd name="connsiteX7" fmla="*/ 235203 w 1028023"/>
                <a:gd name="connsiteY7" fmla="*/ 383338 h 1115344"/>
                <a:gd name="connsiteX8" fmla="*/ 8703 w 1028023"/>
                <a:gd name="connsiteY8" fmla="*/ 261349 h 1115344"/>
                <a:gd name="connsiteX9" fmla="*/ 513994 w 1028023"/>
                <a:gd name="connsiteY9" fmla="*/ 0 h 1115344"/>
                <a:gd name="connsiteX10" fmla="*/ 964863 w 1028023"/>
                <a:gd name="connsiteY10" fmla="*/ 409483 h 1115344"/>
                <a:gd name="connsiteX11" fmla="*/ 964863 w 1028023"/>
                <a:gd name="connsiteY11" fmla="*/ 762342 h 1115344"/>
                <a:gd name="connsiteX12" fmla="*/ 1028024 w 1028023"/>
                <a:gd name="connsiteY12" fmla="*/ 1112528 h 1115344"/>
                <a:gd name="connsiteX13" fmla="*/ 725290 w 1028023"/>
                <a:gd name="connsiteY13" fmla="*/ 1112528 h 1115344"/>
                <a:gd name="connsiteX14" fmla="*/ 670832 w 1028023"/>
                <a:gd name="connsiteY14" fmla="*/ 897404 h 1115344"/>
                <a:gd name="connsiteX15" fmla="*/ 676104 w 1028023"/>
                <a:gd name="connsiteY15" fmla="*/ 711603 h 1115344"/>
                <a:gd name="connsiteX16" fmla="*/ 676104 w 1028023"/>
                <a:gd name="connsiteY16" fmla="*/ 543715 h 1115344"/>
                <a:gd name="connsiteX17" fmla="*/ 676104 w 1028023"/>
                <a:gd name="connsiteY17" fmla="*/ 543715 h 1115344"/>
                <a:gd name="connsiteX18" fmla="*/ 532339 w 1028023"/>
                <a:gd name="connsiteY18" fmla="*/ 605468 h 1115344"/>
                <a:gd name="connsiteX19" fmla="*/ 308006 w 1028023"/>
                <a:gd name="connsiteY19" fmla="*/ 783468 h 1115344"/>
                <a:gd name="connsiteX20" fmla="*/ 440865 w 1028023"/>
                <a:gd name="connsiteY20" fmla="*/ 918494 h 1115344"/>
                <a:gd name="connsiteX21" fmla="*/ 676104 w 1028023"/>
                <a:gd name="connsiteY21" fmla="*/ 711567 h 111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8023" h="1115344">
                  <a:moveTo>
                    <a:pt x="670832" y="897368"/>
                  </a:moveTo>
                  <a:cubicBezTo>
                    <a:pt x="620093" y="1041639"/>
                    <a:pt x="485681" y="1115345"/>
                    <a:pt x="328879" y="1115345"/>
                  </a:cubicBezTo>
                  <a:cubicBezTo>
                    <a:pt x="119786" y="1115345"/>
                    <a:pt x="0" y="1017154"/>
                    <a:pt x="0" y="836373"/>
                  </a:cubicBezTo>
                  <a:cubicBezTo>
                    <a:pt x="0" y="629447"/>
                    <a:pt x="163374" y="544509"/>
                    <a:pt x="389874" y="498754"/>
                  </a:cubicBezTo>
                  <a:cubicBezTo>
                    <a:pt x="577191" y="459536"/>
                    <a:pt x="659962" y="439963"/>
                    <a:pt x="668665" y="415984"/>
                  </a:cubicBezTo>
                  <a:lnTo>
                    <a:pt x="668665" y="392041"/>
                  </a:lnTo>
                  <a:cubicBezTo>
                    <a:pt x="668665" y="287494"/>
                    <a:pt x="616410" y="224333"/>
                    <a:pt x="483515" y="224333"/>
                  </a:cubicBezTo>
                  <a:cubicBezTo>
                    <a:pt x="350619" y="224333"/>
                    <a:pt x="270052" y="302734"/>
                    <a:pt x="235203" y="383338"/>
                  </a:cubicBezTo>
                  <a:lnTo>
                    <a:pt x="8703" y="261349"/>
                  </a:lnTo>
                  <a:cubicBezTo>
                    <a:pt x="87104" y="100177"/>
                    <a:pt x="278791" y="0"/>
                    <a:pt x="513994" y="0"/>
                  </a:cubicBezTo>
                  <a:cubicBezTo>
                    <a:pt x="821098" y="0"/>
                    <a:pt x="964863" y="143729"/>
                    <a:pt x="964863" y="409483"/>
                  </a:cubicBezTo>
                  <a:lnTo>
                    <a:pt x="964863" y="762342"/>
                  </a:lnTo>
                  <a:cubicBezTo>
                    <a:pt x="964863" y="988841"/>
                    <a:pt x="991008" y="1082013"/>
                    <a:pt x="1028024" y="1112528"/>
                  </a:cubicBezTo>
                  <a:lnTo>
                    <a:pt x="725290" y="1112528"/>
                  </a:lnTo>
                  <a:cubicBezTo>
                    <a:pt x="699144" y="1088585"/>
                    <a:pt x="677368" y="1021560"/>
                    <a:pt x="670832" y="897404"/>
                  </a:cubicBezTo>
                  <a:close/>
                  <a:moveTo>
                    <a:pt x="676104" y="711603"/>
                  </a:moveTo>
                  <a:lnTo>
                    <a:pt x="676104" y="543715"/>
                  </a:lnTo>
                  <a:lnTo>
                    <a:pt x="676104" y="543715"/>
                  </a:lnTo>
                  <a:cubicBezTo>
                    <a:pt x="646564" y="571016"/>
                    <a:pt x="610776" y="581525"/>
                    <a:pt x="532339" y="605468"/>
                  </a:cubicBezTo>
                  <a:cubicBezTo>
                    <a:pt x="384241" y="646853"/>
                    <a:pt x="308006" y="685458"/>
                    <a:pt x="308006" y="783468"/>
                  </a:cubicBezTo>
                  <a:cubicBezTo>
                    <a:pt x="308006" y="870608"/>
                    <a:pt x="369001" y="918494"/>
                    <a:pt x="440865" y="918494"/>
                  </a:cubicBezTo>
                  <a:cubicBezTo>
                    <a:pt x="549782" y="918494"/>
                    <a:pt x="654328" y="837926"/>
                    <a:pt x="676104" y="711567"/>
                  </a:cubicBezTo>
                  <a:close/>
                </a:path>
              </a:pathLst>
            </a:custGeom>
            <a:solidFill>
              <a:schemeClr val="bg1"/>
            </a:solidFill>
            <a:ln w="0" cap="flat">
              <a:noFill/>
              <a:prstDash val="solid"/>
              <a:miter/>
            </a:ln>
          </p:spPr>
          <p:txBody>
            <a:bodyPr rtlCol="0" anchor="ctr"/>
            <a:lstStyle/>
            <a:p>
              <a:endParaRPr lang="de-DE"/>
            </a:p>
          </p:txBody>
        </p:sp>
        <p:sp>
          <p:nvSpPr>
            <p:cNvPr id="14" name="Freihandform: Form 11">
              <a:extLst>
                <a:ext uri="{FF2B5EF4-FFF2-40B4-BE49-F238E27FC236}">
                  <a16:creationId xmlns:a16="http://schemas.microsoft.com/office/drawing/2014/main" id="{2C085591-FBE0-3310-9EA1-8CC0F8BDC0B6}"/>
                </a:ext>
              </a:extLst>
            </p:cNvPr>
            <p:cNvSpPr/>
            <p:nvPr/>
          </p:nvSpPr>
          <p:spPr>
            <a:xfrm>
              <a:off x="4301487" y="2782401"/>
              <a:ext cx="1066448" cy="1110650"/>
            </a:xfrm>
            <a:custGeom>
              <a:avLst/>
              <a:gdLst>
                <a:gd name="connsiteX0" fmla="*/ 0 w 1066448"/>
                <a:gd name="connsiteY0" fmla="*/ 556390 h 1110650"/>
                <a:gd name="connsiteX1" fmla="*/ 541657 w 1066448"/>
                <a:gd name="connsiteY1" fmla="*/ 0 h 1110650"/>
                <a:gd name="connsiteX2" fmla="*/ 1066448 w 1066448"/>
                <a:gd name="connsiteY2" fmla="*/ 545846 h 1110650"/>
                <a:gd name="connsiteX3" fmla="*/ 526923 w 1066448"/>
                <a:gd name="connsiteY3" fmla="*/ 1110650 h 1110650"/>
                <a:gd name="connsiteX4" fmla="*/ 36 w 1066448"/>
                <a:gd name="connsiteY4" fmla="*/ 556354 h 1110650"/>
                <a:gd name="connsiteX5" fmla="*/ 765051 w 1066448"/>
                <a:gd name="connsiteY5" fmla="*/ 550071 h 1110650"/>
                <a:gd name="connsiteX6" fmla="*/ 537431 w 1066448"/>
                <a:gd name="connsiteY6" fmla="*/ 216569 h 1110650"/>
                <a:gd name="connsiteX7" fmla="*/ 305587 w 1066448"/>
                <a:gd name="connsiteY7" fmla="*/ 547976 h 1110650"/>
                <a:gd name="connsiteX8" fmla="*/ 528981 w 1066448"/>
                <a:gd name="connsiteY8" fmla="*/ 892023 h 1110650"/>
                <a:gd name="connsiteX9" fmla="*/ 765051 w 1066448"/>
                <a:gd name="connsiteY9" fmla="*/ 550071 h 111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448" h="1110650">
                  <a:moveTo>
                    <a:pt x="0" y="556390"/>
                  </a:moveTo>
                  <a:cubicBezTo>
                    <a:pt x="0" y="238164"/>
                    <a:pt x="198115" y="0"/>
                    <a:pt x="541657" y="0"/>
                  </a:cubicBezTo>
                  <a:cubicBezTo>
                    <a:pt x="885198" y="0"/>
                    <a:pt x="1066448" y="214980"/>
                    <a:pt x="1066448" y="545846"/>
                  </a:cubicBezTo>
                  <a:cubicBezTo>
                    <a:pt x="1066448" y="876711"/>
                    <a:pt x="868333" y="1110650"/>
                    <a:pt x="526923" y="1110650"/>
                  </a:cubicBezTo>
                  <a:cubicBezTo>
                    <a:pt x="185512" y="1110650"/>
                    <a:pt x="36" y="893576"/>
                    <a:pt x="36" y="556354"/>
                  </a:cubicBezTo>
                  <a:close/>
                  <a:moveTo>
                    <a:pt x="765051" y="550071"/>
                  </a:moveTo>
                  <a:cubicBezTo>
                    <a:pt x="765051" y="335091"/>
                    <a:pt x="689177" y="216569"/>
                    <a:pt x="537431" y="216569"/>
                  </a:cubicBezTo>
                  <a:cubicBezTo>
                    <a:pt x="385685" y="216569"/>
                    <a:pt x="305587" y="335127"/>
                    <a:pt x="305587" y="547976"/>
                  </a:cubicBezTo>
                  <a:cubicBezTo>
                    <a:pt x="305587" y="760825"/>
                    <a:pt x="379329" y="892023"/>
                    <a:pt x="528981" y="892023"/>
                  </a:cubicBezTo>
                  <a:cubicBezTo>
                    <a:pt x="678633" y="892023"/>
                    <a:pt x="765051" y="769276"/>
                    <a:pt x="765051" y="550071"/>
                  </a:cubicBezTo>
                  <a:close/>
                </a:path>
              </a:pathLst>
            </a:custGeom>
            <a:solidFill>
              <a:schemeClr val="bg1"/>
            </a:solidFill>
            <a:ln w="0" cap="flat">
              <a:noFill/>
              <a:prstDash val="solid"/>
              <a:miter/>
            </a:ln>
          </p:spPr>
          <p:txBody>
            <a:bodyPr rtlCol="0" anchor="ctr"/>
            <a:lstStyle/>
            <a:p>
              <a:endParaRPr lang="de-DE"/>
            </a:p>
          </p:txBody>
        </p:sp>
        <p:sp>
          <p:nvSpPr>
            <p:cNvPr id="15" name="Freihandform: Form 12">
              <a:extLst>
                <a:ext uri="{FF2B5EF4-FFF2-40B4-BE49-F238E27FC236}">
                  <a16:creationId xmlns:a16="http://schemas.microsoft.com/office/drawing/2014/main" id="{3FD9891E-D3E1-39A4-3C13-6AF8943A0C9A}"/>
                </a:ext>
              </a:extLst>
            </p:cNvPr>
            <p:cNvSpPr/>
            <p:nvPr/>
          </p:nvSpPr>
          <p:spPr>
            <a:xfrm>
              <a:off x="6410838" y="2808294"/>
              <a:ext cx="1066231" cy="1086021"/>
            </a:xfrm>
            <a:custGeom>
              <a:avLst/>
              <a:gdLst>
                <a:gd name="connsiteX0" fmla="*/ 0 w 1066231"/>
                <a:gd name="connsiteY0" fmla="*/ 1228 h 1086021"/>
                <a:gd name="connsiteX1" fmla="*/ 283955 w 1066231"/>
                <a:gd name="connsiteY1" fmla="*/ 1228 h 1086021"/>
                <a:gd name="connsiteX2" fmla="*/ 526381 w 1066231"/>
                <a:gd name="connsiteY2" fmla="*/ 790691 h 1086021"/>
                <a:gd name="connsiteX3" fmla="*/ 539381 w 1066231"/>
                <a:gd name="connsiteY3" fmla="*/ 790691 h 1086021"/>
                <a:gd name="connsiteX4" fmla="*/ 777545 w 1066231"/>
                <a:gd name="connsiteY4" fmla="*/ 0 h 1086021"/>
                <a:gd name="connsiteX5" fmla="*/ 1066232 w 1066231"/>
                <a:gd name="connsiteY5" fmla="*/ 0 h 1086021"/>
                <a:gd name="connsiteX6" fmla="*/ 675346 w 1066231"/>
                <a:gd name="connsiteY6" fmla="*/ 1086021 h 1086021"/>
                <a:gd name="connsiteX7" fmla="*/ 394821 w 1066231"/>
                <a:gd name="connsiteY7" fmla="*/ 1084866 h 1086021"/>
                <a:gd name="connsiteX8" fmla="*/ 0 w 1066231"/>
                <a:gd name="connsiteY8" fmla="*/ 1228 h 108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231" h="1086021">
                  <a:moveTo>
                    <a:pt x="0" y="1228"/>
                  </a:moveTo>
                  <a:lnTo>
                    <a:pt x="283955" y="1228"/>
                  </a:lnTo>
                  <a:lnTo>
                    <a:pt x="526381" y="790691"/>
                  </a:lnTo>
                  <a:lnTo>
                    <a:pt x="539381" y="790691"/>
                  </a:lnTo>
                  <a:lnTo>
                    <a:pt x="777545" y="0"/>
                  </a:lnTo>
                  <a:lnTo>
                    <a:pt x="1066232" y="0"/>
                  </a:lnTo>
                  <a:lnTo>
                    <a:pt x="675346" y="1086021"/>
                  </a:lnTo>
                  <a:lnTo>
                    <a:pt x="394821" y="1084866"/>
                  </a:lnTo>
                  <a:lnTo>
                    <a:pt x="0" y="1228"/>
                  </a:lnTo>
                  <a:close/>
                </a:path>
              </a:pathLst>
            </a:custGeom>
            <a:solidFill>
              <a:schemeClr val="bg1"/>
            </a:solidFill>
            <a:ln w="0" cap="flat">
              <a:noFill/>
              <a:prstDash val="solid"/>
              <a:miter/>
            </a:ln>
          </p:spPr>
          <p:txBody>
            <a:bodyPr rtlCol="0" anchor="ctr"/>
            <a:lstStyle/>
            <a:p>
              <a:endParaRPr lang="de-DE"/>
            </a:p>
          </p:txBody>
        </p:sp>
        <p:sp>
          <p:nvSpPr>
            <p:cNvPr id="16" name="Freihandform: Form 13">
              <a:extLst>
                <a:ext uri="{FF2B5EF4-FFF2-40B4-BE49-F238E27FC236}">
                  <a16:creationId xmlns:a16="http://schemas.microsoft.com/office/drawing/2014/main" id="{07FD17DD-F205-786D-9BDD-2D2B5EEF8F11}"/>
                </a:ext>
              </a:extLst>
            </p:cNvPr>
            <p:cNvSpPr/>
            <p:nvPr/>
          </p:nvSpPr>
          <p:spPr>
            <a:xfrm>
              <a:off x="3393430" y="2257682"/>
              <a:ext cx="851865" cy="1636633"/>
            </a:xfrm>
            <a:custGeom>
              <a:avLst/>
              <a:gdLst>
                <a:gd name="connsiteX0" fmla="*/ 561374 w 851865"/>
                <a:gd name="connsiteY0" fmla="*/ 396700 h 1636633"/>
                <a:gd name="connsiteX1" fmla="*/ 717454 w 851865"/>
                <a:gd name="connsiteY1" fmla="*/ 227619 h 1636633"/>
                <a:gd name="connsiteX2" fmla="*/ 851866 w 851865"/>
                <a:gd name="connsiteY2" fmla="*/ 247120 h 1636633"/>
                <a:gd name="connsiteX3" fmla="*/ 851866 w 851865"/>
                <a:gd name="connsiteY3" fmla="*/ 26001 h 1636633"/>
                <a:gd name="connsiteX4" fmla="*/ 648117 w 851865"/>
                <a:gd name="connsiteY4" fmla="*/ 0 h 1636633"/>
                <a:gd name="connsiteX5" fmla="*/ 277419 w 851865"/>
                <a:gd name="connsiteY5" fmla="*/ 381496 h 1636633"/>
                <a:gd name="connsiteX6" fmla="*/ 277419 w 851865"/>
                <a:gd name="connsiteY6" fmla="*/ 550576 h 1636633"/>
                <a:gd name="connsiteX7" fmla="*/ 85226 w 851865"/>
                <a:gd name="connsiteY7" fmla="*/ 550576 h 1636633"/>
                <a:gd name="connsiteX8" fmla="*/ 0 w 851865"/>
                <a:gd name="connsiteY8" fmla="*/ 784696 h 1636633"/>
                <a:gd name="connsiteX9" fmla="*/ 277419 w 851865"/>
                <a:gd name="connsiteY9" fmla="*/ 784696 h 1636633"/>
                <a:gd name="connsiteX10" fmla="*/ 277419 w 851865"/>
                <a:gd name="connsiteY10" fmla="*/ 1636634 h 1636633"/>
                <a:gd name="connsiteX11" fmla="*/ 561410 w 851865"/>
                <a:gd name="connsiteY11" fmla="*/ 1636634 h 1636633"/>
                <a:gd name="connsiteX12" fmla="*/ 561410 w 851865"/>
                <a:gd name="connsiteY12" fmla="*/ 767831 h 1636633"/>
                <a:gd name="connsiteX13" fmla="*/ 552743 w 851865"/>
                <a:gd name="connsiteY13" fmla="*/ 784732 h 1636633"/>
                <a:gd name="connsiteX14" fmla="*/ 822650 w 851865"/>
                <a:gd name="connsiteY14" fmla="*/ 784732 h 1636633"/>
                <a:gd name="connsiteX15" fmla="*/ 822650 w 851865"/>
                <a:gd name="connsiteY15" fmla="*/ 550612 h 1636633"/>
                <a:gd name="connsiteX16" fmla="*/ 552743 w 851865"/>
                <a:gd name="connsiteY16" fmla="*/ 550612 h 1636633"/>
                <a:gd name="connsiteX17" fmla="*/ 561410 w 851865"/>
                <a:gd name="connsiteY17" fmla="*/ 585281 h 1636633"/>
                <a:gd name="connsiteX18" fmla="*/ 561410 w 851865"/>
                <a:gd name="connsiteY18" fmla="*/ 396700 h 163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1865" h="1636633">
                  <a:moveTo>
                    <a:pt x="561374" y="396700"/>
                  </a:moveTo>
                  <a:cubicBezTo>
                    <a:pt x="561374" y="273157"/>
                    <a:pt x="602543" y="227619"/>
                    <a:pt x="717454" y="227619"/>
                  </a:cubicBezTo>
                  <a:cubicBezTo>
                    <a:pt x="769492" y="227619"/>
                    <a:pt x="814995" y="236286"/>
                    <a:pt x="851866" y="247120"/>
                  </a:cubicBezTo>
                  <a:lnTo>
                    <a:pt x="851866" y="26001"/>
                  </a:lnTo>
                  <a:cubicBezTo>
                    <a:pt x="810697" y="15167"/>
                    <a:pt x="758658" y="0"/>
                    <a:pt x="648117" y="0"/>
                  </a:cubicBezTo>
                  <a:cubicBezTo>
                    <a:pt x="403164" y="0"/>
                    <a:pt x="277419" y="145246"/>
                    <a:pt x="277419" y="381496"/>
                  </a:cubicBezTo>
                  <a:lnTo>
                    <a:pt x="277419" y="550576"/>
                  </a:lnTo>
                  <a:lnTo>
                    <a:pt x="85226" y="550576"/>
                  </a:lnTo>
                  <a:lnTo>
                    <a:pt x="0" y="784696"/>
                  </a:lnTo>
                  <a:lnTo>
                    <a:pt x="277419" y="784696"/>
                  </a:lnTo>
                  <a:lnTo>
                    <a:pt x="277419" y="1636634"/>
                  </a:lnTo>
                  <a:lnTo>
                    <a:pt x="561410" y="1636634"/>
                  </a:lnTo>
                  <a:lnTo>
                    <a:pt x="561410" y="767831"/>
                  </a:lnTo>
                  <a:lnTo>
                    <a:pt x="552743" y="784732"/>
                  </a:lnTo>
                  <a:lnTo>
                    <a:pt x="822650" y="784732"/>
                  </a:lnTo>
                  <a:lnTo>
                    <a:pt x="822650" y="550612"/>
                  </a:lnTo>
                  <a:lnTo>
                    <a:pt x="552743" y="550612"/>
                  </a:lnTo>
                  <a:lnTo>
                    <a:pt x="561410" y="585281"/>
                  </a:lnTo>
                  <a:lnTo>
                    <a:pt x="561410" y="396700"/>
                  </a:lnTo>
                  <a:close/>
                </a:path>
              </a:pathLst>
            </a:custGeom>
            <a:solidFill>
              <a:schemeClr val="bg1"/>
            </a:solidFill>
            <a:ln w="0" cap="flat">
              <a:noFill/>
              <a:prstDash val="solid"/>
              <a:miter/>
            </a:ln>
          </p:spPr>
          <p:txBody>
            <a:bodyPr rtlCol="0" anchor="ctr"/>
            <a:lstStyle/>
            <a:p>
              <a:endParaRPr lang="de-DE"/>
            </a:p>
          </p:txBody>
        </p:sp>
        <p:sp>
          <p:nvSpPr>
            <p:cNvPr id="17" name="Freihandform: Form 14">
              <a:extLst>
                <a:ext uri="{FF2B5EF4-FFF2-40B4-BE49-F238E27FC236}">
                  <a16:creationId xmlns:a16="http://schemas.microsoft.com/office/drawing/2014/main" id="{4BFC3790-5B7F-850F-4D0E-38003DA8849A}"/>
                </a:ext>
              </a:extLst>
            </p:cNvPr>
            <p:cNvSpPr/>
            <p:nvPr/>
          </p:nvSpPr>
          <p:spPr>
            <a:xfrm>
              <a:off x="5437019" y="2809522"/>
              <a:ext cx="840273" cy="1083529"/>
            </a:xfrm>
            <a:custGeom>
              <a:avLst/>
              <a:gdLst>
                <a:gd name="connsiteX0" fmla="*/ 826190 w 840273"/>
                <a:gd name="connsiteY0" fmla="*/ 2492 h 1083529"/>
                <a:gd name="connsiteX1" fmla="*/ 462100 w 840273"/>
                <a:gd name="connsiteY1" fmla="*/ 341700 h 1083529"/>
                <a:gd name="connsiteX2" fmla="*/ 453108 w 840273"/>
                <a:gd name="connsiteY2" fmla="*/ 341772 h 1083529"/>
                <a:gd name="connsiteX3" fmla="*/ 464158 w 840273"/>
                <a:gd name="connsiteY3" fmla="*/ 154780 h 1083529"/>
                <a:gd name="connsiteX4" fmla="*/ 463870 w 840273"/>
                <a:gd name="connsiteY4" fmla="*/ 0 h 1083529"/>
                <a:gd name="connsiteX5" fmla="*/ 82410 w 840273"/>
                <a:gd name="connsiteY5" fmla="*/ 0 h 1083529"/>
                <a:gd name="connsiteX6" fmla="*/ 0 w 840273"/>
                <a:gd name="connsiteY6" fmla="*/ 224875 h 1083529"/>
                <a:gd name="connsiteX7" fmla="*/ 212849 w 840273"/>
                <a:gd name="connsiteY7" fmla="*/ 224875 h 1083529"/>
                <a:gd name="connsiteX8" fmla="*/ 212849 w 840273"/>
                <a:gd name="connsiteY8" fmla="*/ 1083530 h 1083529"/>
                <a:gd name="connsiteX9" fmla="*/ 488535 w 840273"/>
                <a:gd name="connsiteY9" fmla="*/ 1083530 h 1083529"/>
                <a:gd name="connsiteX10" fmla="*/ 488535 w 840273"/>
                <a:gd name="connsiteY10" fmla="*/ 684266 h 1083529"/>
                <a:gd name="connsiteX11" fmla="*/ 760970 w 840273"/>
                <a:gd name="connsiteY11" fmla="*/ 332708 h 1083529"/>
                <a:gd name="connsiteX12" fmla="*/ 840274 w 840273"/>
                <a:gd name="connsiteY12" fmla="*/ 332708 h 1083529"/>
                <a:gd name="connsiteX13" fmla="*/ 840274 w 840273"/>
                <a:gd name="connsiteY13" fmla="*/ 2456 h 1083529"/>
                <a:gd name="connsiteX14" fmla="*/ 826153 w 840273"/>
                <a:gd name="connsiteY14" fmla="*/ 2456 h 108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0273" h="1083529">
                  <a:moveTo>
                    <a:pt x="826190" y="2492"/>
                  </a:moveTo>
                  <a:cubicBezTo>
                    <a:pt x="640786" y="2492"/>
                    <a:pt x="490918" y="119786"/>
                    <a:pt x="462100" y="341700"/>
                  </a:cubicBezTo>
                  <a:lnTo>
                    <a:pt x="453108" y="341772"/>
                  </a:lnTo>
                  <a:lnTo>
                    <a:pt x="464158" y="154780"/>
                  </a:lnTo>
                  <a:lnTo>
                    <a:pt x="463870" y="0"/>
                  </a:lnTo>
                  <a:lnTo>
                    <a:pt x="82410" y="0"/>
                  </a:lnTo>
                  <a:lnTo>
                    <a:pt x="0" y="224875"/>
                  </a:lnTo>
                  <a:lnTo>
                    <a:pt x="212849" y="224875"/>
                  </a:lnTo>
                  <a:lnTo>
                    <a:pt x="212849" y="1083530"/>
                  </a:lnTo>
                  <a:lnTo>
                    <a:pt x="488535" y="1083530"/>
                  </a:lnTo>
                  <a:lnTo>
                    <a:pt x="488535" y="684266"/>
                  </a:lnTo>
                  <a:cubicBezTo>
                    <a:pt x="488535" y="440432"/>
                    <a:pt x="517894" y="332708"/>
                    <a:pt x="760970" y="332708"/>
                  </a:cubicBezTo>
                  <a:lnTo>
                    <a:pt x="840274" y="332708"/>
                  </a:lnTo>
                  <a:lnTo>
                    <a:pt x="840274" y="2456"/>
                  </a:lnTo>
                  <a:lnTo>
                    <a:pt x="826153" y="2456"/>
                  </a:lnTo>
                  <a:close/>
                </a:path>
              </a:pathLst>
            </a:custGeom>
            <a:solidFill>
              <a:schemeClr val="bg1"/>
            </a:solidFill>
            <a:ln w="0" cap="flat">
              <a:noFill/>
              <a:prstDash val="solid"/>
              <a:miter/>
            </a:ln>
          </p:spPr>
          <p:txBody>
            <a:bodyPr rtlCol="0" anchor="ctr"/>
            <a:lstStyle/>
            <a:p>
              <a:endParaRPr lang="de-DE"/>
            </a:p>
          </p:txBody>
        </p:sp>
        <p:sp>
          <p:nvSpPr>
            <p:cNvPr id="18" name="Freihandform: Form 15">
              <a:extLst>
                <a:ext uri="{FF2B5EF4-FFF2-40B4-BE49-F238E27FC236}">
                  <a16:creationId xmlns:a16="http://schemas.microsoft.com/office/drawing/2014/main" id="{9F8B4662-4C4C-5441-631A-2B748DD246EB}"/>
                </a:ext>
              </a:extLst>
            </p:cNvPr>
            <p:cNvSpPr/>
            <p:nvPr/>
          </p:nvSpPr>
          <p:spPr>
            <a:xfrm>
              <a:off x="7188817" y="4190765"/>
              <a:ext cx="848471" cy="1094074"/>
            </a:xfrm>
            <a:custGeom>
              <a:avLst/>
              <a:gdLst>
                <a:gd name="connsiteX0" fmla="*/ 834171 w 848471"/>
                <a:gd name="connsiteY0" fmla="*/ 2528 h 1094074"/>
                <a:gd name="connsiteX1" fmla="*/ 466542 w 848471"/>
                <a:gd name="connsiteY1" fmla="*/ 345022 h 1094074"/>
                <a:gd name="connsiteX2" fmla="*/ 457478 w 848471"/>
                <a:gd name="connsiteY2" fmla="*/ 345094 h 1094074"/>
                <a:gd name="connsiteX3" fmla="*/ 468636 w 848471"/>
                <a:gd name="connsiteY3" fmla="*/ 156296 h 1094074"/>
                <a:gd name="connsiteX4" fmla="*/ 468348 w 848471"/>
                <a:gd name="connsiteY4" fmla="*/ 0 h 1094074"/>
                <a:gd name="connsiteX5" fmla="*/ 83204 w 848471"/>
                <a:gd name="connsiteY5" fmla="*/ 0 h 1094074"/>
                <a:gd name="connsiteX6" fmla="*/ 0 w 848471"/>
                <a:gd name="connsiteY6" fmla="*/ 227078 h 1094074"/>
                <a:gd name="connsiteX7" fmla="*/ 214944 w 848471"/>
                <a:gd name="connsiteY7" fmla="*/ 227078 h 1094074"/>
                <a:gd name="connsiteX8" fmla="*/ 214944 w 848471"/>
                <a:gd name="connsiteY8" fmla="*/ 1094075 h 1094074"/>
                <a:gd name="connsiteX9" fmla="*/ 493302 w 848471"/>
                <a:gd name="connsiteY9" fmla="*/ 1094075 h 1094074"/>
                <a:gd name="connsiteX10" fmla="*/ 493302 w 848471"/>
                <a:gd name="connsiteY10" fmla="*/ 690911 h 1094074"/>
                <a:gd name="connsiteX11" fmla="*/ 768409 w 848471"/>
                <a:gd name="connsiteY11" fmla="*/ 335958 h 1094074"/>
                <a:gd name="connsiteX12" fmla="*/ 848471 w 848471"/>
                <a:gd name="connsiteY12" fmla="*/ 335958 h 1094074"/>
                <a:gd name="connsiteX13" fmla="*/ 848471 w 848471"/>
                <a:gd name="connsiteY13" fmla="*/ 2528 h 1094074"/>
                <a:gd name="connsiteX14" fmla="*/ 834207 w 848471"/>
                <a:gd name="connsiteY14" fmla="*/ 2528 h 109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8471" h="1094074">
                  <a:moveTo>
                    <a:pt x="834171" y="2528"/>
                  </a:moveTo>
                  <a:cubicBezTo>
                    <a:pt x="646962" y="2528"/>
                    <a:pt x="495649" y="120942"/>
                    <a:pt x="466542" y="345022"/>
                  </a:cubicBezTo>
                  <a:lnTo>
                    <a:pt x="457478" y="345094"/>
                  </a:lnTo>
                  <a:lnTo>
                    <a:pt x="468636" y="156296"/>
                  </a:lnTo>
                  <a:lnTo>
                    <a:pt x="468348" y="0"/>
                  </a:lnTo>
                  <a:lnTo>
                    <a:pt x="83204" y="0"/>
                  </a:lnTo>
                  <a:lnTo>
                    <a:pt x="0" y="227078"/>
                  </a:lnTo>
                  <a:lnTo>
                    <a:pt x="214944" y="227078"/>
                  </a:lnTo>
                  <a:lnTo>
                    <a:pt x="214944" y="1094075"/>
                  </a:lnTo>
                  <a:lnTo>
                    <a:pt x="493302" y="1094075"/>
                  </a:lnTo>
                  <a:lnTo>
                    <a:pt x="493302" y="690911"/>
                  </a:lnTo>
                  <a:cubicBezTo>
                    <a:pt x="493302" y="444730"/>
                    <a:pt x="522950" y="335958"/>
                    <a:pt x="768409" y="335958"/>
                  </a:cubicBezTo>
                  <a:lnTo>
                    <a:pt x="848471" y="335958"/>
                  </a:lnTo>
                  <a:lnTo>
                    <a:pt x="848471" y="2528"/>
                  </a:lnTo>
                  <a:lnTo>
                    <a:pt x="834207" y="2528"/>
                  </a:lnTo>
                  <a:close/>
                </a:path>
              </a:pathLst>
            </a:custGeom>
            <a:solidFill>
              <a:schemeClr val="bg1"/>
            </a:solidFill>
            <a:ln w="0" cap="flat">
              <a:noFill/>
              <a:prstDash val="solid"/>
              <a:miter/>
            </a:ln>
          </p:spPr>
          <p:txBody>
            <a:bodyPr rtlCol="0" anchor="ctr"/>
            <a:lstStyle/>
            <a:p>
              <a:endParaRPr lang="de-DE"/>
            </a:p>
          </p:txBody>
        </p:sp>
        <p:sp>
          <p:nvSpPr>
            <p:cNvPr id="19" name="Freihandform: Form 16">
              <a:extLst>
                <a:ext uri="{FF2B5EF4-FFF2-40B4-BE49-F238E27FC236}">
                  <a16:creationId xmlns:a16="http://schemas.microsoft.com/office/drawing/2014/main" id="{FA9E71A6-99D3-2CFF-B1B1-2DE2FE197219}"/>
                </a:ext>
              </a:extLst>
            </p:cNvPr>
            <p:cNvSpPr/>
            <p:nvPr/>
          </p:nvSpPr>
          <p:spPr>
            <a:xfrm>
              <a:off x="7359955" y="2808294"/>
              <a:ext cx="682026" cy="1086021"/>
            </a:xfrm>
            <a:custGeom>
              <a:avLst/>
              <a:gdLst>
                <a:gd name="connsiteX0" fmla="*/ 0 w 682026"/>
                <a:gd name="connsiteY0" fmla="*/ 1086021 h 1086021"/>
                <a:gd name="connsiteX1" fmla="*/ 286772 w 682026"/>
                <a:gd name="connsiteY1" fmla="*/ 1086021 h 1086021"/>
                <a:gd name="connsiteX2" fmla="*/ 682027 w 682026"/>
                <a:gd name="connsiteY2" fmla="*/ 0 h 1086021"/>
                <a:gd name="connsiteX3" fmla="*/ 395291 w 682026"/>
                <a:gd name="connsiteY3" fmla="*/ 0 h 1086021"/>
                <a:gd name="connsiteX4" fmla="*/ 0 w 682026"/>
                <a:gd name="connsiteY4" fmla="*/ 1086021 h 108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026" h="1086021">
                  <a:moveTo>
                    <a:pt x="0" y="1086021"/>
                  </a:moveTo>
                  <a:lnTo>
                    <a:pt x="286772" y="1086021"/>
                  </a:lnTo>
                  <a:lnTo>
                    <a:pt x="682027" y="0"/>
                  </a:lnTo>
                  <a:lnTo>
                    <a:pt x="395291" y="0"/>
                  </a:lnTo>
                  <a:lnTo>
                    <a:pt x="0" y="1086021"/>
                  </a:lnTo>
                  <a:close/>
                </a:path>
              </a:pathLst>
            </a:custGeom>
            <a:solidFill>
              <a:schemeClr val="bg1"/>
            </a:solidFill>
            <a:ln w="0" cap="flat">
              <a:noFill/>
              <a:prstDash val="solid"/>
              <a:miter/>
            </a:ln>
          </p:spPr>
          <p:txBody>
            <a:bodyPr rtlCol="0" anchor="ctr"/>
            <a:lstStyle/>
            <a:p>
              <a:endParaRPr lang="de-DE"/>
            </a:p>
          </p:txBody>
        </p:sp>
        <p:sp>
          <p:nvSpPr>
            <p:cNvPr id="20" name="Freihandform: Form 17">
              <a:extLst>
                <a:ext uri="{FF2B5EF4-FFF2-40B4-BE49-F238E27FC236}">
                  <a16:creationId xmlns:a16="http://schemas.microsoft.com/office/drawing/2014/main" id="{FF276700-0687-3895-59A6-B37CED253D2D}"/>
                </a:ext>
              </a:extLst>
            </p:cNvPr>
            <p:cNvSpPr/>
            <p:nvPr/>
          </p:nvSpPr>
          <p:spPr>
            <a:xfrm>
              <a:off x="3838015" y="4167870"/>
              <a:ext cx="1029649" cy="1116969"/>
            </a:xfrm>
            <a:custGeom>
              <a:avLst/>
              <a:gdLst>
                <a:gd name="connsiteX0" fmla="*/ 671879 w 1029649"/>
                <a:gd name="connsiteY0" fmla="*/ 898668 h 1116969"/>
                <a:gd name="connsiteX1" fmla="*/ 329385 w 1029649"/>
                <a:gd name="connsiteY1" fmla="*/ 1116970 h 1116969"/>
                <a:gd name="connsiteX2" fmla="*/ 0 w 1029649"/>
                <a:gd name="connsiteY2" fmla="*/ 837601 h 1116969"/>
                <a:gd name="connsiteX3" fmla="*/ 390452 w 1029649"/>
                <a:gd name="connsiteY3" fmla="*/ 499477 h 1116969"/>
                <a:gd name="connsiteX4" fmla="*/ 669676 w 1029649"/>
                <a:gd name="connsiteY4" fmla="*/ 416598 h 1116969"/>
                <a:gd name="connsiteX5" fmla="*/ 669676 w 1029649"/>
                <a:gd name="connsiteY5" fmla="*/ 392619 h 1116969"/>
                <a:gd name="connsiteX6" fmla="*/ 484273 w 1029649"/>
                <a:gd name="connsiteY6" fmla="*/ 224658 h 1116969"/>
                <a:gd name="connsiteX7" fmla="*/ 235600 w 1029649"/>
                <a:gd name="connsiteY7" fmla="*/ 383916 h 1116969"/>
                <a:gd name="connsiteX8" fmla="*/ 8739 w 1029649"/>
                <a:gd name="connsiteY8" fmla="*/ 261746 h 1116969"/>
                <a:gd name="connsiteX9" fmla="*/ 514825 w 1029649"/>
                <a:gd name="connsiteY9" fmla="*/ 0 h 1116969"/>
                <a:gd name="connsiteX10" fmla="*/ 966379 w 1029649"/>
                <a:gd name="connsiteY10" fmla="*/ 410097 h 1116969"/>
                <a:gd name="connsiteX11" fmla="*/ 966379 w 1029649"/>
                <a:gd name="connsiteY11" fmla="*/ 763498 h 1116969"/>
                <a:gd name="connsiteX12" fmla="*/ 1029649 w 1029649"/>
                <a:gd name="connsiteY12" fmla="*/ 1114189 h 1116969"/>
                <a:gd name="connsiteX13" fmla="*/ 726446 w 1029649"/>
                <a:gd name="connsiteY13" fmla="*/ 1114189 h 1116969"/>
                <a:gd name="connsiteX14" fmla="*/ 671915 w 1029649"/>
                <a:gd name="connsiteY14" fmla="*/ 898740 h 1116969"/>
                <a:gd name="connsiteX15" fmla="*/ 677152 w 1029649"/>
                <a:gd name="connsiteY15" fmla="*/ 712615 h 1116969"/>
                <a:gd name="connsiteX16" fmla="*/ 677152 w 1029649"/>
                <a:gd name="connsiteY16" fmla="*/ 544473 h 1116969"/>
                <a:gd name="connsiteX17" fmla="*/ 677152 w 1029649"/>
                <a:gd name="connsiteY17" fmla="*/ 544473 h 1116969"/>
                <a:gd name="connsiteX18" fmla="*/ 533170 w 1029649"/>
                <a:gd name="connsiteY18" fmla="*/ 606334 h 1116969"/>
                <a:gd name="connsiteX19" fmla="*/ 308476 w 1029649"/>
                <a:gd name="connsiteY19" fmla="*/ 784588 h 1116969"/>
                <a:gd name="connsiteX20" fmla="*/ 441552 w 1029649"/>
                <a:gd name="connsiteY20" fmla="*/ 919830 h 1116969"/>
                <a:gd name="connsiteX21" fmla="*/ 677152 w 1029649"/>
                <a:gd name="connsiteY21" fmla="*/ 712615 h 111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9649" h="1116969">
                  <a:moveTo>
                    <a:pt x="671879" y="898668"/>
                  </a:moveTo>
                  <a:cubicBezTo>
                    <a:pt x="621068" y="1043155"/>
                    <a:pt x="486476" y="1116970"/>
                    <a:pt x="329385" y="1116970"/>
                  </a:cubicBezTo>
                  <a:cubicBezTo>
                    <a:pt x="119967" y="1116970"/>
                    <a:pt x="0" y="1018635"/>
                    <a:pt x="0" y="837601"/>
                  </a:cubicBezTo>
                  <a:cubicBezTo>
                    <a:pt x="0" y="630350"/>
                    <a:pt x="163591" y="545304"/>
                    <a:pt x="390452" y="499477"/>
                  </a:cubicBezTo>
                  <a:cubicBezTo>
                    <a:pt x="578058" y="460222"/>
                    <a:pt x="660937" y="440577"/>
                    <a:pt x="669676" y="416598"/>
                  </a:cubicBezTo>
                  <a:lnTo>
                    <a:pt x="669676" y="392619"/>
                  </a:lnTo>
                  <a:cubicBezTo>
                    <a:pt x="669676" y="287928"/>
                    <a:pt x="617313" y="224658"/>
                    <a:pt x="484273" y="224658"/>
                  </a:cubicBezTo>
                  <a:cubicBezTo>
                    <a:pt x="351233" y="224658"/>
                    <a:pt x="270485" y="303167"/>
                    <a:pt x="235600" y="383916"/>
                  </a:cubicBezTo>
                  <a:lnTo>
                    <a:pt x="8739" y="261746"/>
                  </a:lnTo>
                  <a:cubicBezTo>
                    <a:pt x="87285" y="100321"/>
                    <a:pt x="279224" y="0"/>
                    <a:pt x="514825" y="0"/>
                  </a:cubicBezTo>
                  <a:cubicBezTo>
                    <a:pt x="822398" y="0"/>
                    <a:pt x="966379" y="143982"/>
                    <a:pt x="966379" y="410097"/>
                  </a:cubicBezTo>
                  <a:lnTo>
                    <a:pt x="966379" y="763498"/>
                  </a:lnTo>
                  <a:cubicBezTo>
                    <a:pt x="966379" y="990358"/>
                    <a:pt x="992561" y="1083674"/>
                    <a:pt x="1029649" y="1114189"/>
                  </a:cubicBezTo>
                  <a:lnTo>
                    <a:pt x="726446" y="1114189"/>
                  </a:lnTo>
                  <a:cubicBezTo>
                    <a:pt x="700264" y="1090210"/>
                    <a:pt x="678452" y="1023077"/>
                    <a:pt x="671915" y="898740"/>
                  </a:cubicBezTo>
                  <a:close/>
                  <a:moveTo>
                    <a:pt x="677152" y="712615"/>
                  </a:moveTo>
                  <a:lnTo>
                    <a:pt x="677152" y="544473"/>
                  </a:lnTo>
                  <a:lnTo>
                    <a:pt x="677152" y="544473"/>
                  </a:lnTo>
                  <a:cubicBezTo>
                    <a:pt x="647575" y="571811"/>
                    <a:pt x="611715" y="582356"/>
                    <a:pt x="533170" y="606334"/>
                  </a:cubicBezTo>
                  <a:cubicBezTo>
                    <a:pt x="384855" y="647792"/>
                    <a:pt x="308476" y="686433"/>
                    <a:pt x="308476" y="784588"/>
                  </a:cubicBezTo>
                  <a:cubicBezTo>
                    <a:pt x="308476" y="871836"/>
                    <a:pt x="369543" y="919830"/>
                    <a:pt x="441552" y="919830"/>
                  </a:cubicBezTo>
                  <a:cubicBezTo>
                    <a:pt x="550612" y="919830"/>
                    <a:pt x="655340" y="839118"/>
                    <a:pt x="677152" y="712615"/>
                  </a:cubicBezTo>
                  <a:close/>
                </a:path>
              </a:pathLst>
            </a:custGeom>
            <a:solidFill>
              <a:schemeClr val="bg1"/>
            </a:solidFill>
            <a:ln w="0" cap="flat">
              <a:noFill/>
              <a:prstDash val="solid"/>
              <a:miter/>
            </a:ln>
          </p:spPr>
          <p:txBody>
            <a:bodyPr rtlCol="0" anchor="ctr"/>
            <a:lstStyle/>
            <a:p>
              <a:endParaRPr lang="de-DE"/>
            </a:p>
          </p:txBody>
        </p:sp>
        <p:sp>
          <p:nvSpPr>
            <p:cNvPr id="21" name="Freihandform: Form 18">
              <a:extLst>
                <a:ext uri="{FF2B5EF4-FFF2-40B4-BE49-F238E27FC236}">
                  <a16:creationId xmlns:a16="http://schemas.microsoft.com/office/drawing/2014/main" id="{2FF2C670-6F23-F064-6229-E6522A83EE6B}"/>
                </a:ext>
              </a:extLst>
            </p:cNvPr>
            <p:cNvSpPr/>
            <p:nvPr/>
          </p:nvSpPr>
          <p:spPr>
            <a:xfrm>
              <a:off x="8099474" y="4191379"/>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7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6"/>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7"/>
                    <a:pt x="438410" y="1100177"/>
                  </a:cubicBezTo>
                  <a:cubicBezTo>
                    <a:pt x="257159" y="1100177"/>
                    <a:pt x="84323" y="1028530"/>
                    <a:pt x="0" y="889423"/>
                  </a:cubicBezTo>
                  <a:close/>
                </a:path>
              </a:pathLst>
            </a:custGeom>
            <a:solidFill>
              <a:schemeClr val="bg1"/>
            </a:solidFill>
            <a:ln w="0" cap="flat">
              <a:noFill/>
              <a:prstDash val="solid"/>
              <a:miter/>
            </a:ln>
          </p:spPr>
          <p:txBody>
            <a:bodyPr rtlCol="0" anchor="ctr"/>
            <a:lstStyle/>
            <a:p>
              <a:endParaRPr lang="de-DE"/>
            </a:p>
          </p:txBody>
        </p:sp>
        <p:sp>
          <p:nvSpPr>
            <p:cNvPr id="22" name="Freihandform: Form 19">
              <a:extLst>
                <a:ext uri="{FF2B5EF4-FFF2-40B4-BE49-F238E27FC236}">
                  <a16:creationId xmlns:a16="http://schemas.microsoft.com/office/drawing/2014/main" id="{63A41A46-F49E-4D5E-0193-A951BA1C431A}"/>
                </a:ext>
              </a:extLst>
            </p:cNvPr>
            <p:cNvSpPr/>
            <p:nvPr/>
          </p:nvSpPr>
          <p:spPr>
            <a:xfrm>
              <a:off x="8099474" y="2807536"/>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8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7"/>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8"/>
                    <a:pt x="438410" y="1100178"/>
                  </a:cubicBezTo>
                  <a:cubicBezTo>
                    <a:pt x="257159" y="1100178"/>
                    <a:pt x="84323" y="1028530"/>
                    <a:pt x="0" y="889423"/>
                  </a:cubicBezTo>
                  <a:close/>
                </a:path>
              </a:pathLst>
            </a:custGeom>
            <a:solidFill>
              <a:schemeClr val="bg1"/>
            </a:solid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3844715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7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Outro - editable indigo background">
    <p:bg>
      <p:bgPr>
        <a:solidFill>
          <a:schemeClr val="accent3"/>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D19440D8-36C8-9F20-5BE6-5D024AE51BA0}"/>
              </a:ext>
            </a:extLst>
          </p:cNvPr>
          <p:cNvSpPr txBox="1"/>
          <p:nvPr userDrawn="1"/>
        </p:nvSpPr>
        <p:spPr>
          <a:xfrm>
            <a:off x="304800" y="298800"/>
            <a:ext cx="1061188" cy="296081"/>
          </a:xfrm>
          <a:prstGeom prst="rect">
            <a:avLst/>
          </a:prstGeom>
          <a:noFill/>
        </p:spPr>
        <p:txBody>
          <a:bodyPr wrap="none" lIns="0" rIns="0" rtlCol="0" anchor="ctr">
            <a:noAutofit/>
          </a:bodyPr>
          <a:lstStyle/>
          <a:p>
            <a:r>
              <a:rPr lang="en-US" sz="2400" noProof="0" dirty="0">
                <a:solidFill>
                  <a:schemeClr val="bg1"/>
                </a:solidFill>
              </a:rPr>
              <a:t>Contact</a:t>
            </a:r>
          </a:p>
        </p:txBody>
      </p:sp>
      <p:sp>
        <p:nvSpPr>
          <p:cNvPr id="2" name="TextBox 1">
            <a:extLst>
              <a:ext uri="{FF2B5EF4-FFF2-40B4-BE49-F238E27FC236}">
                <a16:creationId xmlns:a16="http://schemas.microsoft.com/office/drawing/2014/main" id="{31154649-4A4B-29E4-6982-D75D679FBBB3}"/>
              </a:ext>
            </a:extLst>
          </p:cNvPr>
          <p:cNvSpPr txBox="1"/>
          <p:nvPr userDrawn="1"/>
        </p:nvSpPr>
        <p:spPr>
          <a:xfrm>
            <a:off x="304800" y="1260000"/>
            <a:ext cx="3268869" cy="369332"/>
          </a:xfrm>
          <a:prstGeom prst="rect">
            <a:avLst/>
          </a:prstGeom>
          <a:noFill/>
        </p:spPr>
        <p:txBody>
          <a:bodyPr wrap="square" lIns="0" rIns="0" rtlCol="0">
            <a:spAutoFit/>
          </a:bodyPr>
          <a:lstStyle/>
          <a:p>
            <a:r>
              <a:rPr lang="en-US" b="1" noProof="0" dirty="0" err="1">
                <a:solidFill>
                  <a:schemeClr val="bg1"/>
                </a:solidFill>
              </a:rPr>
              <a:t>Forvis</a:t>
            </a:r>
            <a:r>
              <a:rPr lang="en-US" b="1" noProof="0" dirty="0">
                <a:solidFill>
                  <a:schemeClr val="bg1"/>
                </a:solidFill>
              </a:rPr>
              <a:t> Mazars</a:t>
            </a:r>
          </a:p>
        </p:txBody>
      </p:sp>
      <p:sp>
        <p:nvSpPr>
          <p:cNvPr id="6" name="Content Placeholder 8">
            <a:extLst>
              <a:ext uri="{FF2B5EF4-FFF2-40B4-BE49-F238E27FC236}">
                <a16:creationId xmlns:a16="http://schemas.microsoft.com/office/drawing/2014/main" id="{CB522F6C-316E-F8B1-1069-3B105F27FB1D}"/>
              </a:ext>
            </a:extLst>
          </p:cNvPr>
          <p:cNvSpPr>
            <a:spLocks noGrp="1"/>
          </p:cNvSpPr>
          <p:nvPr>
            <p:ph sz="quarter" idx="10"/>
          </p:nvPr>
        </p:nvSpPr>
        <p:spPr>
          <a:xfrm>
            <a:off x="304799" y="1729024"/>
            <a:ext cx="7558158" cy="2520000"/>
          </a:xfrm>
        </p:spPr>
        <p:txBody>
          <a:bodyPr tIns="0" numCol="2" spcCol="288000"/>
          <a:lstStyle>
            <a:lvl1pPr marL="0" indent="0">
              <a:spcAft>
                <a:spcPts val="0"/>
              </a:spcAft>
              <a:buNone/>
              <a:defRPr sz="1000" b="1">
                <a:solidFill>
                  <a:schemeClr val="bg1"/>
                </a:solidFill>
              </a:defRPr>
            </a:lvl1pPr>
            <a:lvl2pPr marL="0" indent="0">
              <a:spcAft>
                <a:spcPts val="0"/>
              </a:spcAft>
              <a:buNone/>
              <a:defRPr sz="1000">
                <a:solidFill>
                  <a:schemeClr val="bg1"/>
                </a:solidFill>
              </a:defRPr>
            </a:lvl2pPr>
            <a:lvl3pPr marL="357188" indent="0">
              <a:spcAft>
                <a:spcPts val="0"/>
              </a:spcAft>
              <a:buNone/>
              <a:defRPr sz="1000"/>
            </a:lvl3pPr>
            <a:lvl4pPr marL="534988" indent="0">
              <a:spcAft>
                <a:spcPts val="0"/>
              </a:spcAft>
              <a:buNone/>
              <a:defRPr sz="1000"/>
            </a:lvl4pPr>
            <a:lvl5pPr marL="715963" indent="0">
              <a:spcAft>
                <a:spcPts val="0"/>
              </a:spcAft>
              <a:buNone/>
              <a:defRPr sz="1000"/>
            </a:lvl5pPr>
          </a:lstStyle>
          <a:p>
            <a:pPr lvl="0"/>
            <a:r>
              <a:rPr lang="ko-KR" altLang="en-US" noProof="0"/>
              <a:t>마스터 텍스트 스타일을 편집하려면 클릭</a:t>
            </a:r>
          </a:p>
          <a:p>
            <a:pPr lvl="1"/>
            <a:r>
              <a:rPr lang="ko-KR" altLang="en-US" noProof="0"/>
              <a:t>두 번째 수준</a:t>
            </a:r>
          </a:p>
        </p:txBody>
      </p:sp>
      <p:sp>
        <p:nvSpPr>
          <p:cNvPr id="8" name="Footer Placeholder 4">
            <a:extLst>
              <a:ext uri="{FF2B5EF4-FFF2-40B4-BE49-F238E27FC236}">
                <a16:creationId xmlns:a16="http://schemas.microsoft.com/office/drawing/2014/main" id="{BC07936C-48E7-A507-69B6-73F81D1F42D9}"/>
              </a:ext>
            </a:extLst>
          </p:cNvPr>
          <p:cNvSpPr txBox="1">
            <a:spLocks/>
          </p:cNvSpPr>
          <p:nvPr userDrawn="1"/>
        </p:nvSpPr>
        <p:spPr>
          <a:xfrm>
            <a:off x="304799" y="5585255"/>
            <a:ext cx="3268869" cy="270000"/>
          </a:xfrm>
          <a:prstGeom prst="rect">
            <a:avLst/>
          </a:prstGeom>
        </p:spPr>
        <p:txBody>
          <a:bodyPr vert="horz" lIns="0" tIns="45720" rIns="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000" noProof="0" dirty="0">
                <a:solidFill>
                  <a:schemeClr val="bg1"/>
                </a:solidFill>
              </a:rPr>
              <a:t>© </a:t>
            </a:r>
            <a:r>
              <a:rPr lang="en-GB" sz="1000" noProof="0" dirty="0" err="1">
                <a:solidFill>
                  <a:schemeClr val="bg1"/>
                </a:solidFill>
              </a:rPr>
              <a:t>Forvis</a:t>
            </a:r>
            <a:r>
              <a:rPr lang="en-GB" sz="1000" noProof="0" dirty="0">
                <a:solidFill>
                  <a:schemeClr val="bg1"/>
                </a:solidFill>
              </a:rPr>
              <a:t> Mazars 2024. All rights reserved.</a:t>
            </a:r>
          </a:p>
        </p:txBody>
      </p:sp>
      <p:sp>
        <p:nvSpPr>
          <p:cNvPr id="5" name="Text Placeholder 35">
            <a:extLst>
              <a:ext uri="{FF2B5EF4-FFF2-40B4-BE49-F238E27FC236}">
                <a16:creationId xmlns:a16="http://schemas.microsoft.com/office/drawing/2014/main" id="{A8A47AE8-EFAE-D657-385A-BF9D41DD4186}"/>
              </a:ext>
            </a:extLst>
          </p:cNvPr>
          <p:cNvSpPr>
            <a:spLocks noGrp="1"/>
          </p:cNvSpPr>
          <p:nvPr>
            <p:ph type="body" sz="quarter" idx="27" hasCustomPrompt="1"/>
          </p:nvPr>
        </p:nvSpPr>
        <p:spPr>
          <a:xfrm>
            <a:off x="8170332" y="1258888"/>
            <a:ext cx="3712105" cy="2520000"/>
          </a:xfrm>
        </p:spPr>
        <p:txBody>
          <a:bodyPr/>
          <a:lstStyle>
            <a:lvl1pPr marL="0" indent="0">
              <a:buNone/>
              <a:defRPr b="1">
                <a:solidFill>
                  <a:schemeClr val="bg1"/>
                </a:solidFill>
              </a:defRPr>
            </a:lvl1pPr>
            <a:lvl2pPr marL="0" indent="0">
              <a:spcBef>
                <a:spcPts val="0"/>
              </a:spcBef>
              <a:spcAft>
                <a:spcPts val="300"/>
              </a:spcAft>
              <a:buNone/>
              <a:defRPr b="0">
                <a:solidFill>
                  <a:schemeClr val="bg1"/>
                </a:solidFill>
              </a:defRPr>
            </a:lvl2pPr>
            <a:lvl3pPr marL="0" indent="0">
              <a:buNone/>
              <a:defRPr b="0">
                <a:solidFill>
                  <a:schemeClr val="bg1"/>
                </a:solidFill>
              </a:defRPr>
            </a:lvl3pPr>
            <a:lvl4pPr marL="0" indent="1588">
              <a:buNone/>
              <a:defRPr b="0">
                <a:solidFill>
                  <a:schemeClr val="bg1"/>
                </a:solidFill>
              </a:defRPr>
            </a:lvl4pPr>
            <a:lvl5pPr marL="0" indent="0">
              <a:buNone/>
              <a:defRPr b="0">
                <a:solidFill>
                  <a:schemeClr val="bg1"/>
                </a:solidFill>
              </a:defRPr>
            </a:lvl5pPr>
          </a:lstStyle>
          <a:p>
            <a:pPr lvl="0"/>
            <a:r>
              <a:rPr lang="en-US" dirty="0"/>
              <a:t>Add social media links here</a:t>
            </a:r>
          </a:p>
        </p:txBody>
      </p:sp>
      <p:sp>
        <p:nvSpPr>
          <p:cNvPr id="9" name="Text Placeholder 8">
            <a:extLst>
              <a:ext uri="{FF2B5EF4-FFF2-40B4-BE49-F238E27FC236}">
                <a16:creationId xmlns:a16="http://schemas.microsoft.com/office/drawing/2014/main" id="{B3C2BE14-477C-CB4E-A14A-DB75AA774A42}"/>
              </a:ext>
            </a:extLst>
          </p:cNvPr>
          <p:cNvSpPr>
            <a:spLocks noGrp="1"/>
          </p:cNvSpPr>
          <p:nvPr>
            <p:ph type="body" sz="quarter" idx="28" hasCustomPrompt="1"/>
          </p:nvPr>
        </p:nvSpPr>
        <p:spPr>
          <a:xfrm>
            <a:off x="304799" y="4536000"/>
            <a:ext cx="7558158" cy="941933"/>
          </a:xfrm>
        </p:spPr>
        <p:txBody>
          <a:bodyPr/>
          <a:lstStyle>
            <a:lvl1pPr marL="0" indent="0">
              <a:buNone/>
              <a:defRPr sz="1000">
                <a:solidFill>
                  <a:schemeClr val="bg1"/>
                </a:solidFill>
              </a:defRPr>
            </a:lvl1pPr>
            <a:lvl2pPr>
              <a:defRPr sz="1000"/>
            </a:lvl2pPr>
            <a:lvl3pPr>
              <a:defRPr sz="1000"/>
            </a:lvl3pPr>
            <a:lvl4pPr>
              <a:defRPr sz="1000"/>
            </a:lvl4pPr>
            <a:lvl5pPr>
              <a:defRPr sz="1000"/>
            </a:lvl5pPr>
          </a:lstStyle>
          <a:p>
            <a:pPr lvl="0"/>
            <a:r>
              <a:rPr lang="en-GB" dirty="0"/>
              <a:t>The contents of this document are confidential and not for distribution to anyone other than the recipients. Disclosure to third parties cannot be made without the prior written consent of [</a:t>
            </a:r>
            <a:r>
              <a:rPr lang="en-GB" dirty="0" err="1"/>
              <a:t>Forvis</a:t>
            </a:r>
            <a:r>
              <a:rPr lang="en-GB" dirty="0"/>
              <a:t> Mazars xxx : adapt for legal entity].</a:t>
            </a:r>
          </a:p>
        </p:txBody>
      </p:sp>
      <p:sp>
        <p:nvSpPr>
          <p:cNvPr id="4" name="TextBox 3">
            <a:extLst>
              <a:ext uri="{FF2B5EF4-FFF2-40B4-BE49-F238E27FC236}">
                <a16:creationId xmlns:a16="http://schemas.microsoft.com/office/drawing/2014/main" id="{D850E025-404D-9536-6D0C-2042221ADC94}"/>
              </a:ext>
            </a:extLst>
          </p:cNvPr>
          <p:cNvSpPr txBox="1"/>
          <p:nvPr userDrawn="1"/>
        </p:nvSpPr>
        <p:spPr>
          <a:xfrm>
            <a:off x="8194261" y="298800"/>
            <a:ext cx="1496051" cy="296081"/>
          </a:xfrm>
          <a:prstGeom prst="rect">
            <a:avLst/>
          </a:prstGeom>
          <a:noFill/>
        </p:spPr>
        <p:txBody>
          <a:bodyPr wrap="none" lIns="0" rIns="0" rtlCol="0" anchor="ctr">
            <a:noAutofit/>
          </a:bodyPr>
          <a:lstStyle/>
          <a:p>
            <a:r>
              <a:rPr lang="en-GB" sz="2400" dirty="0">
                <a:solidFill>
                  <a:schemeClr val="bg1"/>
                </a:solidFill>
              </a:rPr>
              <a:t>Follow us</a:t>
            </a:r>
          </a:p>
        </p:txBody>
      </p:sp>
      <p:sp>
        <p:nvSpPr>
          <p:cNvPr id="3" name="TextBox 2">
            <a:extLst>
              <a:ext uri="{FF2B5EF4-FFF2-40B4-BE49-F238E27FC236}">
                <a16:creationId xmlns:a16="http://schemas.microsoft.com/office/drawing/2014/main" id="{DB5F9192-CCBE-5DB9-4308-24B0D5F5F9EA}"/>
              </a:ext>
            </a:extLst>
          </p:cNvPr>
          <p:cNvSpPr txBox="1"/>
          <p:nvPr userDrawn="1"/>
        </p:nvSpPr>
        <p:spPr>
          <a:xfrm>
            <a:off x="-6392332" y="304800"/>
            <a:ext cx="6096000" cy="1384995"/>
          </a:xfrm>
          <a:prstGeom prst="rect">
            <a:avLst/>
          </a:prstGeom>
          <a:noFill/>
        </p:spPr>
        <p:txBody>
          <a:bodyPr wrap="square">
            <a:spAutoFit/>
          </a:bodyPr>
          <a:lstStyle/>
          <a:p>
            <a:r>
              <a:rPr lang="en-GB" sz="1200" i="1" dirty="0">
                <a:solidFill>
                  <a:srgbClr val="FF0000"/>
                </a:solidFill>
                <a:effectLst/>
                <a:latin typeface="+mn-lt"/>
                <a:ea typeface="Aptos" panose="020B0004020202020204" pitchFamily="34" charset="0"/>
              </a:rPr>
              <a:t>Please adhere to these instructions when utilising this slide:</a:t>
            </a:r>
            <a:endParaRPr lang="en-US" sz="1200" dirty="0">
              <a:solidFill>
                <a:srgbClr val="FF0000"/>
              </a:solidFill>
              <a:effectLst/>
              <a:latin typeface="+mn-lt"/>
              <a:ea typeface="Aptos" panose="020B0004020202020204" pitchFamily="34" charset="0"/>
            </a:endParaRPr>
          </a:p>
          <a:p>
            <a:r>
              <a:rPr lang="en-GB" sz="1200" i="1" dirty="0">
                <a:solidFill>
                  <a:srgbClr val="FF0000"/>
                </a:solidFill>
                <a:effectLst/>
                <a:latin typeface="+mn-lt"/>
                <a:ea typeface="Aptos" panose="020B0004020202020204" pitchFamily="34" charset="0"/>
              </a:rPr>
              <a:t>You have the flexibility to choose a colour for the background of the cover pages, divider slides, and closing slides from the following options: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white,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Indigo Dye,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True Blue, </a:t>
            </a:r>
            <a:endParaRPr lang="en-US" sz="1200" dirty="0">
              <a:solidFill>
                <a:srgbClr val="FF0000"/>
              </a:solidFill>
              <a:effectLst/>
              <a:latin typeface="+mn-lt"/>
              <a:ea typeface="Aptos" panose="020B0004020202020204" pitchFamily="34" charset="0"/>
            </a:endParaRPr>
          </a:p>
          <a:p>
            <a:pPr marL="342900" lvl="0" indent="-342900">
              <a:buFont typeface="Arial" panose="020B0604020202020204" pitchFamily="34" charset="0"/>
              <a:buChar char="-"/>
            </a:pPr>
            <a:r>
              <a:rPr lang="en-GB" sz="1200" i="1" dirty="0">
                <a:solidFill>
                  <a:srgbClr val="FF0000"/>
                </a:solidFill>
                <a:effectLst/>
                <a:latin typeface="+mn-lt"/>
                <a:ea typeface="Times New Roman" panose="02020603050405020304" pitchFamily="18" charset="0"/>
              </a:rPr>
              <a:t>or any colour from the ‘Vision’ colours palettes (see slide 2).</a:t>
            </a:r>
            <a:endParaRPr lang="en-US" sz="1200" dirty="0">
              <a:solidFill>
                <a:srgbClr val="FF0000"/>
              </a:solidFill>
              <a:effectLst/>
              <a:latin typeface="+mn-lt"/>
              <a:ea typeface="Aptos" panose="020B0004020202020204" pitchFamily="34" charset="0"/>
            </a:endParaRPr>
          </a:p>
        </p:txBody>
      </p:sp>
      <p:grpSp>
        <p:nvGrpSpPr>
          <p:cNvPr id="10" name="Gruppieren 4">
            <a:extLst>
              <a:ext uri="{FF2B5EF4-FFF2-40B4-BE49-F238E27FC236}">
                <a16:creationId xmlns:a16="http://schemas.microsoft.com/office/drawing/2014/main" id="{6600858C-044E-D467-95FF-4D8702D7C8FD}"/>
              </a:ext>
            </a:extLst>
          </p:cNvPr>
          <p:cNvGrpSpPr>
            <a:grpSpLocks noChangeAspect="1"/>
          </p:cNvGrpSpPr>
          <p:nvPr userDrawn="1"/>
        </p:nvGrpSpPr>
        <p:grpSpPr>
          <a:xfrm>
            <a:off x="10811963" y="6165234"/>
            <a:ext cx="1080000" cy="453765"/>
            <a:chOff x="1721984" y="2257682"/>
            <a:chExt cx="7247953" cy="3045250"/>
          </a:xfrm>
        </p:grpSpPr>
        <p:sp>
          <p:nvSpPr>
            <p:cNvPr id="11" name="Freihandform: Form 5">
              <a:extLst>
                <a:ext uri="{FF2B5EF4-FFF2-40B4-BE49-F238E27FC236}">
                  <a16:creationId xmlns:a16="http://schemas.microsoft.com/office/drawing/2014/main" id="{237FBE9F-E7E5-89E1-10BE-42983AEE81BF}"/>
                </a:ext>
              </a:extLst>
            </p:cNvPr>
            <p:cNvSpPr/>
            <p:nvPr/>
          </p:nvSpPr>
          <p:spPr>
            <a:xfrm>
              <a:off x="1721984" y="4167798"/>
              <a:ext cx="1948179" cy="1135134"/>
            </a:xfrm>
            <a:custGeom>
              <a:avLst/>
              <a:gdLst>
                <a:gd name="connsiteX0" fmla="*/ 1948179 w 1948179"/>
                <a:gd name="connsiteY0" fmla="*/ 391066 h 1135134"/>
                <a:gd name="connsiteX1" fmla="*/ 1641834 w 1948179"/>
                <a:gd name="connsiteY1" fmla="*/ 0 h 1135134"/>
                <a:gd name="connsiteX2" fmla="*/ 1272508 w 1948179"/>
                <a:gd name="connsiteY2" fmla="*/ 302012 h 1135134"/>
                <a:gd name="connsiteX3" fmla="*/ 1257305 w 1948179"/>
                <a:gd name="connsiteY3" fmla="*/ 302012 h 1135134"/>
                <a:gd name="connsiteX4" fmla="*/ 955329 w 1948179"/>
                <a:gd name="connsiteY4" fmla="*/ 0 h 1135134"/>
                <a:gd name="connsiteX5" fmla="*/ 581633 w 1948179"/>
                <a:gd name="connsiteY5" fmla="*/ 312846 h 1135134"/>
                <a:gd name="connsiteX6" fmla="*/ 566177 w 1948179"/>
                <a:gd name="connsiteY6" fmla="*/ 312846 h 1135134"/>
                <a:gd name="connsiteX7" fmla="*/ 333646 w 1948179"/>
                <a:gd name="connsiteY7" fmla="*/ 28240 h 1135134"/>
                <a:gd name="connsiteX8" fmla="*/ 223972 w 1948179"/>
                <a:gd name="connsiteY8" fmla="*/ 10870 h 1135134"/>
                <a:gd name="connsiteX9" fmla="*/ 0 w 1948179"/>
                <a:gd name="connsiteY9" fmla="*/ 10870 h 1135134"/>
                <a:gd name="connsiteX10" fmla="*/ 0 w 1948179"/>
                <a:gd name="connsiteY10" fmla="*/ 257990 h 1135134"/>
                <a:gd name="connsiteX11" fmla="*/ 283991 w 1948179"/>
                <a:gd name="connsiteY11" fmla="*/ 258099 h 1135134"/>
                <a:gd name="connsiteX12" fmla="*/ 283991 w 1948179"/>
                <a:gd name="connsiteY12" fmla="*/ 1116717 h 1135134"/>
                <a:gd name="connsiteX13" fmla="*/ 585967 w 1948179"/>
                <a:gd name="connsiteY13" fmla="*/ 1116717 h 1135134"/>
                <a:gd name="connsiteX14" fmla="*/ 585967 w 1948179"/>
                <a:gd name="connsiteY14" fmla="*/ 562710 h 1135134"/>
                <a:gd name="connsiteX15" fmla="*/ 597342 w 1948179"/>
                <a:gd name="connsiteY15" fmla="*/ 466506 h 1135134"/>
                <a:gd name="connsiteX16" fmla="*/ 820592 w 1948179"/>
                <a:gd name="connsiteY16" fmla="*/ 254198 h 1135134"/>
                <a:gd name="connsiteX17" fmla="*/ 968330 w 1948179"/>
                <a:gd name="connsiteY17" fmla="*/ 473656 h 1135134"/>
                <a:gd name="connsiteX18" fmla="*/ 968330 w 1948179"/>
                <a:gd name="connsiteY18" fmla="*/ 1116753 h 1135134"/>
                <a:gd name="connsiteX19" fmla="*/ 1270305 w 1948179"/>
                <a:gd name="connsiteY19" fmla="*/ 1116753 h 1135134"/>
                <a:gd name="connsiteX20" fmla="*/ 1270305 w 1948179"/>
                <a:gd name="connsiteY20" fmla="*/ 549710 h 1135134"/>
                <a:gd name="connsiteX21" fmla="*/ 1511467 w 1948179"/>
                <a:gd name="connsiteY21" fmla="*/ 254234 h 1135134"/>
                <a:gd name="connsiteX22" fmla="*/ 1644001 w 1948179"/>
                <a:gd name="connsiteY22" fmla="*/ 473692 h 1135134"/>
                <a:gd name="connsiteX23" fmla="*/ 1644001 w 1948179"/>
                <a:gd name="connsiteY23" fmla="*/ 833231 h 1135134"/>
                <a:gd name="connsiteX24" fmla="*/ 1948179 w 1948179"/>
                <a:gd name="connsiteY24" fmla="*/ 1135135 h 1135134"/>
                <a:gd name="connsiteX25" fmla="*/ 1948179 w 1948179"/>
                <a:gd name="connsiteY25" fmla="*/ 391102 h 113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48179" h="1135134">
                  <a:moveTo>
                    <a:pt x="1948179" y="391066"/>
                  </a:moveTo>
                  <a:cubicBezTo>
                    <a:pt x="1948179" y="149904"/>
                    <a:pt x="1852589" y="0"/>
                    <a:pt x="1641834" y="0"/>
                  </a:cubicBezTo>
                  <a:cubicBezTo>
                    <a:pt x="1468023" y="0"/>
                    <a:pt x="1335489" y="108627"/>
                    <a:pt x="1272508" y="302012"/>
                  </a:cubicBezTo>
                  <a:lnTo>
                    <a:pt x="1257305" y="302012"/>
                  </a:lnTo>
                  <a:cubicBezTo>
                    <a:pt x="1239934" y="128201"/>
                    <a:pt x="1142141" y="0"/>
                    <a:pt x="955329" y="0"/>
                  </a:cubicBezTo>
                  <a:cubicBezTo>
                    <a:pt x="768517" y="0"/>
                    <a:pt x="640317" y="115128"/>
                    <a:pt x="581633" y="312846"/>
                  </a:cubicBezTo>
                  <a:lnTo>
                    <a:pt x="566177" y="312846"/>
                  </a:lnTo>
                  <a:cubicBezTo>
                    <a:pt x="527067" y="181539"/>
                    <a:pt x="455238" y="69770"/>
                    <a:pt x="333646" y="28240"/>
                  </a:cubicBezTo>
                  <a:cubicBezTo>
                    <a:pt x="300820" y="17009"/>
                    <a:pt x="264382" y="10870"/>
                    <a:pt x="223972" y="10870"/>
                  </a:cubicBezTo>
                  <a:lnTo>
                    <a:pt x="0" y="10870"/>
                  </a:lnTo>
                  <a:lnTo>
                    <a:pt x="0" y="257990"/>
                  </a:lnTo>
                  <a:lnTo>
                    <a:pt x="283991" y="258099"/>
                  </a:lnTo>
                  <a:lnTo>
                    <a:pt x="283991" y="1116717"/>
                  </a:lnTo>
                  <a:lnTo>
                    <a:pt x="585967" y="1116717"/>
                  </a:lnTo>
                  <a:lnTo>
                    <a:pt x="585967" y="562710"/>
                  </a:lnTo>
                  <a:cubicBezTo>
                    <a:pt x="586725" y="527536"/>
                    <a:pt x="590806" y="495613"/>
                    <a:pt x="597342" y="466506"/>
                  </a:cubicBezTo>
                  <a:cubicBezTo>
                    <a:pt x="629158" y="324727"/>
                    <a:pt x="723268" y="254198"/>
                    <a:pt x="820592" y="254198"/>
                  </a:cubicBezTo>
                  <a:cubicBezTo>
                    <a:pt x="917916" y="254198"/>
                    <a:pt x="968330" y="297642"/>
                    <a:pt x="968330" y="473656"/>
                  </a:cubicBezTo>
                  <a:lnTo>
                    <a:pt x="968330" y="1116753"/>
                  </a:lnTo>
                  <a:lnTo>
                    <a:pt x="1270305" y="1116753"/>
                  </a:lnTo>
                  <a:lnTo>
                    <a:pt x="1270305" y="549710"/>
                  </a:lnTo>
                  <a:cubicBezTo>
                    <a:pt x="1292045" y="330288"/>
                    <a:pt x="1405006" y="254234"/>
                    <a:pt x="1511467" y="254234"/>
                  </a:cubicBezTo>
                  <a:cubicBezTo>
                    <a:pt x="1617927" y="254234"/>
                    <a:pt x="1644001" y="328121"/>
                    <a:pt x="1644001" y="473692"/>
                  </a:cubicBezTo>
                  <a:lnTo>
                    <a:pt x="1644001" y="833231"/>
                  </a:lnTo>
                  <a:cubicBezTo>
                    <a:pt x="1644001" y="1005923"/>
                    <a:pt x="1755662" y="1125384"/>
                    <a:pt x="1948179" y="1135135"/>
                  </a:cubicBezTo>
                  <a:lnTo>
                    <a:pt x="1948179" y="391102"/>
                  </a:lnTo>
                  <a:close/>
                </a:path>
              </a:pathLst>
            </a:custGeom>
            <a:solidFill>
              <a:schemeClr val="bg1"/>
            </a:solidFill>
            <a:ln w="0" cap="flat">
              <a:noFill/>
              <a:prstDash val="solid"/>
              <a:miter/>
            </a:ln>
          </p:spPr>
          <p:txBody>
            <a:bodyPr rtlCol="0" anchor="ctr"/>
            <a:lstStyle/>
            <a:p>
              <a:endParaRPr lang="de-DE"/>
            </a:p>
          </p:txBody>
        </p:sp>
        <p:sp>
          <p:nvSpPr>
            <p:cNvPr id="12" name="Freihandform: Form 7">
              <a:extLst>
                <a:ext uri="{FF2B5EF4-FFF2-40B4-BE49-F238E27FC236}">
                  <a16:creationId xmlns:a16="http://schemas.microsoft.com/office/drawing/2014/main" id="{70A2A876-9809-F9A0-5ADE-28D9E0D28834}"/>
                </a:ext>
              </a:extLst>
            </p:cNvPr>
            <p:cNvSpPr/>
            <p:nvPr/>
          </p:nvSpPr>
          <p:spPr>
            <a:xfrm>
              <a:off x="5035697" y="4193979"/>
              <a:ext cx="910332" cy="1088477"/>
            </a:xfrm>
            <a:custGeom>
              <a:avLst/>
              <a:gdLst>
                <a:gd name="connsiteX0" fmla="*/ 326785 w 910332"/>
                <a:gd name="connsiteY0" fmla="*/ 851469 h 1088477"/>
                <a:gd name="connsiteX1" fmla="*/ 897296 w 910332"/>
                <a:gd name="connsiteY1" fmla="*/ 235817 h 1088477"/>
                <a:gd name="connsiteX2" fmla="*/ 897296 w 910332"/>
                <a:gd name="connsiteY2" fmla="*/ 5381 h 1088477"/>
                <a:gd name="connsiteX3" fmla="*/ 897296 w 910332"/>
                <a:gd name="connsiteY3" fmla="*/ 5381 h 1088477"/>
                <a:gd name="connsiteX4" fmla="*/ 897296 w 910332"/>
                <a:gd name="connsiteY4" fmla="*/ 0 h 1088477"/>
                <a:gd name="connsiteX5" fmla="*/ 22535 w 910332"/>
                <a:gd name="connsiteY5" fmla="*/ 0 h 1088477"/>
                <a:gd name="connsiteX6" fmla="*/ 22535 w 910332"/>
                <a:gd name="connsiteY6" fmla="*/ 225958 h 1088477"/>
                <a:gd name="connsiteX7" fmla="*/ 600629 w 910332"/>
                <a:gd name="connsiteY7" fmla="*/ 225958 h 1088477"/>
                <a:gd name="connsiteX8" fmla="*/ 0 w 910332"/>
                <a:gd name="connsiteY8" fmla="*/ 868947 h 1088477"/>
                <a:gd name="connsiteX9" fmla="*/ 0 w 910332"/>
                <a:gd name="connsiteY9" fmla="*/ 1088477 h 1088477"/>
                <a:gd name="connsiteX10" fmla="*/ 910333 w 910332"/>
                <a:gd name="connsiteY10" fmla="*/ 1088477 h 1088477"/>
                <a:gd name="connsiteX11" fmla="*/ 910333 w 910332"/>
                <a:gd name="connsiteY11" fmla="*/ 851469 h 1088477"/>
                <a:gd name="connsiteX12" fmla="*/ 326785 w 910332"/>
                <a:gd name="connsiteY12" fmla="*/ 851469 h 108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0332" h="1088477">
                  <a:moveTo>
                    <a:pt x="326785" y="851469"/>
                  </a:moveTo>
                  <a:lnTo>
                    <a:pt x="897296" y="235817"/>
                  </a:lnTo>
                  <a:lnTo>
                    <a:pt x="897296" y="5381"/>
                  </a:lnTo>
                  <a:lnTo>
                    <a:pt x="897296" y="5381"/>
                  </a:lnTo>
                  <a:lnTo>
                    <a:pt x="897296" y="0"/>
                  </a:lnTo>
                  <a:lnTo>
                    <a:pt x="22535" y="0"/>
                  </a:lnTo>
                  <a:lnTo>
                    <a:pt x="22535" y="225958"/>
                  </a:lnTo>
                  <a:lnTo>
                    <a:pt x="600629" y="225958"/>
                  </a:lnTo>
                  <a:lnTo>
                    <a:pt x="0" y="868947"/>
                  </a:lnTo>
                  <a:lnTo>
                    <a:pt x="0" y="1088477"/>
                  </a:lnTo>
                  <a:lnTo>
                    <a:pt x="910333" y="1088477"/>
                  </a:lnTo>
                  <a:lnTo>
                    <a:pt x="910333" y="851469"/>
                  </a:lnTo>
                  <a:lnTo>
                    <a:pt x="326785" y="851469"/>
                  </a:lnTo>
                  <a:close/>
                </a:path>
              </a:pathLst>
            </a:custGeom>
            <a:solidFill>
              <a:schemeClr val="bg1"/>
            </a:solidFill>
            <a:ln w="0" cap="flat">
              <a:noFill/>
              <a:prstDash val="solid"/>
              <a:miter/>
            </a:ln>
          </p:spPr>
          <p:txBody>
            <a:bodyPr rtlCol="0" anchor="ctr"/>
            <a:lstStyle/>
            <a:p>
              <a:endParaRPr lang="de-DE"/>
            </a:p>
          </p:txBody>
        </p:sp>
        <p:sp>
          <p:nvSpPr>
            <p:cNvPr id="13" name="Freihandform: Form 9">
              <a:extLst>
                <a:ext uri="{FF2B5EF4-FFF2-40B4-BE49-F238E27FC236}">
                  <a16:creationId xmlns:a16="http://schemas.microsoft.com/office/drawing/2014/main" id="{7F50DE31-FF8B-006A-E904-FA745BF901F5}"/>
                </a:ext>
              </a:extLst>
            </p:cNvPr>
            <p:cNvSpPr/>
            <p:nvPr/>
          </p:nvSpPr>
          <p:spPr>
            <a:xfrm>
              <a:off x="6099401" y="4169495"/>
              <a:ext cx="1028023" cy="1115344"/>
            </a:xfrm>
            <a:custGeom>
              <a:avLst/>
              <a:gdLst>
                <a:gd name="connsiteX0" fmla="*/ 670832 w 1028023"/>
                <a:gd name="connsiteY0" fmla="*/ 897368 h 1115344"/>
                <a:gd name="connsiteX1" fmla="*/ 328879 w 1028023"/>
                <a:gd name="connsiteY1" fmla="*/ 1115345 h 1115344"/>
                <a:gd name="connsiteX2" fmla="*/ 0 w 1028023"/>
                <a:gd name="connsiteY2" fmla="*/ 836373 h 1115344"/>
                <a:gd name="connsiteX3" fmla="*/ 389874 w 1028023"/>
                <a:gd name="connsiteY3" fmla="*/ 498754 h 1115344"/>
                <a:gd name="connsiteX4" fmla="*/ 668665 w 1028023"/>
                <a:gd name="connsiteY4" fmla="*/ 415984 h 1115344"/>
                <a:gd name="connsiteX5" fmla="*/ 668665 w 1028023"/>
                <a:gd name="connsiteY5" fmla="*/ 392041 h 1115344"/>
                <a:gd name="connsiteX6" fmla="*/ 483515 w 1028023"/>
                <a:gd name="connsiteY6" fmla="*/ 224333 h 1115344"/>
                <a:gd name="connsiteX7" fmla="*/ 235203 w 1028023"/>
                <a:gd name="connsiteY7" fmla="*/ 383338 h 1115344"/>
                <a:gd name="connsiteX8" fmla="*/ 8703 w 1028023"/>
                <a:gd name="connsiteY8" fmla="*/ 261349 h 1115344"/>
                <a:gd name="connsiteX9" fmla="*/ 513994 w 1028023"/>
                <a:gd name="connsiteY9" fmla="*/ 0 h 1115344"/>
                <a:gd name="connsiteX10" fmla="*/ 964863 w 1028023"/>
                <a:gd name="connsiteY10" fmla="*/ 409483 h 1115344"/>
                <a:gd name="connsiteX11" fmla="*/ 964863 w 1028023"/>
                <a:gd name="connsiteY11" fmla="*/ 762342 h 1115344"/>
                <a:gd name="connsiteX12" fmla="*/ 1028024 w 1028023"/>
                <a:gd name="connsiteY12" fmla="*/ 1112528 h 1115344"/>
                <a:gd name="connsiteX13" fmla="*/ 725290 w 1028023"/>
                <a:gd name="connsiteY13" fmla="*/ 1112528 h 1115344"/>
                <a:gd name="connsiteX14" fmla="*/ 670832 w 1028023"/>
                <a:gd name="connsiteY14" fmla="*/ 897404 h 1115344"/>
                <a:gd name="connsiteX15" fmla="*/ 676104 w 1028023"/>
                <a:gd name="connsiteY15" fmla="*/ 711603 h 1115344"/>
                <a:gd name="connsiteX16" fmla="*/ 676104 w 1028023"/>
                <a:gd name="connsiteY16" fmla="*/ 543715 h 1115344"/>
                <a:gd name="connsiteX17" fmla="*/ 676104 w 1028023"/>
                <a:gd name="connsiteY17" fmla="*/ 543715 h 1115344"/>
                <a:gd name="connsiteX18" fmla="*/ 532339 w 1028023"/>
                <a:gd name="connsiteY18" fmla="*/ 605468 h 1115344"/>
                <a:gd name="connsiteX19" fmla="*/ 308006 w 1028023"/>
                <a:gd name="connsiteY19" fmla="*/ 783468 h 1115344"/>
                <a:gd name="connsiteX20" fmla="*/ 440865 w 1028023"/>
                <a:gd name="connsiteY20" fmla="*/ 918494 h 1115344"/>
                <a:gd name="connsiteX21" fmla="*/ 676104 w 1028023"/>
                <a:gd name="connsiteY21" fmla="*/ 711567 h 111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8023" h="1115344">
                  <a:moveTo>
                    <a:pt x="670832" y="897368"/>
                  </a:moveTo>
                  <a:cubicBezTo>
                    <a:pt x="620093" y="1041639"/>
                    <a:pt x="485681" y="1115345"/>
                    <a:pt x="328879" y="1115345"/>
                  </a:cubicBezTo>
                  <a:cubicBezTo>
                    <a:pt x="119786" y="1115345"/>
                    <a:pt x="0" y="1017154"/>
                    <a:pt x="0" y="836373"/>
                  </a:cubicBezTo>
                  <a:cubicBezTo>
                    <a:pt x="0" y="629447"/>
                    <a:pt x="163374" y="544509"/>
                    <a:pt x="389874" y="498754"/>
                  </a:cubicBezTo>
                  <a:cubicBezTo>
                    <a:pt x="577191" y="459536"/>
                    <a:pt x="659962" y="439963"/>
                    <a:pt x="668665" y="415984"/>
                  </a:cubicBezTo>
                  <a:lnTo>
                    <a:pt x="668665" y="392041"/>
                  </a:lnTo>
                  <a:cubicBezTo>
                    <a:pt x="668665" y="287494"/>
                    <a:pt x="616410" y="224333"/>
                    <a:pt x="483515" y="224333"/>
                  </a:cubicBezTo>
                  <a:cubicBezTo>
                    <a:pt x="350619" y="224333"/>
                    <a:pt x="270052" y="302734"/>
                    <a:pt x="235203" y="383338"/>
                  </a:cubicBezTo>
                  <a:lnTo>
                    <a:pt x="8703" y="261349"/>
                  </a:lnTo>
                  <a:cubicBezTo>
                    <a:pt x="87104" y="100177"/>
                    <a:pt x="278791" y="0"/>
                    <a:pt x="513994" y="0"/>
                  </a:cubicBezTo>
                  <a:cubicBezTo>
                    <a:pt x="821098" y="0"/>
                    <a:pt x="964863" y="143729"/>
                    <a:pt x="964863" y="409483"/>
                  </a:cubicBezTo>
                  <a:lnTo>
                    <a:pt x="964863" y="762342"/>
                  </a:lnTo>
                  <a:cubicBezTo>
                    <a:pt x="964863" y="988841"/>
                    <a:pt x="991008" y="1082013"/>
                    <a:pt x="1028024" y="1112528"/>
                  </a:cubicBezTo>
                  <a:lnTo>
                    <a:pt x="725290" y="1112528"/>
                  </a:lnTo>
                  <a:cubicBezTo>
                    <a:pt x="699144" y="1088585"/>
                    <a:pt x="677368" y="1021560"/>
                    <a:pt x="670832" y="897404"/>
                  </a:cubicBezTo>
                  <a:close/>
                  <a:moveTo>
                    <a:pt x="676104" y="711603"/>
                  </a:moveTo>
                  <a:lnTo>
                    <a:pt x="676104" y="543715"/>
                  </a:lnTo>
                  <a:lnTo>
                    <a:pt x="676104" y="543715"/>
                  </a:lnTo>
                  <a:cubicBezTo>
                    <a:pt x="646564" y="571016"/>
                    <a:pt x="610776" y="581525"/>
                    <a:pt x="532339" y="605468"/>
                  </a:cubicBezTo>
                  <a:cubicBezTo>
                    <a:pt x="384241" y="646853"/>
                    <a:pt x="308006" y="685458"/>
                    <a:pt x="308006" y="783468"/>
                  </a:cubicBezTo>
                  <a:cubicBezTo>
                    <a:pt x="308006" y="870608"/>
                    <a:pt x="369001" y="918494"/>
                    <a:pt x="440865" y="918494"/>
                  </a:cubicBezTo>
                  <a:cubicBezTo>
                    <a:pt x="549782" y="918494"/>
                    <a:pt x="654328" y="837926"/>
                    <a:pt x="676104" y="711567"/>
                  </a:cubicBezTo>
                  <a:close/>
                </a:path>
              </a:pathLst>
            </a:custGeom>
            <a:solidFill>
              <a:schemeClr val="bg1"/>
            </a:solidFill>
            <a:ln w="0" cap="flat">
              <a:noFill/>
              <a:prstDash val="solid"/>
              <a:miter/>
            </a:ln>
          </p:spPr>
          <p:txBody>
            <a:bodyPr rtlCol="0" anchor="ctr"/>
            <a:lstStyle/>
            <a:p>
              <a:endParaRPr lang="de-DE"/>
            </a:p>
          </p:txBody>
        </p:sp>
        <p:sp>
          <p:nvSpPr>
            <p:cNvPr id="14" name="Freihandform: Form 11">
              <a:extLst>
                <a:ext uri="{FF2B5EF4-FFF2-40B4-BE49-F238E27FC236}">
                  <a16:creationId xmlns:a16="http://schemas.microsoft.com/office/drawing/2014/main" id="{B9DA3AA6-8787-DF83-A9CD-2F9339325CDF}"/>
                </a:ext>
              </a:extLst>
            </p:cNvPr>
            <p:cNvSpPr/>
            <p:nvPr/>
          </p:nvSpPr>
          <p:spPr>
            <a:xfrm>
              <a:off x="4301487" y="2782401"/>
              <a:ext cx="1066448" cy="1110650"/>
            </a:xfrm>
            <a:custGeom>
              <a:avLst/>
              <a:gdLst>
                <a:gd name="connsiteX0" fmla="*/ 0 w 1066448"/>
                <a:gd name="connsiteY0" fmla="*/ 556390 h 1110650"/>
                <a:gd name="connsiteX1" fmla="*/ 541657 w 1066448"/>
                <a:gd name="connsiteY1" fmla="*/ 0 h 1110650"/>
                <a:gd name="connsiteX2" fmla="*/ 1066448 w 1066448"/>
                <a:gd name="connsiteY2" fmla="*/ 545846 h 1110650"/>
                <a:gd name="connsiteX3" fmla="*/ 526923 w 1066448"/>
                <a:gd name="connsiteY3" fmla="*/ 1110650 h 1110650"/>
                <a:gd name="connsiteX4" fmla="*/ 36 w 1066448"/>
                <a:gd name="connsiteY4" fmla="*/ 556354 h 1110650"/>
                <a:gd name="connsiteX5" fmla="*/ 765051 w 1066448"/>
                <a:gd name="connsiteY5" fmla="*/ 550071 h 1110650"/>
                <a:gd name="connsiteX6" fmla="*/ 537431 w 1066448"/>
                <a:gd name="connsiteY6" fmla="*/ 216569 h 1110650"/>
                <a:gd name="connsiteX7" fmla="*/ 305587 w 1066448"/>
                <a:gd name="connsiteY7" fmla="*/ 547976 h 1110650"/>
                <a:gd name="connsiteX8" fmla="*/ 528981 w 1066448"/>
                <a:gd name="connsiteY8" fmla="*/ 892023 h 1110650"/>
                <a:gd name="connsiteX9" fmla="*/ 765051 w 1066448"/>
                <a:gd name="connsiteY9" fmla="*/ 550071 h 111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448" h="1110650">
                  <a:moveTo>
                    <a:pt x="0" y="556390"/>
                  </a:moveTo>
                  <a:cubicBezTo>
                    <a:pt x="0" y="238164"/>
                    <a:pt x="198115" y="0"/>
                    <a:pt x="541657" y="0"/>
                  </a:cubicBezTo>
                  <a:cubicBezTo>
                    <a:pt x="885198" y="0"/>
                    <a:pt x="1066448" y="214980"/>
                    <a:pt x="1066448" y="545846"/>
                  </a:cubicBezTo>
                  <a:cubicBezTo>
                    <a:pt x="1066448" y="876711"/>
                    <a:pt x="868333" y="1110650"/>
                    <a:pt x="526923" y="1110650"/>
                  </a:cubicBezTo>
                  <a:cubicBezTo>
                    <a:pt x="185512" y="1110650"/>
                    <a:pt x="36" y="893576"/>
                    <a:pt x="36" y="556354"/>
                  </a:cubicBezTo>
                  <a:close/>
                  <a:moveTo>
                    <a:pt x="765051" y="550071"/>
                  </a:moveTo>
                  <a:cubicBezTo>
                    <a:pt x="765051" y="335091"/>
                    <a:pt x="689177" y="216569"/>
                    <a:pt x="537431" y="216569"/>
                  </a:cubicBezTo>
                  <a:cubicBezTo>
                    <a:pt x="385685" y="216569"/>
                    <a:pt x="305587" y="335127"/>
                    <a:pt x="305587" y="547976"/>
                  </a:cubicBezTo>
                  <a:cubicBezTo>
                    <a:pt x="305587" y="760825"/>
                    <a:pt x="379329" y="892023"/>
                    <a:pt x="528981" y="892023"/>
                  </a:cubicBezTo>
                  <a:cubicBezTo>
                    <a:pt x="678633" y="892023"/>
                    <a:pt x="765051" y="769276"/>
                    <a:pt x="765051" y="550071"/>
                  </a:cubicBezTo>
                  <a:close/>
                </a:path>
              </a:pathLst>
            </a:custGeom>
            <a:solidFill>
              <a:schemeClr val="bg1"/>
            </a:solidFill>
            <a:ln w="0" cap="flat">
              <a:noFill/>
              <a:prstDash val="solid"/>
              <a:miter/>
            </a:ln>
          </p:spPr>
          <p:txBody>
            <a:bodyPr rtlCol="0" anchor="ctr"/>
            <a:lstStyle/>
            <a:p>
              <a:endParaRPr lang="de-DE"/>
            </a:p>
          </p:txBody>
        </p:sp>
        <p:sp>
          <p:nvSpPr>
            <p:cNvPr id="15" name="Freihandform: Form 12">
              <a:extLst>
                <a:ext uri="{FF2B5EF4-FFF2-40B4-BE49-F238E27FC236}">
                  <a16:creationId xmlns:a16="http://schemas.microsoft.com/office/drawing/2014/main" id="{9D5B26A0-988D-ADD7-264F-4F69CAA40C47}"/>
                </a:ext>
              </a:extLst>
            </p:cNvPr>
            <p:cNvSpPr/>
            <p:nvPr/>
          </p:nvSpPr>
          <p:spPr>
            <a:xfrm>
              <a:off x="6410838" y="2808294"/>
              <a:ext cx="1066231" cy="1086021"/>
            </a:xfrm>
            <a:custGeom>
              <a:avLst/>
              <a:gdLst>
                <a:gd name="connsiteX0" fmla="*/ 0 w 1066231"/>
                <a:gd name="connsiteY0" fmla="*/ 1228 h 1086021"/>
                <a:gd name="connsiteX1" fmla="*/ 283955 w 1066231"/>
                <a:gd name="connsiteY1" fmla="*/ 1228 h 1086021"/>
                <a:gd name="connsiteX2" fmla="*/ 526381 w 1066231"/>
                <a:gd name="connsiteY2" fmla="*/ 790691 h 1086021"/>
                <a:gd name="connsiteX3" fmla="*/ 539381 w 1066231"/>
                <a:gd name="connsiteY3" fmla="*/ 790691 h 1086021"/>
                <a:gd name="connsiteX4" fmla="*/ 777545 w 1066231"/>
                <a:gd name="connsiteY4" fmla="*/ 0 h 1086021"/>
                <a:gd name="connsiteX5" fmla="*/ 1066232 w 1066231"/>
                <a:gd name="connsiteY5" fmla="*/ 0 h 1086021"/>
                <a:gd name="connsiteX6" fmla="*/ 675346 w 1066231"/>
                <a:gd name="connsiteY6" fmla="*/ 1086021 h 1086021"/>
                <a:gd name="connsiteX7" fmla="*/ 394821 w 1066231"/>
                <a:gd name="connsiteY7" fmla="*/ 1084866 h 1086021"/>
                <a:gd name="connsiteX8" fmla="*/ 0 w 1066231"/>
                <a:gd name="connsiteY8" fmla="*/ 1228 h 108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231" h="1086021">
                  <a:moveTo>
                    <a:pt x="0" y="1228"/>
                  </a:moveTo>
                  <a:lnTo>
                    <a:pt x="283955" y="1228"/>
                  </a:lnTo>
                  <a:lnTo>
                    <a:pt x="526381" y="790691"/>
                  </a:lnTo>
                  <a:lnTo>
                    <a:pt x="539381" y="790691"/>
                  </a:lnTo>
                  <a:lnTo>
                    <a:pt x="777545" y="0"/>
                  </a:lnTo>
                  <a:lnTo>
                    <a:pt x="1066232" y="0"/>
                  </a:lnTo>
                  <a:lnTo>
                    <a:pt x="675346" y="1086021"/>
                  </a:lnTo>
                  <a:lnTo>
                    <a:pt x="394821" y="1084866"/>
                  </a:lnTo>
                  <a:lnTo>
                    <a:pt x="0" y="1228"/>
                  </a:lnTo>
                  <a:close/>
                </a:path>
              </a:pathLst>
            </a:custGeom>
            <a:solidFill>
              <a:schemeClr val="bg1"/>
            </a:solidFill>
            <a:ln w="0" cap="flat">
              <a:noFill/>
              <a:prstDash val="solid"/>
              <a:miter/>
            </a:ln>
          </p:spPr>
          <p:txBody>
            <a:bodyPr rtlCol="0" anchor="ctr"/>
            <a:lstStyle/>
            <a:p>
              <a:endParaRPr lang="de-DE"/>
            </a:p>
          </p:txBody>
        </p:sp>
        <p:sp>
          <p:nvSpPr>
            <p:cNvPr id="16" name="Freihandform: Form 13">
              <a:extLst>
                <a:ext uri="{FF2B5EF4-FFF2-40B4-BE49-F238E27FC236}">
                  <a16:creationId xmlns:a16="http://schemas.microsoft.com/office/drawing/2014/main" id="{9087F793-6FDA-9216-562F-CAFC24DC20B6}"/>
                </a:ext>
              </a:extLst>
            </p:cNvPr>
            <p:cNvSpPr/>
            <p:nvPr/>
          </p:nvSpPr>
          <p:spPr>
            <a:xfrm>
              <a:off x="3393430" y="2257682"/>
              <a:ext cx="851865" cy="1636633"/>
            </a:xfrm>
            <a:custGeom>
              <a:avLst/>
              <a:gdLst>
                <a:gd name="connsiteX0" fmla="*/ 561374 w 851865"/>
                <a:gd name="connsiteY0" fmla="*/ 396700 h 1636633"/>
                <a:gd name="connsiteX1" fmla="*/ 717454 w 851865"/>
                <a:gd name="connsiteY1" fmla="*/ 227619 h 1636633"/>
                <a:gd name="connsiteX2" fmla="*/ 851866 w 851865"/>
                <a:gd name="connsiteY2" fmla="*/ 247120 h 1636633"/>
                <a:gd name="connsiteX3" fmla="*/ 851866 w 851865"/>
                <a:gd name="connsiteY3" fmla="*/ 26001 h 1636633"/>
                <a:gd name="connsiteX4" fmla="*/ 648117 w 851865"/>
                <a:gd name="connsiteY4" fmla="*/ 0 h 1636633"/>
                <a:gd name="connsiteX5" fmla="*/ 277419 w 851865"/>
                <a:gd name="connsiteY5" fmla="*/ 381496 h 1636633"/>
                <a:gd name="connsiteX6" fmla="*/ 277419 w 851865"/>
                <a:gd name="connsiteY6" fmla="*/ 550576 h 1636633"/>
                <a:gd name="connsiteX7" fmla="*/ 85226 w 851865"/>
                <a:gd name="connsiteY7" fmla="*/ 550576 h 1636633"/>
                <a:gd name="connsiteX8" fmla="*/ 0 w 851865"/>
                <a:gd name="connsiteY8" fmla="*/ 784696 h 1636633"/>
                <a:gd name="connsiteX9" fmla="*/ 277419 w 851865"/>
                <a:gd name="connsiteY9" fmla="*/ 784696 h 1636633"/>
                <a:gd name="connsiteX10" fmla="*/ 277419 w 851865"/>
                <a:gd name="connsiteY10" fmla="*/ 1636634 h 1636633"/>
                <a:gd name="connsiteX11" fmla="*/ 561410 w 851865"/>
                <a:gd name="connsiteY11" fmla="*/ 1636634 h 1636633"/>
                <a:gd name="connsiteX12" fmla="*/ 561410 w 851865"/>
                <a:gd name="connsiteY12" fmla="*/ 767831 h 1636633"/>
                <a:gd name="connsiteX13" fmla="*/ 552743 w 851865"/>
                <a:gd name="connsiteY13" fmla="*/ 784732 h 1636633"/>
                <a:gd name="connsiteX14" fmla="*/ 822650 w 851865"/>
                <a:gd name="connsiteY14" fmla="*/ 784732 h 1636633"/>
                <a:gd name="connsiteX15" fmla="*/ 822650 w 851865"/>
                <a:gd name="connsiteY15" fmla="*/ 550612 h 1636633"/>
                <a:gd name="connsiteX16" fmla="*/ 552743 w 851865"/>
                <a:gd name="connsiteY16" fmla="*/ 550612 h 1636633"/>
                <a:gd name="connsiteX17" fmla="*/ 561410 w 851865"/>
                <a:gd name="connsiteY17" fmla="*/ 585281 h 1636633"/>
                <a:gd name="connsiteX18" fmla="*/ 561410 w 851865"/>
                <a:gd name="connsiteY18" fmla="*/ 396700 h 1636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1865" h="1636633">
                  <a:moveTo>
                    <a:pt x="561374" y="396700"/>
                  </a:moveTo>
                  <a:cubicBezTo>
                    <a:pt x="561374" y="273157"/>
                    <a:pt x="602543" y="227619"/>
                    <a:pt x="717454" y="227619"/>
                  </a:cubicBezTo>
                  <a:cubicBezTo>
                    <a:pt x="769492" y="227619"/>
                    <a:pt x="814995" y="236286"/>
                    <a:pt x="851866" y="247120"/>
                  </a:cubicBezTo>
                  <a:lnTo>
                    <a:pt x="851866" y="26001"/>
                  </a:lnTo>
                  <a:cubicBezTo>
                    <a:pt x="810697" y="15167"/>
                    <a:pt x="758658" y="0"/>
                    <a:pt x="648117" y="0"/>
                  </a:cubicBezTo>
                  <a:cubicBezTo>
                    <a:pt x="403164" y="0"/>
                    <a:pt x="277419" y="145246"/>
                    <a:pt x="277419" y="381496"/>
                  </a:cubicBezTo>
                  <a:lnTo>
                    <a:pt x="277419" y="550576"/>
                  </a:lnTo>
                  <a:lnTo>
                    <a:pt x="85226" y="550576"/>
                  </a:lnTo>
                  <a:lnTo>
                    <a:pt x="0" y="784696"/>
                  </a:lnTo>
                  <a:lnTo>
                    <a:pt x="277419" y="784696"/>
                  </a:lnTo>
                  <a:lnTo>
                    <a:pt x="277419" y="1636634"/>
                  </a:lnTo>
                  <a:lnTo>
                    <a:pt x="561410" y="1636634"/>
                  </a:lnTo>
                  <a:lnTo>
                    <a:pt x="561410" y="767831"/>
                  </a:lnTo>
                  <a:lnTo>
                    <a:pt x="552743" y="784732"/>
                  </a:lnTo>
                  <a:lnTo>
                    <a:pt x="822650" y="784732"/>
                  </a:lnTo>
                  <a:lnTo>
                    <a:pt x="822650" y="550612"/>
                  </a:lnTo>
                  <a:lnTo>
                    <a:pt x="552743" y="550612"/>
                  </a:lnTo>
                  <a:lnTo>
                    <a:pt x="561410" y="585281"/>
                  </a:lnTo>
                  <a:lnTo>
                    <a:pt x="561410" y="396700"/>
                  </a:lnTo>
                  <a:close/>
                </a:path>
              </a:pathLst>
            </a:custGeom>
            <a:solidFill>
              <a:schemeClr val="bg1"/>
            </a:solidFill>
            <a:ln w="0" cap="flat">
              <a:noFill/>
              <a:prstDash val="solid"/>
              <a:miter/>
            </a:ln>
          </p:spPr>
          <p:txBody>
            <a:bodyPr rtlCol="0" anchor="ctr"/>
            <a:lstStyle/>
            <a:p>
              <a:endParaRPr lang="de-DE"/>
            </a:p>
          </p:txBody>
        </p:sp>
        <p:sp>
          <p:nvSpPr>
            <p:cNvPr id="17" name="Freihandform: Form 14">
              <a:extLst>
                <a:ext uri="{FF2B5EF4-FFF2-40B4-BE49-F238E27FC236}">
                  <a16:creationId xmlns:a16="http://schemas.microsoft.com/office/drawing/2014/main" id="{CA1A4E37-00E5-A4AB-295B-0F1B1CABAA38}"/>
                </a:ext>
              </a:extLst>
            </p:cNvPr>
            <p:cNvSpPr/>
            <p:nvPr/>
          </p:nvSpPr>
          <p:spPr>
            <a:xfrm>
              <a:off x="5437019" y="2809522"/>
              <a:ext cx="840273" cy="1083529"/>
            </a:xfrm>
            <a:custGeom>
              <a:avLst/>
              <a:gdLst>
                <a:gd name="connsiteX0" fmla="*/ 826190 w 840273"/>
                <a:gd name="connsiteY0" fmla="*/ 2492 h 1083529"/>
                <a:gd name="connsiteX1" fmla="*/ 462100 w 840273"/>
                <a:gd name="connsiteY1" fmla="*/ 341700 h 1083529"/>
                <a:gd name="connsiteX2" fmla="*/ 453108 w 840273"/>
                <a:gd name="connsiteY2" fmla="*/ 341772 h 1083529"/>
                <a:gd name="connsiteX3" fmla="*/ 464158 w 840273"/>
                <a:gd name="connsiteY3" fmla="*/ 154780 h 1083529"/>
                <a:gd name="connsiteX4" fmla="*/ 463870 w 840273"/>
                <a:gd name="connsiteY4" fmla="*/ 0 h 1083529"/>
                <a:gd name="connsiteX5" fmla="*/ 82410 w 840273"/>
                <a:gd name="connsiteY5" fmla="*/ 0 h 1083529"/>
                <a:gd name="connsiteX6" fmla="*/ 0 w 840273"/>
                <a:gd name="connsiteY6" fmla="*/ 224875 h 1083529"/>
                <a:gd name="connsiteX7" fmla="*/ 212849 w 840273"/>
                <a:gd name="connsiteY7" fmla="*/ 224875 h 1083529"/>
                <a:gd name="connsiteX8" fmla="*/ 212849 w 840273"/>
                <a:gd name="connsiteY8" fmla="*/ 1083530 h 1083529"/>
                <a:gd name="connsiteX9" fmla="*/ 488535 w 840273"/>
                <a:gd name="connsiteY9" fmla="*/ 1083530 h 1083529"/>
                <a:gd name="connsiteX10" fmla="*/ 488535 w 840273"/>
                <a:gd name="connsiteY10" fmla="*/ 684266 h 1083529"/>
                <a:gd name="connsiteX11" fmla="*/ 760970 w 840273"/>
                <a:gd name="connsiteY11" fmla="*/ 332708 h 1083529"/>
                <a:gd name="connsiteX12" fmla="*/ 840274 w 840273"/>
                <a:gd name="connsiteY12" fmla="*/ 332708 h 1083529"/>
                <a:gd name="connsiteX13" fmla="*/ 840274 w 840273"/>
                <a:gd name="connsiteY13" fmla="*/ 2456 h 1083529"/>
                <a:gd name="connsiteX14" fmla="*/ 826153 w 840273"/>
                <a:gd name="connsiteY14" fmla="*/ 2456 h 108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0273" h="1083529">
                  <a:moveTo>
                    <a:pt x="826190" y="2492"/>
                  </a:moveTo>
                  <a:cubicBezTo>
                    <a:pt x="640786" y="2492"/>
                    <a:pt x="490918" y="119786"/>
                    <a:pt x="462100" y="341700"/>
                  </a:cubicBezTo>
                  <a:lnTo>
                    <a:pt x="453108" y="341772"/>
                  </a:lnTo>
                  <a:lnTo>
                    <a:pt x="464158" y="154780"/>
                  </a:lnTo>
                  <a:lnTo>
                    <a:pt x="463870" y="0"/>
                  </a:lnTo>
                  <a:lnTo>
                    <a:pt x="82410" y="0"/>
                  </a:lnTo>
                  <a:lnTo>
                    <a:pt x="0" y="224875"/>
                  </a:lnTo>
                  <a:lnTo>
                    <a:pt x="212849" y="224875"/>
                  </a:lnTo>
                  <a:lnTo>
                    <a:pt x="212849" y="1083530"/>
                  </a:lnTo>
                  <a:lnTo>
                    <a:pt x="488535" y="1083530"/>
                  </a:lnTo>
                  <a:lnTo>
                    <a:pt x="488535" y="684266"/>
                  </a:lnTo>
                  <a:cubicBezTo>
                    <a:pt x="488535" y="440432"/>
                    <a:pt x="517894" y="332708"/>
                    <a:pt x="760970" y="332708"/>
                  </a:cubicBezTo>
                  <a:lnTo>
                    <a:pt x="840274" y="332708"/>
                  </a:lnTo>
                  <a:lnTo>
                    <a:pt x="840274" y="2456"/>
                  </a:lnTo>
                  <a:lnTo>
                    <a:pt x="826153" y="2456"/>
                  </a:lnTo>
                  <a:close/>
                </a:path>
              </a:pathLst>
            </a:custGeom>
            <a:solidFill>
              <a:schemeClr val="bg1"/>
            </a:solidFill>
            <a:ln w="0" cap="flat">
              <a:noFill/>
              <a:prstDash val="solid"/>
              <a:miter/>
            </a:ln>
          </p:spPr>
          <p:txBody>
            <a:bodyPr rtlCol="0" anchor="ctr"/>
            <a:lstStyle/>
            <a:p>
              <a:endParaRPr lang="de-DE"/>
            </a:p>
          </p:txBody>
        </p:sp>
        <p:sp>
          <p:nvSpPr>
            <p:cNvPr id="18" name="Freihandform: Form 15">
              <a:extLst>
                <a:ext uri="{FF2B5EF4-FFF2-40B4-BE49-F238E27FC236}">
                  <a16:creationId xmlns:a16="http://schemas.microsoft.com/office/drawing/2014/main" id="{671143A7-E075-AF6C-DC5D-F6F0B9323E48}"/>
                </a:ext>
              </a:extLst>
            </p:cNvPr>
            <p:cNvSpPr/>
            <p:nvPr/>
          </p:nvSpPr>
          <p:spPr>
            <a:xfrm>
              <a:off x="7188817" y="4190765"/>
              <a:ext cx="848471" cy="1094074"/>
            </a:xfrm>
            <a:custGeom>
              <a:avLst/>
              <a:gdLst>
                <a:gd name="connsiteX0" fmla="*/ 834171 w 848471"/>
                <a:gd name="connsiteY0" fmla="*/ 2528 h 1094074"/>
                <a:gd name="connsiteX1" fmla="*/ 466542 w 848471"/>
                <a:gd name="connsiteY1" fmla="*/ 345022 h 1094074"/>
                <a:gd name="connsiteX2" fmla="*/ 457478 w 848471"/>
                <a:gd name="connsiteY2" fmla="*/ 345094 h 1094074"/>
                <a:gd name="connsiteX3" fmla="*/ 468636 w 848471"/>
                <a:gd name="connsiteY3" fmla="*/ 156296 h 1094074"/>
                <a:gd name="connsiteX4" fmla="*/ 468348 w 848471"/>
                <a:gd name="connsiteY4" fmla="*/ 0 h 1094074"/>
                <a:gd name="connsiteX5" fmla="*/ 83204 w 848471"/>
                <a:gd name="connsiteY5" fmla="*/ 0 h 1094074"/>
                <a:gd name="connsiteX6" fmla="*/ 0 w 848471"/>
                <a:gd name="connsiteY6" fmla="*/ 227078 h 1094074"/>
                <a:gd name="connsiteX7" fmla="*/ 214944 w 848471"/>
                <a:gd name="connsiteY7" fmla="*/ 227078 h 1094074"/>
                <a:gd name="connsiteX8" fmla="*/ 214944 w 848471"/>
                <a:gd name="connsiteY8" fmla="*/ 1094075 h 1094074"/>
                <a:gd name="connsiteX9" fmla="*/ 493302 w 848471"/>
                <a:gd name="connsiteY9" fmla="*/ 1094075 h 1094074"/>
                <a:gd name="connsiteX10" fmla="*/ 493302 w 848471"/>
                <a:gd name="connsiteY10" fmla="*/ 690911 h 1094074"/>
                <a:gd name="connsiteX11" fmla="*/ 768409 w 848471"/>
                <a:gd name="connsiteY11" fmla="*/ 335958 h 1094074"/>
                <a:gd name="connsiteX12" fmla="*/ 848471 w 848471"/>
                <a:gd name="connsiteY12" fmla="*/ 335958 h 1094074"/>
                <a:gd name="connsiteX13" fmla="*/ 848471 w 848471"/>
                <a:gd name="connsiteY13" fmla="*/ 2528 h 1094074"/>
                <a:gd name="connsiteX14" fmla="*/ 834207 w 848471"/>
                <a:gd name="connsiteY14" fmla="*/ 2528 h 109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48471" h="1094074">
                  <a:moveTo>
                    <a:pt x="834171" y="2528"/>
                  </a:moveTo>
                  <a:cubicBezTo>
                    <a:pt x="646962" y="2528"/>
                    <a:pt x="495649" y="120942"/>
                    <a:pt x="466542" y="345022"/>
                  </a:cubicBezTo>
                  <a:lnTo>
                    <a:pt x="457478" y="345094"/>
                  </a:lnTo>
                  <a:lnTo>
                    <a:pt x="468636" y="156296"/>
                  </a:lnTo>
                  <a:lnTo>
                    <a:pt x="468348" y="0"/>
                  </a:lnTo>
                  <a:lnTo>
                    <a:pt x="83204" y="0"/>
                  </a:lnTo>
                  <a:lnTo>
                    <a:pt x="0" y="227078"/>
                  </a:lnTo>
                  <a:lnTo>
                    <a:pt x="214944" y="227078"/>
                  </a:lnTo>
                  <a:lnTo>
                    <a:pt x="214944" y="1094075"/>
                  </a:lnTo>
                  <a:lnTo>
                    <a:pt x="493302" y="1094075"/>
                  </a:lnTo>
                  <a:lnTo>
                    <a:pt x="493302" y="690911"/>
                  </a:lnTo>
                  <a:cubicBezTo>
                    <a:pt x="493302" y="444730"/>
                    <a:pt x="522950" y="335958"/>
                    <a:pt x="768409" y="335958"/>
                  </a:cubicBezTo>
                  <a:lnTo>
                    <a:pt x="848471" y="335958"/>
                  </a:lnTo>
                  <a:lnTo>
                    <a:pt x="848471" y="2528"/>
                  </a:lnTo>
                  <a:lnTo>
                    <a:pt x="834207" y="2528"/>
                  </a:lnTo>
                  <a:close/>
                </a:path>
              </a:pathLst>
            </a:custGeom>
            <a:solidFill>
              <a:schemeClr val="bg1"/>
            </a:solidFill>
            <a:ln w="0" cap="flat">
              <a:noFill/>
              <a:prstDash val="solid"/>
              <a:miter/>
            </a:ln>
          </p:spPr>
          <p:txBody>
            <a:bodyPr rtlCol="0" anchor="ctr"/>
            <a:lstStyle/>
            <a:p>
              <a:endParaRPr lang="de-DE"/>
            </a:p>
          </p:txBody>
        </p:sp>
        <p:sp>
          <p:nvSpPr>
            <p:cNvPr id="19" name="Freihandform: Form 16">
              <a:extLst>
                <a:ext uri="{FF2B5EF4-FFF2-40B4-BE49-F238E27FC236}">
                  <a16:creationId xmlns:a16="http://schemas.microsoft.com/office/drawing/2014/main" id="{1701761A-D466-6836-3FE0-86BEBC1A08DF}"/>
                </a:ext>
              </a:extLst>
            </p:cNvPr>
            <p:cNvSpPr/>
            <p:nvPr/>
          </p:nvSpPr>
          <p:spPr>
            <a:xfrm>
              <a:off x="7359955" y="2808294"/>
              <a:ext cx="682026" cy="1086021"/>
            </a:xfrm>
            <a:custGeom>
              <a:avLst/>
              <a:gdLst>
                <a:gd name="connsiteX0" fmla="*/ 0 w 682026"/>
                <a:gd name="connsiteY0" fmla="*/ 1086021 h 1086021"/>
                <a:gd name="connsiteX1" fmla="*/ 286772 w 682026"/>
                <a:gd name="connsiteY1" fmla="*/ 1086021 h 1086021"/>
                <a:gd name="connsiteX2" fmla="*/ 682027 w 682026"/>
                <a:gd name="connsiteY2" fmla="*/ 0 h 1086021"/>
                <a:gd name="connsiteX3" fmla="*/ 395291 w 682026"/>
                <a:gd name="connsiteY3" fmla="*/ 0 h 1086021"/>
                <a:gd name="connsiteX4" fmla="*/ 0 w 682026"/>
                <a:gd name="connsiteY4" fmla="*/ 1086021 h 108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026" h="1086021">
                  <a:moveTo>
                    <a:pt x="0" y="1086021"/>
                  </a:moveTo>
                  <a:lnTo>
                    <a:pt x="286772" y="1086021"/>
                  </a:lnTo>
                  <a:lnTo>
                    <a:pt x="682027" y="0"/>
                  </a:lnTo>
                  <a:lnTo>
                    <a:pt x="395291" y="0"/>
                  </a:lnTo>
                  <a:lnTo>
                    <a:pt x="0" y="1086021"/>
                  </a:lnTo>
                  <a:close/>
                </a:path>
              </a:pathLst>
            </a:custGeom>
            <a:solidFill>
              <a:schemeClr val="bg1"/>
            </a:solidFill>
            <a:ln w="0" cap="flat">
              <a:noFill/>
              <a:prstDash val="solid"/>
              <a:miter/>
            </a:ln>
          </p:spPr>
          <p:txBody>
            <a:bodyPr rtlCol="0" anchor="ctr"/>
            <a:lstStyle/>
            <a:p>
              <a:endParaRPr lang="de-DE"/>
            </a:p>
          </p:txBody>
        </p:sp>
        <p:sp>
          <p:nvSpPr>
            <p:cNvPr id="20" name="Freihandform: Form 17">
              <a:extLst>
                <a:ext uri="{FF2B5EF4-FFF2-40B4-BE49-F238E27FC236}">
                  <a16:creationId xmlns:a16="http://schemas.microsoft.com/office/drawing/2014/main" id="{3D5720FA-7265-0A9E-2775-EAA29B79B711}"/>
                </a:ext>
              </a:extLst>
            </p:cNvPr>
            <p:cNvSpPr/>
            <p:nvPr/>
          </p:nvSpPr>
          <p:spPr>
            <a:xfrm>
              <a:off x="3838015" y="4167870"/>
              <a:ext cx="1029649" cy="1116969"/>
            </a:xfrm>
            <a:custGeom>
              <a:avLst/>
              <a:gdLst>
                <a:gd name="connsiteX0" fmla="*/ 671879 w 1029649"/>
                <a:gd name="connsiteY0" fmla="*/ 898668 h 1116969"/>
                <a:gd name="connsiteX1" fmla="*/ 329385 w 1029649"/>
                <a:gd name="connsiteY1" fmla="*/ 1116970 h 1116969"/>
                <a:gd name="connsiteX2" fmla="*/ 0 w 1029649"/>
                <a:gd name="connsiteY2" fmla="*/ 837601 h 1116969"/>
                <a:gd name="connsiteX3" fmla="*/ 390452 w 1029649"/>
                <a:gd name="connsiteY3" fmla="*/ 499477 h 1116969"/>
                <a:gd name="connsiteX4" fmla="*/ 669676 w 1029649"/>
                <a:gd name="connsiteY4" fmla="*/ 416598 h 1116969"/>
                <a:gd name="connsiteX5" fmla="*/ 669676 w 1029649"/>
                <a:gd name="connsiteY5" fmla="*/ 392619 h 1116969"/>
                <a:gd name="connsiteX6" fmla="*/ 484273 w 1029649"/>
                <a:gd name="connsiteY6" fmla="*/ 224658 h 1116969"/>
                <a:gd name="connsiteX7" fmla="*/ 235600 w 1029649"/>
                <a:gd name="connsiteY7" fmla="*/ 383916 h 1116969"/>
                <a:gd name="connsiteX8" fmla="*/ 8739 w 1029649"/>
                <a:gd name="connsiteY8" fmla="*/ 261746 h 1116969"/>
                <a:gd name="connsiteX9" fmla="*/ 514825 w 1029649"/>
                <a:gd name="connsiteY9" fmla="*/ 0 h 1116969"/>
                <a:gd name="connsiteX10" fmla="*/ 966379 w 1029649"/>
                <a:gd name="connsiteY10" fmla="*/ 410097 h 1116969"/>
                <a:gd name="connsiteX11" fmla="*/ 966379 w 1029649"/>
                <a:gd name="connsiteY11" fmla="*/ 763498 h 1116969"/>
                <a:gd name="connsiteX12" fmla="*/ 1029649 w 1029649"/>
                <a:gd name="connsiteY12" fmla="*/ 1114189 h 1116969"/>
                <a:gd name="connsiteX13" fmla="*/ 726446 w 1029649"/>
                <a:gd name="connsiteY13" fmla="*/ 1114189 h 1116969"/>
                <a:gd name="connsiteX14" fmla="*/ 671915 w 1029649"/>
                <a:gd name="connsiteY14" fmla="*/ 898740 h 1116969"/>
                <a:gd name="connsiteX15" fmla="*/ 677152 w 1029649"/>
                <a:gd name="connsiteY15" fmla="*/ 712615 h 1116969"/>
                <a:gd name="connsiteX16" fmla="*/ 677152 w 1029649"/>
                <a:gd name="connsiteY16" fmla="*/ 544473 h 1116969"/>
                <a:gd name="connsiteX17" fmla="*/ 677152 w 1029649"/>
                <a:gd name="connsiteY17" fmla="*/ 544473 h 1116969"/>
                <a:gd name="connsiteX18" fmla="*/ 533170 w 1029649"/>
                <a:gd name="connsiteY18" fmla="*/ 606334 h 1116969"/>
                <a:gd name="connsiteX19" fmla="*/ 308476 w 1029649"/>
                <a:gd name="connsiteY19" fmla="*/ 784588 h 1116969"/>
                <a:gd name="connsiteX20" fmla="*/ 441552 w 1029649"/>
                <a:gd name="connsiteY20" fmla="*/ 919830 h 1116969"/>
                <a:gd name="connsiteX21" fmla="*/ 677152 w 1029649"/>
                <a:gd name="connsiteY21" fmla="*/ 712615 h 111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29649" h="1116969">
                  <a:moveTo>
                    <a:pt x="671879" y="898668"/>
                  </a:moveTo>
                  <a:cubicBezTo>
                    <a:pt x="621068" y="1043155"/>
                    <a:pt x="486476" y="1116970"/>
                    <a:pt x="329385" y="1116970"/>
                  </a:cubicBezTo>
                  <a:cubicBezTo>
                    <a:pt x="119967" y="1116970"/>
                    <a:pt x="0" y="1018635"/>
                    <a:pt x="0" y="837601"/>
                  </a:cubicBezTo>
                  <a:cubicBezTo>
                    <a:pt x="0" y="630350"/>
                    <a:pt x="163591" y="545304"/>
                    <a:pt x="390452" y="499477"/>
                  </a:cubicBezTo>
                  <a:cubicBezTo>
                    <a:pt x="578058" y="460222"/>
                    <a:pt x="660937" y="440577"/>
                    <a:pt x="669676" y="416598"/>
                  </a:cubicBezTo>
                  <a:lnTo>
                    <a:pt x="669676" y="392619"/>
                  </a:lnTo>
                  <a:cubicBezTo>
                    <a:pt x="669676" y="287928"/>
                    <a:pt x="617313" y="224658"/>
                    <a:pt x="484273" y="224658"/>
                  </a:cubicBezTo>
                  <a:cubicBezTo>
                    <a:pt x="351233" y="224658"/>
                    <a:pt x="270485" y="303167"/>
                    <a:pt x="235600" y="383916"/>
                  </a:cubicBezTo>
                  <a:lnTo>
                    <a:pt x="8739" y="261746"/>
                  </a:lnTo>
                  <a:cubicBezTo>
                    <a:pt x="87285" y="100321"/>
                    <a:pt x="279224" y="0"/>
                    <a:pt x="514825" y="0"/>
                  </a:cubicBezTo>
                  <a:cubicBezTo>
                    <a:pt x="822398" y="0"/>
                    <a:pt x="966379" y="143982"/>
                    <a:pt x="966379" y="410097"/>
                  </a:cubicBezTo>
                  <a:lnTo>
                    <a:pt x="966379" y="763498"/>
                  </a:lnTo>
                  <a:cubicBezTo>
                    <a:pt x="966379" y="990358"/>
                    <a:pt x="992561" y="1083674"/>
                    <a:pt x="1029649" y="1114189"/>
                  </a:cubicBezTo>
                  <a:lnTo>
                    <a:pt x="726446" y="1114189"/>
                  </a:lnTo>
                  <a:cubicBezTo>
                    <a:pt x="700264" y="1090210"/>
                    <a:pt x="678452" y="1023077"/>
                    <a:pt x="671915" y="898740"/>
                  </a:cubicBezTo>
                  <a:close/>
                  <a:moveTo>
                    <a:pt x="677152" y="712615"/>
                  </a:moveTo>
                  <a:lnTo>
                    <a:pt x="677152" y="544473"/>
                  </a:lnTo>
                  <a:lnTo>
                    <a:pt x="677152" y="544473"/>
                  </a:lnTo>
                  <a:cubicBezTo>
                    <a:pt x="647575" y="571811"/>
                    <a:pt x="611715" y="582356"/>
                    <a:pt x="533170" y="606334"/>
                  </a:cubicBezTo>
                  <a:cubicBezTo>
                    <a:pt x="384855" y="647792"/>
                    <a:pt x="308476" y="686433"/>
                    <a:pt x="308476" y="784588"/>
                  </a:cubicBezTo>
                  <a:cubicBezTo>
                    <a:pt x="308476" y="871836"/>
                    <a:pt x="369543" y="919830"/>
                    <a:pt x="441552" y="919830"/>
                  </a:cubicBezTo>
                  <a:cubicBezTo>
                    <a:pt x="550612" y="919830"/>
                    <a:pt x="655340" y="839118"/>
                    <a:pt x="677152" y="712615"/>
                  </a:cubicBezTo>
                  <a:close/>
                </a:path>
              </a:pathLst>
            </a:custGeom>
            <a:solidFill>
              <a:schemeClr val="bg1"/>
            </a:solidFill>
            <a:ln w="0" cap="flat">
              <a:noFill/>
              <a:prstDash val="solid"/>
              <a:miter/>
            </a:ln>
          </p:spPr>
          <p:txBody>
            <a:bodyPr rtlCol="0" anchor="ctr"/>
            <a:lstStyle/>
            <a:p>
              <a:endParaRPr lang="de-DE"/>
            </a:p>
          </p:txBody>
        </p:sp>
        <p:sp>
          <p:nvSpPr>
            <p:cNvPr id="21" name="Freihandform: Form 18">
              <a:extLst>
                <a:ext uri="{FF2B5EF4-FFF2-40B4-BE49-F238E27FC236}">
                  <a16:creationId xmlns:a16="http://schemas.microsoft.com/office/drawing/2014/main" id="{BBDE3CED-D985-A5AF-3BB8-5EA739C8381A}"/>
                </a:ext>
              </a:extLst>
            </p:cNvPr>
            <p:cNvSpPr/>
            <p:nvPr/>
          </p:nvSpPr>
          <p:spPr>
            <a:xfrm>
              <a:off x="8099474" y="4191379"/>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7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6"/>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7"/>
                    <a:pt x="438410" y="1100177"/>
                  </a:cubicBezTo>
                  <a:cubicBezTo>
                    <a:pt x="257159" y="1100177"/>
                    <a:pt x="84323" y="1028530"/>
                    <a:pt x="0" y="889423"/>
                  </a:cubicBezTo>
                  <a:close/>
                </a:path>
              </a:pathLst>
            </a:custGeom>
            <a:solidFill>
              <a:schemeClr val="bg1"/>
            </a:solidFill>
            <a:ln w="0" cap="flat">
              <a:noFill/>
              <a:prstDash val="solid"/>
              <a:miter/>
            </a:ln>
          </p:spPr>
          <p:txBody>
            <a:bodyPr rtlCol="0" anchor="ctr"/>
            <a:lstStyle/>
            <a:p>
              <a:endParaRPr lang="de-DE"/>
            </a:p>
          </p:txBody>
        </p:sp>
        <p:sp>
          <p:nvSpPr>
            <p:cNvPr id="22" name="Freihandform: Form 19">
              <a:extLst>
                <a:ext uri="{FF2B5EF4-FFF2-40B4-BE49-F238E27FC236}">
                  <a16:creationId xmlns:a16="http://schemas.microsoft.com/office/drawing/2014/main" id="{F949835D-3EFE-A7B4-098A-0AC2790E7CD3}"/>
                </a:ext>
              </a:extLst>
            </p:cNvPr>
            <p:cNvSpPr/>
            <p:nvPr/>
          </p:nvSpPr>
          <p:spPr>
            <a:xfrm>
              <a:off x="8099474" y="2807536"/>
              <a:ext cx="870463" cy="1100177"/>
            </a:xfrm>
            <a:custGeom>
              <a:avLst/>
              <a:gdLst>
                <a:gd name="connsiteX0" fmla="*/ 0 w 870463"/>
                <a:gd name="connsiteY0" fmla="*/ 889387 h 1100177"/>
                <a:gd name="connsiteX1" fmla="*/ 172836 w 870463"/>
                <a:gd name="connsiteY1" fmla="*/ 741866 h 1100177"/>
                <a:gd name="connsiteX2" fmla="*/ 434185 w 870463"/>
                <a:gd name="connsiteY2" fmla="*/ 893612 h 1100177"/>
                <a:gd name="connsiteX3" fmla="*/ 573291 w 870463"/>
                <a:gd name="connsiteY3" fmla="*/ 796649 h 1100177"/>
                <a:gd name="connsiteX4" fmla="*/ 305623 w 870463"/>
                <a:gd name="connsiteY4" fmla="*/ 621719 h 1100177"/>
                <a:gd name="connsiteX5" fmla="*/ 40049 w 870463"/>
                <a:gd name="connsiteY5" fmla="*/ 316132 h 1100177"/>
                <a:gd name="connsiteX6" fmla="*/ 459464 w 870463"/>
                <a:gd name="connsiteY6" fmla="*/ 0 h 1100177"/>
                <a:gd name="connsiteX7" fmla="*/ 859919 w 870463"/>
                <a:gd name="connsiteY7" fmla="*/ 181250 h 1100177"/>
                <a:gd name="connsiteX8" fmla="*/ 684988 w 870463"/>
                <a:gd name="connsiteY8" fmla="*/ 332996 h 1100177"/>
                <a:gd name="connsiteX9" fmla="*/ 472103 w 870463"/>
                <a:gd name="connsiteY9" fmla="*/ 202340 h 1100177"/>
                <a:gd name="connsiteX10" fmla="*/ 335127 w 870463"/>
                <a:gd name="connsiteY10" fmla="*/ 299303 h 1100177"/>
                <a:gd name="connsiteX11" fmla="*/ 577517 w 870463"/>
                <a:gd name="connsiteY11" fmla="*/ 463689 h 1100177"/>
                <a:gd name="connsiteX12" fmla="*/ 870464 w 870463"/>
                <a:gd name="connsiteY12" fmla="*/ 784046 h 1100177"/>
                <a:gd name="connsiteX13" fmla="*/ 438410 w 870463"/>
                <a:gd name="connsiteY13" fmla="*/ 1100178 h 1100177"/>
                <a:gd name="connsiteX14" fmla="*/ 0 w 870463"/>
                <a:gd name="connsiteY14" fmla="*/ 889423 h 110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0463" h="1100177">
                  <a:moveTo>
                    <a:pt x="0" y="889387"/>
                  </a:moveTo>
                  <a:lnTo>
                    <a:pt x="172836" y="741866"/>
                  </a:lnTo>
                  <a:cubicBezTo>
                    <a:pt x="233975" y="836698"/>
                    <a:pt x="322488" y="893612"/>
                    <a:pt x="434185" y="893612"/>
                  </a:cubicBezTo>
                  <a:cubicBezTo>
                    <a:pt x="512152" y="893612"/>
                    <a:pt x="573291" y="859883"/>
                    <a:pt x="573291" y="796649"/>
                  </a:cubicBezTo>
                  <a:cubicBezTo>
                    <a:pt x="573291" y="712362"/>
                    <a:pt x="463689" y="676502"/>
                    <a:pt x="305623" y="621719"/>
                  </a:cubicBezTo>
                  <a:cubicBezTo>
                    <a:pt x="170742" y="573255"/>
                    <a:pt x="40049" y="493157"/>
                    <a:pt x="40049" y="316132"/>
                  </a:cubicBezTo>
                  <a:cubicBezTo>
                    <a:pt x="40049" y="139107"/>
                    <a:pt x="196021" y="0"/>
                    <a:pt x="459464" y="0"/>
                  </a:cubicBezTo>
                  <a:cubicBezTo>
                    <a:pt x="666029" y="0"/>
                    <a:pt x="781915" y="75873"/>
                    <a:pt x="859919" y="181250"/>
                  </a:cubicBezTo>
                  <a:lnTo>
                    <a:pt x="684988" y="332996"/>
                  </a:lnTo>
                  <a:cubicBezTo>
                    <a:pt x="657579" y="280308"/>
                    <a:pt x="588025" y="202340"/>
                    <a:pt x="472103" y="202340"/>
                  </a:cubicBezTo>
                  <a:cubicBezTo>
                    <a:pt x="387816" y="202340"/>
                    <a:pt x="335127" y="244484"/>
                    <a:pt x="335127" y="299303"/>
                  </a:cubicBezTo>
                  <a:cubicBezTo>
                    <a:pt x="335127" y="383627"/>
                    <a:pt x="446824" y="417320"/>
                    <a:pt x="577517" y="463689"/>
                  </a:cubicBezTo>
                  <a:cubicBezTo>
                    <a:pt x="727168" y="516377"/>
                    <a:pt x="870464" y="585931"/>
                    <a:pt x="870464" y="784046"/>
                  </a:cubicBezTo>
                  <a:cubicBezTo>
                    <a:pt x="870464" y="982161"/>
                    <a:pt x="703948" y="1100178"/>
                    <a:pt x="438410" y="1100178"/>
                  </a:cubicBezTo>
                  <a:cubicBezTo>
                    <a:pt x="257159" y="1100178"/>
                    <a:pt x="84323" y="1028530"/>
                    <a:pt x="0" y="889423"/>
                  </a:cubicBezTo>
                  <a:close/>
                </a:path>
              </a:pathLst>
            </a:custGeom>
            <a:solidFill>
              <a:schemeClr val="bg1"/>
            </a:solid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248527620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7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AF8A-8016-BCC9-12B5-1D618C6DBF9E}"/>
              </a:ext>
            </a:extLst>
          </p:cNvPr>
          <p:cNvSpPr>
            <a:spLocks noGrp="1"/>
          </p:cNvSpPr>
          <p:nvPr>
            <p:ph type="title" hasCustomPrompt="1"/>
          </p:nvPr>
        </p:nvSpPr>
        <p:spPr>
          <a:xfrm>
            <a:off x="306000" y="306000"/>
            <a:ext cx="5648400" cy="360000"/>
          </a:xfrm>
        </p:spPr>
        <p:txBody>
          <a:bodyPr anchor="ctr"/>
          <a:lstStyle>
            <a:lvl1pPr>
              <a:defRPr/>
            </a:lvl1pPr>
          </a:lstStyle>
          <a:p>
            <a:r>
              <a:rPr lang="en-US" dirty="0"/>
              <a:t>Title</a:t>
            </a:r>
            <a:endParaRPr lang="en-GB" dirty="0"/>
          </a:p>
        </p:txBody>
      </p:sp>
      <p:sp>
        <p:nvSpPr>
          <p:cNvPr id="3" name="Date Placeholder 2">
            <a:extLst>
              <a:ext uri="{FF2B5EF4-FFF2-40B4-BE49-F238E27FC236}">
                <a16:creationId xmlns:a16="http://schemas.microsoft.com/office/drawing/2014/main" id="{E557783F-3B5D-FBBC-3B86-107F7D8E6E2B}"/>
              </a:ext>
            </a:extLst>
          </p:cNvPr>
          <p:cNvSpPr>
            <a:spLocks noGrp="1"/>
          </p:cNvSpPr>
          <p:nvPr>
            <p:ph type="dt" sz="half" idx="10"/>
          </p:nvPr>
        </p:nvSpPr>
        <p:spPr>
          <a:xfrm>
            <a:off x="6387315" y="6465600"/>
            <a:ext cx="2743200" cy="270000"/>
          </a:xfrm>
        </p:spPr>
        <p:txBody>
          <a:bodyPr lIns="0" tIns="0" rIns="0" bIns="0"/>
          <a:lstStyle/>
          <a:p>
            <a:r>
              <a:rPr lang="en-US"/>
              <a:t>Date</a:t>
            </a:r>
            <a:endParaRPr lang="en-GB" dirty="0"/>
          </a:p>
        </p:txBody>
      </p:sp>
      <p:sp>
        <p:nvSpPr>
          <p:cNvPr id="4" name="Footer Placeholder 3">
            <a:extLst>
              <a:ext uri="{FF2B5EF4-FFF2-40B4-BE49-F238E27FC236}">
                <a16:creationId xmlns:a16="http://schemas.microsoft.com/office/drawing/2014/main" id="{6DFEF2F1-42E8-46F7-31D5-40F93D392414}"/>
              </a:ext>
            </a:extLst>
          </p:cNvPr>
          <p:cNvSpPr>
            <a:spLocks noGrp="1"/>
          </p:cNvSpPr>
          <p:nvPr>
            <p:ph type="ftr" sz="quarter" idx="11"/>
          </p:nvPr>
        </p:nvSpPr>
        <p:spPr>
          <a:xfrm>
            <a:off x="2261472" y="6465600"/>
            <a:ext cx="4114800" cy="270000"/>
          </a:xfrm>
        </p:spPr>
        <p:txBody>
          <a:bodyPr lIns="0" tIns="0" rIns="0" bIns="0"/>
          <a:lstStyle/>
          <a:p>
            <a:r>
              <a:rPr lang="en-GB"/>
              <a:t>Title</a:t>
            </a:r>
            <a:endParaRPr lang="en-GB" dirty="0"/>
          </a:p>
        </p:txBody>
      </p:sp>
      <p:sp>
        <p:nvSpPr>
          <p:cNvPr id="5" name="Slide Number Placeholder 4">
            <a:extLst>
              <a:ext uri="{FF2B5EF4-FFF2-40B4-BE49-F238E27FC236}">
                <a16:creationId xmlns:a16="http://schemas.microsoft.com/office/drawing/2014/main" id="{8FE9ECC4-62F2-CD50-B09C-2AA803749042}"/>
              </a:ext>
            </a:extLst>
          </p:cNvPr>
          <p:cNvSpPr>
            <a:spLocks noGrp="1"/>
          </p:cNvSpPr>
          <p:nvPr>
            <p:ph type="sldNum" sz="quarter" idx="12"/>
          </p:nvPr>
        </p:nvSpPr>
        <p:spPr>
          <a:xfrm>
            <a:off x="304800" y="6465600"/>
            <a:ext cx="1945629" cy="270000"/>
          </a:xfrm>
        </p:spPr>
        <p:txBody>
          <a:bodyPr lIns="0" tIns="0" rIns="0" bIns="0"/>
          <a:lstStyle>
            <a:lvl1pPr algn="l">
              <a:defRPr/>
            </a:lvl1pPr>
          </a:lstStyle>
          <a:p>
            <a:fld id="{721C06D9-4617-44B0-8711-1EF1C439A609}" type="slidenum">
              <a:rPr lang="en-GB" smtClean="0"/>
              <a:pPr/>
              <a:t>‹#›</a:t>
            </a:fld>
            <a:endParaRPr lang="en-GB" dirty="0"/>
          </a:p>
        </p:txBody>
      </p:sp>
      <p:sp>
        <p:nvSpPr>
          <p:cNvPr id="6" name="Text Placeholder 6">
            <a:extLst>
              <a:ext uri="{FF2B5EF4-FFF2-40B4-BE49-F238E27FC236}">
                <a16:creationId xmlns:a16="http://schemas.microsoft.com/office/drawing/2014/main" id="{94C624DD-685D-7847-6014-2018E3CA64BF}"/>
              </a:ext>
            </a:extLst>
          </p:cNvPr>
          <p:cNvSpPr>
            <a:spLocks noGrp="1"/>
          </p:cNvSpPr>
          <p:nvPr>
            <p:ph type="body" sz="quarter" idx="13" hasCustomPrompt="1"/>
          </p:nvPr>
        </p:nvSpPr>
        <p:spPr>
          <a:xfrm>
            <a:off x="306000" y="673200"/>
            <a:ext cx="5648400" cy="360000"/>
          </a:xfrm>
        </p:spPr>
        <p:txBody>
          <a:bodyPr anchor="ctr"/>
          <a:lstStyle>
            <a:lvl1pPr marL="0" indent="0">
              <a:buNone/>
              <a:defRPr sz="2400" b="1"/>
            </a:lvl1pPr>
            <a:lvl2pPr>
              <a:defRPr sz="2400" b="1"/>
            </a:lvl2pPr>
            <a:lvl3pPr>
              <a:defRPr sz="2400" b="1"/>
            </a:lvl3pPr>
            <a:lvl4pPr>
              <a:defRPr sz="2400" b="1"/>
            </a:lvl4pPr>
            <a:lvl5pPr>
              <a:defRPr sz="2400" b="1"/>
            </a:lvl5pPr>
          </a:lstStyle>
          <a:p>
            <a:pPr lvl="0"/>
            <a:r>
              <a:rPr lang="en-US" dirty="0"/>
              <a:t>Subtitle</a:t>
            </a:r>
            <a:endParaRPr lang="en-GB" dirty="0"/>
          </a:p>
        </p:txBody>
      </p:sp>
    </p:spTree>
    <p:extLst>
      <p:ext uri="{BB962C8B-B14F-4D97-AF65-F5344CB8AC3E}">
        <p14:creationId xmlns:p14="http://schemas.microsoft.com/office/powerpoint/2010/main" val="259774514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image" Target="../media/image1.w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FE9FD2-6995-74C6-059B-87A19EAFB965}"/>
              </a:ext>
            </a:extLst>
          </p:cNvPr>
          <p:cNvSpPr>
            <a:spLocks noGrp="1"/>
          </p:cNvSpPr>
          <p:nvPr>
            <p:ph type="title"/>
          </p:nvPr>
        </p:nvSpPr>
        <p:spPr>
          <a:xfrm>
            <a:off x="306000" y="306000"/>
            <a:ext cx="11581200" cy="360000"/>
          </a:xfrm>
          <a:prstGeom prst="rect">
            <a:avLst/>
          </a:prstGeom>
        </p:spPr>
        <p:txBody>
          <a:bodyPr vert="horz" lIns="0" tIns="0" rIns="0" bIns="0" rtlCol="0" anchor="t">
            <a:noAutofit/>
          </a:bodyPr>
          <a:lstStyle/>
          <a:p>
            <a:r>
              <a:rPr lang="ko-KR" altLang="en-US"/>
              <a:t>마스터 제목 스타일 편집</a:t>
            </a:r>
            <a:endParaRPr lang="en-GB" dirty="0"/>
          </a:p>
        </p:txBody>
      </p:sp>
      <p:sp>
        <p:nvSpPr>
          <p:cNvPr id="3" name="Text Placeholder 2">
            <a:extLst>
              <a:ext uri="{FF2B5EF4-FFF2-40B4-BE49-F238E27FC236}">
                <a16:creationId xmlns:a16="http://schemas.microsoft.com/office/drawing/2014/main" id="{B1BC34D3-7536-C818-EFDA-AFF20251F0DA}"/>
              </a:ext>
            </a:extLst>
          </p:cNvPr>
          <p:cNvSpPr>
            <a:spLocks noGrp="1"/>
          </p:cNvSpPr>
          <p:nvPr>
            <p:ph type="body" idx="1"/>
          </p:nvPr>
        </p:nvSpPr>
        <p:spPr>
          <a:xfrm>
            <a:off x="306000" y="1620000"/>
            <a:ext cx="11581200" cy="4320000"/>
          </a:xfrm>
          <a:prstGeom prst="rect">
            <a:avLst/>
          </a:prstGeom>
        </p:spPr>
        <p:txBody>
          <a:bodyPr vert="horz" lIns="0" tIns="0" rIns="0" bIns="0" rtlCol="0">
            <a:no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GB" dirty="0"/>
          </a:p>
        </p:txBody>
      </p:sp>
      <p:sp>
        <p:nvSpPr>
          <p:cNvPr id="4" name="Date Placeholder 3">
            <a:extLst>
              <a:ext uri="{FF2B5EF4-FFF2-40B4-BE49-F238E27FC236}">
                <a16:creationId xmlns:a16="http://schemas.microsoft.com/office/drawing/2014/main" id="{37022941-1361-6E63-B12A-06C77F5C0FBB}"/>
              </a:ext>
            </a:extLst>
          </p:cNvPr>
          <p:cNvSpPr>
            <a:spLocks noGrp="1"/>
          </p:cNvSpPr>
          <p:nvPr>
            <p:ph type="dt" sz="half" idx="2"/>
          </p:nvPr>
        </p:nvSpPr>
        <p:spPr>
          <a:xfrm>
            <a:off x="8560582" y="6417000"/>
            <a:ext cx="1260000" cy="270000"/>
          </a:xfrm>
          <a:prstGeom prst="rect">
            <a:avLst/>
          </a:prstGeom>
        </p:spPr>
        <p:txBody>
          <a:bodyPr vert="horz" lIns="0" tIns="45720" rIns="0" bIns="45720" rtlCol="0" anchor="ctr"/>
          <a:lstStyle>
            <a:lvl1pPr algn="r">
              <a:defRPr sz="1000">
                <a:solidFill>
                  <a:schemeClr val="tx1"/>
                </a:solidFill>
              </a:defRPr>
            </a:lvl1pPr>
          </a:lstStyle>
          <a:p>
            <a:r>
              <a:rPr lang="en-US"/>
              <a:t>Date</a:t>
            </a:r>
            <a:endParaRPr lang="en-GB" dirty="0"/>
          </a:p>
        </p:txBody>
      </p:sp>
      <p:sp>
        <p:nvSpPr>
          <p:cNvPr id="5" name="Footer Placeholder 4">
            <a:extLst>
              <a:ext uri="{FF2B5EF4-FFF2-40B4-BE49-F238E27FC236}">
                <a16:creationId xmlns:a16="http://schemas.microsoft.com/office/drawing/2014/main" id="{D5C9E4D8-93A5-6C78-B5B9-150B83256C33}"/>
              </a:ext>
            </a:extLst>
          </p:cNvPr>
          <p:cNvSpPr>
            <a:spLocks noGrp="1"/>
          </p:cNvSpPr>
          <p:nvPr>
            <p:ph type="ftr" sz="quarter" idx="3"/>
          </p:nvPr>
        </p:nvSpPr>
        <p:spPr>
          <a:xfrm>
            <a:off x="1200036" y="6417000"/>
            <a:ext cx="6069127" cy="270000"/>
          </a:xfrm>
          <a:prstGeom prst="rect">
            <a:avLst/>
          </a:prstGeom>
        </p:spPr>
        <p:txBody>
          <a:bodyPr vert="horz" lIns="0" tIns="45720" rIns="0" bIns="45720" rtlCol="0" anchor="ctr"/>
          <a:lstStyle>
            <a:lvl1pPr algn="ctr">
              <a:defRPr sz="1000">
                <a:solidFill>
                  <a:schemeClr val="tx1"/>
                </a:solidFill>
              </a:defRPr>
            </a:lvl1pPr>
          </a:lstStyle>
          <a:p>
            <a:r>
              <a:rPr lang="en-GB"/>
              <a:t>Title</a:t>
            </a:r>
            <a:endParaRPr lang="en-GB" dirty="0"/>
          </a:p>
        </p:txBody>
      </p:sp>
      <p:sp>
        <p:nvSpPr>
          <p:cNvPr id="6" name="Slide Number Placeholder 5">
            <a:extLst>
              <a:ext uri="{FF2B5EF4-FFF2-40B4-BE49-F238E27FC236}">
                <a16:creationId xmlns:a16="http://schemas.microsoft.com/office/drawing/2014/main" id="{15B14A89-CC20-0ECB-B7C5-296A21ECF522}"/>
              </a:ext>
            </a:extLst>
          </p:cNvPr>
          <p:cNvSpPr>
            <a:spLocks noGrp="1"/>
          </p:cNvSpPr>
          <p:nvPr>
            <p:ph type="sldNum" sz="quarter" idx="4"/>
          </p:nvPr>
        </p:nvSpPr>
        <p:spPr>
          <a:xfrm>
            <a:off x="300037" y="6417000"/>
            <a:ext cx="900000" cy="270000"/>
          </a:xfrm>
          <a:prstGeom prst="rect">
            <a:avLst/>
          </a:prstGeom>
        </p:spPr>
        <p:txBody>
          <a:bodyPr vert="horz" lIns="0" tIns="45720" rIns="0" bIns="45720" rtlCol="0" anchor="ctr"/>
          <a:lstStyle>
            <a:lvl1pPr algn="l">
              <a:defRPr sz="1000">
                <a:solidFill>
                  <a:schemeClr val="tx1"/>
                </a:solidFill>
              </a:defRPr>
            </a:lvl1pPr>
          </a:lstStyle>
          <a:p>
            <a:fld id="{721C06D9-4617-44B0-8711-1EF1C439A609}" type="slidenum">
              <a:rPr lang="en-GB" smtClean="0"/>
              <a:pPr/>
              <a:t>‹#›</a:t>
            </a:fld>
            <a:endParaRPr lang="en-GB" dirty="0"/>
          </a:p>
        </p:txBody>
      </p:sp>
      <p:sp>
        <p:nvSpPr>
          <p:cNvPr id="9" name="TextBox 8">
            <a:extLst>
              <a:ext uri="{FF2B5EF4-FFF2-40B4-BE49-F238E27FC236}">
                <a16:creationId xmlns:a16="http://schemas.microsoft.com/office/drawing/2014/main" id="{CE590955-4EF9-42DC-2545-2A78687F80FE}"/>
              </a:ext>
            </a:extLst>
          </p:cNvPr>
          <p:cNvSpPr txBox="1"/>
          <p:nvPr userDrawn="1"/>
        </p:nvSpPr>
        <p:spPr>
          <a:xfrm>
            <a:off x="-763351" y="378278"/>
            <a:ext cx="763351" cy="215444"/>
          </a:xfrm>
          <a:prstGeom prst="rect">
            <a:avLst/>
          </a:prstGeom>
          <a:noFill/>
        </p:spPr>
        <p:txBody>
          <a:bodyPr wrap="none" rtlCol="0">
            <a:spAutoFit/>
          </a:bodyPr>
          <a:lstStyle/>
          <a:p>
            <a:pPr algn="r"/>
            <a:r>
              <a:rPr lang="en-GB" sz="800" dirty="0">
                <a:solidFill>
                  <a:schemeClr val="tx1"/>
                </a:solidFill>
              </a:rPr>
              <a:t>Title position</a:t>
            </a:r>
          </a:p>
        </p:txBody>
      </p:sp>
      <p:sp>
        <p:nvSpPr>
          <p:cNvPr id="10" name="TextBox 9">
            <a:extLst>
              <a:ext uri="{FF2B5EF4-FFF2-40B4-BE49-F238E27FC236}">
                <a16:creationId xmlns:a16="http://schemas.microsoft.com/office/drawing/2014/main" id="{3ECA7508-55FC-E080-04D3-FAB46B4F6DCE}"/>
              </a:ext>
            </a:extLst>
          </p:cNvPr>
          <p:cNvSpPr txBox="1"/>
          <p:nvPr userDrawn="1"/>
        </p:nvSpPr>
        <p:spPr>
          <a:xfrm>
            <a:off x="-1885453" y="1041381"/>
            <a:ext cx="1885453" cy="215444"/>
          </a:xfrm>
          <a:prstGeom prst="rect">
            <a:avLst/>
          </a:prstGeom>
          <a:noFill/>
        </p:spPr>
        <p:txBody>
          <a:bodyPr wrap="none" rtlCol="0">
            <a:spAutoFit/>
          </a:bodyPr>
          <a:lstStyle/>
          <a:p>
            <a:pPr algn="r"/>
            <a:r>
              <a:rPr lang="en-GB" sz="800" dirty="0">
                <a:solidFill>
                  <a:schemeClr val="tx1"/>
                </a:solidFill>
              </a:rPr>
              <a:t>Maximum vertical position for content</a:t>
            </a:r>
          </a:p>
        </p:txBody>
      </p:sp>
      <p:sp>
        <p:nvSpPr>
          <p:cNvPr id="11" name="TextBox 10">
            <a:extLst>
              <a:ext uri="{FF2B5EF4-FFF2-40B4-BE49-F238E27FC236}">
                <a16:creationId xmlns:a16="http://schemas.microsoft.com/office/drawing/2014/main" id="{504E1C66-75FC-0179-2386-75B484CB4966}"/>
              </a:ext>
            </a:extLst>
          </p:cNvPr>
          <p:cNvSpPr txBox="1"/>
          <p:nvPr userDrawn="1"/>
        </p:nvSpPr>
        <p:spPr>
          <a:xfrm>
            <a:off x="-1856598" y="5734506"/>
            <a:ext cx="1856598" cy="215444"/>
          </a:xfrm>
          <a:prstGeom prst="rect">
            <a:avLst/>
          </a:prstGeom>
          <a:noFill/>
        </p:spPr>
        <p:txBody>
          <a:bodyPr wrap="none" rtlCol="0">
            <a:spAutoFit/>
          </a:bodyPr>
          <a:lstStyle/>
          <a:p>
            <a:pPr algn="r"/>
            <a:r>
              <a:rPr lang="en-GB" sz="800" dirty="0">
                <a:solidFill>
                  <a:schemeClr val="tx1"/>
                </a:solidFill>
              </a:rPr>
              <a:t>Minimum vertical position for content</a:t>
            </a:r>
          </a:p>
        </p:txBody>
      </p:sp>
      <p:sp>
        <p:nvSpPr>
          <p:cNvPr id="13" name="TextBox 12">
            <a:extLst>
              <a:ext uri="{FF2B5EF4-FFF2-40B4-BE49-F238E27FC236}">
                <a16:creationId xmlns:a16="http://schemas.microsoft.com/office/drawing/2014/main" id="{6F4C75A6-3E07-FB50-DCC7-0EA23683196A}"/>
              </a:ext>
            </a:extLst>
          </p:cNvPr>
          <p:cNvSpPr txBox="1"/>
          <p:nvPr userDrawn="1"/>
        </p:nvSpPr>
        <p:spPr>
          <a:xfrm>
            <a:off x="-914033" y="727528"/>
            <a:ext cx="914033" cy="215444"/>
          </a:xfrm>
          <a:prstGeom prst="rect">
            <a:avLst/>
          </a:prstGeom>
          <a:noFill/>
        </p:spPr>
        <p:txBody>
          <a:bodyPr wrap="none" rtlCol="0">
            <a:spAutoFit/>
          </a:bodyPr>
          <a:lstStyle/>
          <a:p>
            <a:pPr algn="r"/>
            <a:r>
              <a:rPr lang="en-GB" sz="800" dirty="0">
                <a:solidFill>
                  <a:schemeClr val="tx1"/>
                </a:solidFill>
              </a:rPr>
              <a:t>Subtitle position</a:t>
            </a:r>
          </a:p>
        </p:txBody>
      </p:sp>
      <p:pic>
        <p:nvPicPr>
          <p:cNvPr id="8" name="Grafik 11">
            <a:extLst>
              <a:ext uri="{FF2B5EF4-FFF2-40B4-BE49-F238E27FC236}">
                <a16:creationId xmlns:a16="http://schemas.microsoft.com/office/drawing/2014/main" id="{5469F5F3-C99F-2E93-A1EB-1758A92F8191}"/>
              </a:ext>
            </a:extLst>
          </p:cNvPr>
          <p:cNvPicPr>
            <a:picLocks noChangeAspect="1"/>
          </p:cNvPicPr>
          <p:nvPr userDrawn="1"/>
        </p:nvPicPr>
        <p:blipFill>
          <a:blip r:embed="rId78" cstate="print">
            <a:extLst>
              <a:ext uri="{28A0092B-C50C-407E-A947-70E740481C1C}">
                <a14:useLocalDpi xmlns:a14="http://schemas.microsoft.com/office/drawing/2010/main" val="0"/>
              </a:ext>
            </a:extLst>
          </a:blip>
          <a:stretch>
            <a:fillRect/>
          </a:stretch>
        </p:blipFill>
        <p:spPr>
          <a:xfrm>
            <a:off x="10811963" y="6164039"/>
            <a:ext cx="1080000" cy="454961"/>
          </a:xfrm>
          <a:prstGeom prst="rect">
            <a:avLst/>
          </a:prstGeom>
        </p:spPr>
      </p:pic>
    </p:spTree>
    <p:extLst>
      <p:ext uri="{BB962C8B-B14F-4D97-AF65-F5344CB8AC3E}">
        <p14:creationId xmlns:p14="http://schemas.microsoft.com/office/powerpoint/2010/main" val="2439936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709" r:id="rId3"/>
    <p:sldLayoutId id="2147483710" r:id="rId4"/>
    <p:sldLayoutId id="2147483735" r:id="rId5"/>
    <p:sldLayoutId id="2147483736" r:id="rId6"/>
    <p:sldLayoutId id="2147483737" r:id="rId7"/>
    <p:sldLayoutId id="2147483738" r:id="rId8"/>
    <p:sldLayoutId id="2147483739" r:id="rId9"/>
    <p:sldLayoutId id="2147483651" r:id="rId10"/>
    <p:sldLayoutId id="2147483652" r:id="rId11"/>
    <p:sldLayoutId id="2147483653" r:id="rId12"/>
    <p:sldLayoutId id="2147483740" r:id="rId13"/>
    <p:sldLayoutId id="2147483741" r:id="rId14"/>
    <p:sldLayoutId id="2147483742" r:id="rId15"/>
    <p:sldLayoutId id="2147483657" r:id="rId16"/>
    <p:sldLayoutId id="2147483658" r:id="rId17"/>
    <p:sldLayoutId id="2147483659" r:id="rId18"/>
    <p:sldLayoutId id="2147483660" r:id="rId19"/>
    <p:sldLayoutId id="2147483661" r:id="rId20"/>
    <p:sldLayoutId id="2147483662" r:id="rId21"/>
    <p:sldLayoutId id="2147483663" r:id="rId22"/>
    <p:sldLayoutId id="2147483664" r:id="rId23"/>
    <p:sldLayoutId id="2147483665" r:id="rId24"/>
    <p:sldLayoutId id="2147483666" r:id="rId25"/>
    <p:sldLayoutId id="2147483731" r:id="rId26"/>
    <p:sldLayoutId id="2147483667" r:id="rId27"/>
    <p:sldLayoutId id="2147483669" r:id="rId28"/>
    <p:sldLayoutId id="2147483668" r:id="rId29"/>
    <p:sldLayoutId id="2147483670" r:id="rId30"/>
    <p:sldLayoutId id="2147483672" r:id="rId31"/>
    <p:sldLayoutId id="2147483673" r:id="rId32"/>
    <p:sldLayoutId id="2147483674" r:id="rId33"/>
    <p:sldLayoutId id="2147483676" r:id="rId34"/>
    <p:sldLayoutId id="2147483677" r:id="rId35"/>
    <p:sldLayoutId id="2147483678" r:id="rId36"/>
    <p:sldLayoutId id="2147483679" r:id="rId37"/>
    <p:sldLayoutId id="2147483680" r:id="rId38"/>
    <p:sldLayoutId id="2147483681" r:id="rId39"/>
    <p:sldLayoutId id="2147483682" r:id="rId40"/>
    <p:sldLayoutId id="2147483683" r:id="rId41"/>
    <p:sldLayoutId id="2147483720" r:id="rId42"/>
    <p:sldLayoutId id="2147483721" r:id="rId43"/>
    <p:sldLayoutId id="2147483722" r:id="rId44"/>
    <p:sldLayoutId id="2147483723" r:id="rId45"/>
    <p:sldLayoutId id="2147483718" r:id="rId46"/>
    <p:sldLayoutId id="2147483719" r:id="rId47"/>
    <p:sldLayoutId id="2147483688" r:id="rId48"/>
    <p:sldLayoutId id="2147483689" r:id="rId49"/>
    <p:sldLayoutId id="2147483690" r:id="rId50"/>
    <p:sldLayoutId id="2147483713" r:id="rId51"/>
    <p:sldLayoutId id="2147483712" r:id="rId52"/>
    <p:sldLayoutId id="2147483691" r:id="rId53"/>
    <p:sldLayoutId id="2147483707" r:id="rId54"/>
    <p:sldLayoutId id="2147483708" r:id="rId55"/>
    <p:sldLayoutId id="2147483714" r:id="rId56"/>
    <p:sldLayoutId id="2147483715" r:id="rId57"/>
    <p:sldLayoutId id="2147483695" r:id="rId58"/>
    <p:sldLayoutId id="2147483696" r:id="rId59"/>
    <p:sldLayoutId id="2147483697" r:id="rId60"/>
    <p:sldLayoutId id="2147483698" r:id="rId61"/>
    <p:sldLayoutId id="2147483699" r:id="rId62"/>
    <p:sldLayoutId id="2147483700" r:id="rId63"/>
    <p:sldLayoutId id="2147483701" r:id="rId64"/>
    <p:sldLayoutId id="2147483702" r:id="rId65"/>
    <p:sldLayoutId id="2147483703" r:id="rId66"/>
    <p:sldLayoutId id="2147483704" r:id="rId67"/>
    <p:sldLayoutId id="2147483705" r:id="rId68"/>
    <p:sldLayoutId id="2147483706" r:id="rId69"/>
    <p:sldLayoutId id="2147483743" r:id="rId70"/>
    <p:sldLayoutId id="2147483744" r:id="rId71"/>
    <p:sldLayoutId id="2147483745" r:id="rId72"/>
    <p:sldLayoutId id="2147483746" r:id="rId73"/>
    <p:sldLayoutId id="2147483747" r:id="rId74"/>
    <p:sldLayoutId id="2147483748" r:id="rId75"/>
    <p:sldLayoutId id="2147483711" r:id="rId76"/>
  </p:sldLayoutIdLst>
  <p:transition>
    <p:fade/>
  </p:transition>
  <p:hf hdr="0"/>
  <p:txStyles>
    <p:titleStyle>
      <a:lvl1pPr algn="l" defTabSz="914400" rtl="0" eaLnBrk="1" latinLnBrk="1" hangingPunct="1">
        <a:lnSpc>
          <a:spcPct val="90000"/>
        </a:lnSpc>
        <a:spcBef>
          <a:spcPct val="0"/>
        </a:spcBef>
        <a:buNone/>
        <a:defRPr sz="2400" kern="1200">
          <a:solidFill>
            <a:schemeClr val="tx1"/>
          </a:solidFill>
          <a:latin typeface="+mj-lt"/>
          <a:ea typeface="+mj-ea"/>
          <a:cs typeface="+mj-cs"/>
        </a:defRPr>
      </a:lvl1pPr>
    </p:titleStyle>
    <p:bodyStyle>
      <a:lvl1pPr marL="180975" indent="-180975" algn="l" defTabSz="914400" rtl="0" eaLnBrk="1" latinLnBrk="1" hangingPunct="1">
        <a:lnSpc>
          <a:spcPct val="105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1pPr>
      <a:lvl2pPr marL="357188" indent="-180975" algn="l" defTabSz="914400" rtl="0" eaLnBrk="1" latinLnBrk="1" hangingPunct="1">
        <a:lnSpc>
          <a:spcPct val="105000"/>
        </a:lnSpc>
        <a:spcBef>
          <a:spcPts val="0"/>
        </a:spcBef>
        <a:spcAft>
          <a:spcPts val="600"/>
        </a:spcAft>
        <a:buSzPct val="85000"/>
        <a:buFont typeface="Arial" panose="020B0604020202020204" pitchFamily="34" charset="0"/>
        <a:buChar char="•"/>
        <a:defRPr sz="1400" kern="1200">
          <a:solidFill>
            <a:schemeClr val="tx1"/>
          </a:solidFill>
          <a:latin typeface="+mn-lt"/>
          <a:ea typeface="+mn-ea"/>
          <a:cs typeface="+mn-cs"/>
        </a:defRPr>
      </a:lvl2pPr>
      <a:lvl3pPr marL="538163" indent="-180975" algn="l" defTabSz="914400" rtl="0" eaLnBrk="1" latinLnBrk="1" hangingPunct="1">
        <a:lnSpc>
          <a:spcPct val="105000"/>
        </a:lnSpc>
        <a:spcBef>
          <a:spcPts val="0"/>
        </a:spcBef>
        <a:spcAft>
          <a:spcPts val="600"/>
        </a:spcAft>
        <a:buSzPct val="70000"/>
        <a:buFont typeface="Arial" panose="020B0604020202020204" pitchFamily="34" charset="0"/>
        <a:buChar char="•"/>
        <a:defRPr sz="1400" kern="1200">
          <a:solidFill>
            <a:schemeClr val="tx1"/>
          </a:solidFill>
          <a:latin typeface="+mn-lt"/>
          <a:ea typeface="+mn-ea"/>
          <a:cs typeface="+mn-cs"/>
        </a:defRPr>
      </a:lvl3pPr>
      <a:lvl4pPr marL="715963" indent="-180975" algn="l" defTabSz="914400" rtl="0" eaLnBrk="1" latinLnBrk="1" hangingPunct="1">
        <a:lnSpc>
          <a:spcPct val="105000"/>
        </a:lnSpc>
        <a:spcBef>
          <a:spcPts val="0"/>
        </a:spcBef>
        <a:spcAft>
          <a:spcPts val="600"/>
        </a:spcAft>
        <a:buSzPct val="70000"/>
        <a:buFont typeface="Arial" panose="020B0604020202020204" pitchFamily="34" charset="0"/>
        <a:buChar char="•"/>
        <a:defRPr sz="1400" kern="1200">
          <a:solidFill>
            <a:schemeClr val="tx1"/>
          </a:solidFill>
          <a:latin typeface="+mn-lt"/>
          <a:ea typeface="+mn-ea"/>
          <a:cs typeface="+mn-cs"/>
        </a:defRPr>
      </a:lvl4pPr>
      <a:lvl5pPr marL="896938" indent="-180975" algn="l" defTabSz="914400" rtl="0" eaLnBrk="1" latinLnBrk="1" hangingPunct="1">
        <a:lnSpc>
          <a:spcPct val="105000"/>
        </a:lnSpc>
        <a:spcBef>
          <a:spcPts val="0"/>
        </a:spcBef>
        <a:spcAft>
          <a:spcPts val="600"/>
        </a:spcAft>
        <a:buSzPct val="7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192" userDrawn="1">
          <p15:clr>
            <a:srgbClr val="F26B43"/>
          </p15:clr>
        </p15:guide>
        <p15:guide id="5" orient="horz" pos="420" userDrawn="1">
          <p15:clr>
            <a:srgbClr val="F26B43"/>
          </p15:clr>
        </p15:guide>
        <p15:guide id="7" orient="horz" pos="3748" userDrawn="1">
          <p15:clr>
            <a:srgbClr val="F26B43"/>
          </p15:clr>
        </p15:guide>
        <p15:guide id="9" pos="7491" userDrawn="1">
          <p15:clr>
            <a:srgbClr val="F26B43"/>
          </p15:clr>
        </p15:guide>
        <p15:guide id="10" orient="horz" pos="650" userDrawn="1">
          <p15:clr>
            <a:srgbClr val="F26B43"/>
          </p15:clr>
        </p15:guide>
        <p15:guide id="12" pos="192" userDrawn="1">
          <p15:clr>
            <a:srgbClr val="F26B43"/>
          </p15:clr>
        </p15:guide>
        <p15:guide id="13" orient="horz" pos="79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4CE10-79AD-26BA-41DC-8049F38D70F1}"/>
              </a:ext>
            </a:extLst>
          </p:cNvPr>
          <p:cNvSpPr>
            <a:spLocks noGrp="1"/>
          </p:cNvSpPr>
          <p:nvPr>
            <p:ph type="ctr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Subtitle 2">
            <a:extLst>
              <a:ext uri="{FF2B5EF4-FFF2-40B4-BE49-F238E27FC236}">
                <a16:creationId xmlns:a16="http://schemas.microsoft.com/office/drawing/2014/main" id="{76F68C1A-150F-D860-04D8-67EBFC0925E7}"/>
              </a:ext>
            </a:extLst>
          </p:cNvPr>
          <p:cNvSpPr>
            <a:spLocks noGrp="1"/>
          </p:cNvSpPr>
          <p:nvPr>
            <p:ph type="subTitle" idx="1"/>
          </p:nvPr>
        </p:nvSpPr>
        <p:spPr/>
        <p:txBody>
          <a:bodyPr/>
          <a:lstStyle/>
          <a:p>
            <a:r>
              <a:rPr lang="en-US" dirty="0">
                <a:latin typeface="Noto Sans KR" panose="020B0200000000000000" pitchFamily="50" charset="-127"/>
                <a:ea typeface="Noto Sans KR" panose="020B0200000000000000" pitchFamily="50" charset="-127"/>
              </a:rPr>
              <a:t>FY2026 – Interim Audit Closing</a:t>
            </a:r>
          </a:p>
        </p:txBody>
      </p:sp>
      <p:pic>
        <p:nvPicPr>
          <p:cNvPr id="7" name="그림 개체 틀 6">
            <a:extLst>
              <a:ext uri="{FF2B5EF4-FFF2-40B4-BE49-F238E27FC236}">
                <a16:creationId xmlns:a16="http://schemas.microsoft.com/office/drawing/2014/main" id="{D41D58CD-77CE-7E65-2172-521287701E1F}"/>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2" b="40436"/>
          <a:stretch>
            <a:fillRect/>
          </a:stretch>
        </p:blipFill>
        <p:spPr>
          <a:xfrm>
            <a:off x="305400" y="304800"/>
            <a:ext cx="11581200" cy="3880800"/>
          </a:xfrm>
          <a:prstGeom prst="rect">
            <a:avLst/>
          </a:prstGeom>
          <a:solidFill>
            <a:srgbClr val="FFFFFF">
              <a:lumMod val="95000"/>
            </a:srgbClr>
          </a:solidFill>
        </p:spPr>
      </p:pic>
      <p:sp>
        <p:nvSpPr>
          <p:cNvPr id="4" name="Text Placeholder 3">
            <a:extLst>
              <a:ext uri="{FF2B5EF4-FFF2-40B4-BE49-F238E27FC236}">
                <a16:creationId xmlns:a16="http://schemas.microsoft.com/office/drawing/2014/main" id="{1A097BCA-DBD1-222E-9951-4B522670D864}"/>
              </a:ext>
            </a:extLst>
          </p:cNvPr>
          <p:cNvSpPr>
            <a:spLocks noGrp="1"/>
          </p:cNvSpPr>
          <p:nvPr>
            <p:ph type="body" sz="quarter" idx="11"/>
          </p:nvPr>
        </p:nvSpPr>
        <p:spPr/>
        <p:txBody>
          <a:bodyPr/>
          <a:lstStyle/>
          <a:p>
            <a:r>
              <a:rPr lang="en-US" dirty="0">
                <a:latin typeface="Noto Sans KR" panose="020B0200000000000000" pitchFamily="50" charset="-127"/>
                <a:ea typeface="Noto Sans KR" panose="020B0200000000000000" pitchFamily="50" charset="-127"/>
              </a:rPr>
              <a:t>October 28, 2026</a:t>
            </a:r>
          </a:p>
        </p:txBody>
      </p:sp>
    </p:spTree>
    <p:extLst>
      <p:ext uri="{BB962C8B-B14F-4D97-AF65-F5344CB8AC3E}">
        <p14:creationId xmlns:p14="http://schemas.microsoft.com/office/powerpoint/2010/main" val="335525863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C76F8E-415A-FAB6-D611-26F88E3E40ED}"/>
              </a:ext>
            </a:extLst>
          </p:cNvPr>
          <p:cNvSpPr>
            <a:spLocks noGrp="1"/>
          </p:cNvSpPr>
          <p:nvPr>
            <p:ph type="title"/>
          </p:nvPr>
        </p:nvSpPr>
        <p:spPr>
          <a:xfrm>
            <a:off x="306000" y="306000"/>
            <a:ext cx="5648400" cy="360000"/>
          </a:xfrm>
        </p:spPr>
        <p:txBody>
          <a:bodyPr/>
          <a:lstStyle/>
          <a:p>
            <a:r>
              <a:rPr lang="en-US" dirty="0">
                <a:latin typeface="Noto Sans KR" panose="020B0200000000000000" pitchFamily="50" charset="-127"/>
                <a:ea typeface="Noto Sans KR" panose="020B0200000000000000" pitchFamily="50" charset="-127"/>
              </a:rPr>
              <a:t>Agenda</a:t>
            </a:r>
          </a:p>
        </p:txBody>
      </p:sp>
      <p:sp>
        <p:nvSpPr>
          <p:cNvPr id="10" name="Slide Number Placeholder 9">
            <a:extLst>
              <a:ext uri="{FF2B5EF4-FFF2-40B4-BE49-F238E27FC236}">
                <a16:creationId xmlns:a16="http://schemas.microsoft.com/office/drawing/2014/main" id="{4ECEA13A-71B7-C5DE-BF90-4B7FA22FA80A}"/>
              </a:ext>
            </a:extLst>
          </p:cNvPr>
          <p:cNvSpPr>
            <a:spLocks noGrp="1"/>
          </p:cNvSpPr>
          <p:nvPr>
            <p:ph type="sldNum" sz="quarter" idx="12"/>
          </p:nvPr>
        </p:nvSpPr>
        <p:spPr>
          <a:xfrm>
            <a:off x="300037" y="6417000"/>
            <a:ext cx="900000" cy="270000"/>
          </a:xfrm>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2</a:t>
            </a:fld>
            <a:endParaRPr lang="en-GB" dirty="0">
              <a:latin typeface="Noto Sans KR" panose="020B0200000000000000" pitchFamily="50" charset="-127"/>
              <a:ea typeface="Noto Sans KR" panose="020B0200000000000000" pitchFamily="50" charset="-127"/>
            </a:endParaRPr>
          </a:p>
        </p:txBody>
      </p:sp>
      <p:pic>
        <p:nvPicPr>
          <p:cNvPr id="7" name="Espace réservé pour une image  8">
            <a:extLst>
              <a:ext uri="{FF2B5EF4-FFF2-40B4-BE49-F238E27FC236}">
                <a16:creationId xmlns:a16="http://schemas.microsoft.com/office/drawing/2014/main" id="{356BE567-A5C8-9F66-5D36-0C0B86B71D0B}"/>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1853" r="21853"/>
          <a:stretch/>
        </p:blipFill>
        <p:spPr>
          <a:xfrm>
            <a:off x="6237601" y="305999"/>
            <a:ext cx="5648400" cy="5643951"/>
          </a:xfrm>
        </p:spPr>
      </p:pic>
      <p:sp>
        <p:nvSpPr>
          <p:cNvPr id="5" name="Text Placeholder 4">
            <a:extLst>
              <a:ext uri="{FF2B5EF4-FFF2-40B4-BE49-F238E27FC236}">
                <a16:creationId xmlns:a16="http://schemas.microsoft.com/office/drawing/2014/main" id="{286A64C6-FD9B-6620-ACC1-98F12B3352A4}"/>
              </a:ext>
            </a:extLst>
          </p:cNvPr>
          <p:cNvSpPr>
            <a:spLocks noGrp="1"/>
          </p:cNvSpPr>
          <p:nvPr>
            <p:ph type="body" sz="quarter" idx="13"/>
          </p:nvPr>
        </p:nvSpPr>
        <p:spPr>
          <a:xfrm>
            <a:off x="306388" y="1268413"/>
            <a:ext cx="5648325" cy="4681537"/>
          </a:xfrm>
        </p:spPr>
        <p:txBody>
          <a:bodyPr/>
          <a:lstStyle/>
          <a:p>
            <a:r>
              <a:rPr lang="en-US" dirty="0">
                <a:latin typeface="Noto Sans KR" panose="020B0200000000000000" pitchFamily="50" charset="-127"/>
                <a:ea typeface="Noto Sans KR" panose="020B0200000000000000" pitchFamily="50" charset="-127"/>
              </a:rPr>
              <a:t>Audit Schedule</a:t>
            </a:r>
          </a:p>
          <a:p>
            <a:r>
              <a:rPr lang="en-US" dirty="0">
                <a:latin typeface="Noto Sans KR" panose="020B0200000000000000" pitchFamily="50" charset="-127"/>
                <a:ea typeface="Noto Sans KR" panose="020B0200000000000000" pitchFamily="50" charset="-127"/>
              </a:rPr>
              <a:t>Results of Walkthrough Tests and Tests of Controls</a:t>
            </a:r>
          </a:p>
          <a:p>
            <a:r>
              <a:rPr lang="en-US" dirty="0">
                <a:latin typeface="Noto Sans KR" panose="020B0200000000000000" pitchFamily="50" charset="-127"/>
                <a:ea typeface="Noto Sans KR" panose="020B0200000000000000" pitchFamily="50" charset="-127"/>
              </a:rPr>
              <a:t>Follow-up of Prior Year-end Audit Findings</a:t>
            </a:r>
          </a:p>
          <a:p>
            <a:r>
              <a:rPr lang="en-US" dirty="0">
                <a:latin typeface="Noto Sans KR" panose="020B0200000000000000" pitchFamily="50" charset="-127"/>
                <a:ea typeface="Noto Sans KR" panose="020B0200000000000000" pitchFamily="50" charset="-127"/>
              </a:rPr>
              <a:t>Interim Audit Findings</a:t>
            </a:r>
          </a:p>
          <a:p>
            <a:r>
              <a:rPr lang="en-US" dirty="0">
                <a:latin typeface="Noto Sans KR" panose="020B0200000000000000" pitchFamily="50" charset="-127"/>
                <a:ea typeface="Noto Sans KR" panose="020B0200000000000000" pitchFamily="50" charset="-127"/>
              </a:rPr>
              <a:t>Pending Items &amp; Year-end Audit Preparation</a:t>
            </a:r>
          </a:p>
        </p:txBody>
      </p:sp>
    </p:spTree>
    <p:extLst>
      <p:ext uri="{BB962C8B-B14F-4D97-AF65-F5344CB8AC3E}">
        <p14:creationId xmlns:p14="http://schemas.microsoft.com/office/powerpoint/2010/main" val="203137053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3353-3227-9D17-17DE-056494B55360}"/>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Audit Schedule</a:t>
            </a:r>
          </a:p>
        </p:txBody>
      </p:sp>
      <p:sp>
        <p:nvSpPr>
          <p:cNvPr id="3" name="Text Placeholder 2">
            <a:extLst>
              <a:ext uri="{FF2B5EF4-FFF2-40B4-BE49-F238E27FC236}">
                <a16:creationId xmlns:a16="http://schemas.microsoft.com/office/drawing/2014/main" id="{34BFE6D7-3823-D11E-4CD0-2DC188FA122A}"/>
              </a:ext>
            </a:extLst>
          </p:cNvPr>
          <p:cNvSpPr>
            <a:spLocks noGrp="1"/>
          </p:cNvSpPr>
          <p:nvPr>
            <p:ph type="body" sz="quarter" idx="10"/>
          </p:nvPr>
        </p:nvSpPr>
        <p:spPr/>
        <p:txBody>
          <a:bodyPr/>
          <a:lstStyle/>
          <a:p>
            <a:pPr marL="0" indent="0">
              <a:buNone/>
            </a:pPr>
            <a:endParaRPr lang="en-GB" noProof="0" dirty="0">
              <a:latin typeface="Noto Sans KR" panose="020B0200000000000000" pitchFamily="50" charset="-127"/>
              <a:ea typeface="Noto Sans KR" panose="020B0200000000000000" pitchFamily="50" charset="-127"/>
            </a:endParaRPr>
          </a:p>
        </p:txBody>
      </p:sp>
      <p:sp>
        <p:nvSpPr>
          <p:cNvPr id="4" name="Text Placeholder 3">
            <a:extLst>
              <a:ext uri="{FF2B5EF4-FFF2-40B4-BE49-F238E27FC236}">
                <a16:creationId xmlns:a16="http://schemas.microsoft.com/office/drawing/2014/main" id="{FDE9E218-F110-DA3C-DE6D-4687D76AC90D}"/>
              </a:ext>
            </a:extLst>
          </p:cNvPr>
          <p:cNvSpPr>
            <a:spLocks noGrp="1"/>
          </p:cNvSpPr>
          <p:nvPr>
            <p:ph type="body" sz="quarter" idx="11"/>
          </p:nvPr>
        </p:nvSpPr>
        <p:spPr/>
        <p:txBody>
          <a:bodyPr/>
          <a:lstStyle/>
          <a:p>
            <a:r>
              <a:rPr lang="ko-KR" altLang="en-US" dirty="0">
                <a:latin typeface="Noto Sans KR" panose="020B0200000000000000" pitchFamily="50" charset="-127"/>
                <a:ea typeface="Noto Sans KR" panose="020B0200000000000000" pitchFamily="50" charset="-127"/>
              </a:rPr>
              <a:t>01</a:t>
            </a:r>
          </a:p>
        </p:txBody>
      </p:sp>
      <p:pic>
        <p:nvPicPr>
          <p:cNvPr id="6" name="Espace réservé pour une image  8">
            <a:extLst>
              <a:ext uri="{FF2B5EF4-FFF2-40B4-BE49-F238E27FC236}">
                <a16:creationId xmlns:a16="http://schemas.microsoft.com/office/drawing/2014/main" id="{29F1018D-5C8B-D23E-1BDA-74D91FB39EC9}"/>
              </a:ext>
            </a:extLst>
          </p:cNvPr>
          <p:cNvPicPr>
            <a:picLocks noGrp="1" noChangeAspect="1"/>
          </p:cNvPicPr>
          <p:nvPr>
            <p:ph type="pic" sz="quarter" idx="21"/>
          </p:nvPr>
        </p:nvPicPr>
        <p:blipFill>
          <a:blip r:embed="rId2">
            <a:extLst>
              <a:ext uri="{28A0092B-C50C-407E-A947-70E740481C1C}">
                <a14:useLocalDpi xmlns:a14="http://schemas.microsoft.com/office/drawing/2010/main" val="0"/>
              </a:ext>
            </a:extLst>
          </a:blip>
          <a:srcRect l="22604" r="22604"/>
          <a:stretch/>
        </p:blipFill>
        <p:spPr>
          <a:xfrm>
            <a:off x="5508625" y="0"/>
            <a:ext cx="6680200" cy="6858000"/>
          </a:xfrm>
        </p:spPr>
      </p:pic>
    </p:spTree>
    <p:extLst>
      <p:ext uri="{BB962C8B-B14F-4D97-AF65-F5344CB8AC3E}">
        <p14:creationId xmlns:p14="http://schemas.microsoft.com/office/powerpoint/2010/main" val="4887684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제목 14">
            <a:extLst>
              <a:ext uri="{FF2B5EF4-FFF2-40B4-BE49-F238E27FC236}">
                <a16:creationId xmlns:a16="http://schemas.microsoft.com/office/drawing/2014/main" id="{30FF76B2-23BB-F23D-5A03-1AB5147D2B83}"/>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16" name="텍스트 개체 틀 15">
            <a:extLst>
              <a:ext uri="{FF2B5EF4-FFF2-40B4-BE49-F238E27FC236}">
                <a16:creationId xmlns:a16="http://schemas.microsoft.com/office/drawing/2014/main" id="{578F4448-CE93-81F2-77BC-2E76CBA5C5B3}"/>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Audit Schedule</a:t>
            </a:r>
          </a:p>
        </p:txBody>
      </p:sp>
      <p:sp>
        <p:nvSpPr>
          <p:cNvPr id="17" name="텍스트 개체 틀 16">
            <a:extLst>
              <a:ext uri="{FF2B5EF4-FFF2-40B4-BE49-F238E27FC236}">
                <a16:creationId xmlns:a16="http://schemas.microsoft.com/office/drawing/2014/main" id="{76C6D597-8D20-5D51-9532-4BD1D7F7C529}"/>
              </a:ext>
            </a:extLst>
          </p:cNvPr>
          <p:cNvSpPr>
            <a:spLocks noGrp="1"/>
          </p:cNvSpPr>
          <p:nvPr>
            <p:ph type="body" sz="quarter" idx="14"/>
          </p:nvPr>
        </p:nvSpPr>
        <p:spPr/>
        <p:txBody>
          <a:bodyPr/>
          <a:lstStyle/>
          <a:p>
            <a:r>
              <a:rPr lang="en-US" dirty="0">
                <a:latin typeface="Noto Sans KR" panose="020B0200000000000000" pitchFamily="50" charset="-127"/>
                <a:ea typeface="Noto Sans KR" panose="020B0200000000000000" pitchFamily="50" charset="-127"/>
              </a:rPr>
              <a:t>Interim Audit</a:t>
            </a:r>
          </a:p>
        </p:txBody>
      </p:sp>
      <p:sp>
        <p:nvSpPr>
          <p:cNvPr id="18" name="내용 개체 틀 17">
            <a:extLst>
              <a:ext uri="{FF2B5EF4-FFF2-40B4-BE49-F238E27FC236}">
                <a16:creationId xmlns:a16="http://schemas.microsoft.com/office/drawing/2014/main" id="{F9497090-6619-6BCF-D6F5-AAC98A6DDE24}"/>
              </a:ext>
            </a:extLst>
          </p:cNvPr>
          <p:cNvSpPr>
            <a:spLocks noGrp="1"/>
          </p:cNvSpPr>
          <p:nvPr>
            <p:ph sz="quarter" idx="15"/>
          </p:nvPr>
        </p:nvSpPr>
        <p:spPr/>
        <p:txBody>
          <a:bodyPr/>
          <a:lstStyle/>
          <a:p>
            <a:r>
              <a:rPr lang="en-US" b="1" dirty="0">
                <a:latin typeface="Noto Sans KR" panose="020B0200000000000000" pitchFamily="50" charset="-127"/>
                <a:ea typeface="Noto Sans KR" panose="020B0200000000000000" pitchFamily="50" charset="-127"/>
              </a:rPr>
              <a:t>SAK Head Office and Remote</a:t>
            </a:r>
          </a:p>
          <a:p>
            <a:r>
              <a:rPr lang="en-US" b="1" dirty="0">
                <a:latin typeface="Noto Sans KR" panose="020B0200000000000000" pitchFamily="50" charset="-127"/>
                <a:ea typeface="Noto Sans KR" panose="020B0200000000000000" pitchFamily="50" charset="-127"/>
              </a:rPr>
              <a:t>October 19–23, 2026 (5 days)</a:t>
            </a:r>
          </a:p>
          <a:p>
            <a:r>
              <a:rPr lang="en-US" b="1" dirty="0">
                <a:latin typeface="Noto Sans KR" panose="020B0200000000000000" pitchFamily="50" charset="-127"/>
                <a:ea typeface="Noto Sans KR" panose="020B0200000000000000" pitchFamily="50" charset="-127"/>
              </a:rPr>
              <a:t>Description of Work</a:t>
            </a:r>
          </a:p>
          <a:p>
            <a:pPr lvl="1"/>
            <a:r>
              <a:rPr lang="en-US" sz="1200" dirty="0">
                <a:latin typeface="Noto Sans KR" panose="020B0200000000000000" pitchFamily="50" charset="-127"/>
                <a:ea typeface="Noto Sans KR" panose="020B0200000000000000" pitchFamily="50" charset="-127"/>
              </a:rPr>
              <a:t>Understanding key processes and internal controls (walkthrough tests)</a:t>
            </a:r>
          </a:p>
          <a:p>
            <a:pPr lvl="1"/>
            <a:r>
              <a:rPr lang="en-US" sz="1200" dirty="0">
                <a:latin typeface="Noto Sans KR" panose="020B0200000000000000" pitchFamily="50" charset="-127"/>
                <a:ea typeface="Noto Sans KR" panose="020B0200000000000000" pitchFamily="50" charset="-127"/>
              </a:rPr>
              <a:t>Testing the operating effectiveness of key controls (TOC)</a:t>
            </a:r>
          </a:p>
          <a:p>
            <a:pPr lvl="1"/>
            <a:r>
              <a:rPr lang="en-US" sz="1200" dirty="0">
                <a:latin typeface="Noto Sans KR" panose="020B0200000000000000" pitchFamily="50" charset="-127"/>
                <a:ea typeface="Noto Sans KR" panose="020B0200000000000000" pitchFamily="50" charset="-127"/>
              </a:rPr>
              <a:t>Analytical review of the September 2026 interim FS and review of statutory (K-GAAP) adjustments</a:t>
            </a:r>
          </a:p>
          <a:p>
            <a:pPr lvl="1"/>
            <a:r>
              <a:rPr lang="en-US" sz="1200" dirty="0">
                <a:latin typeface="Noto Sans KR" panose="020B0200000000000000" pitchFamily="50" charset="-127"/>
                <a:ea typeface="Noto Sans KR" panose="020B0200000000000000" pitchFamily="50" charset="-127"/>
              </a:rPr>
              <a:t>Analysis of significant transactions (Taxotere divestment, restructuring, leases)</a:t>
            </a:r>
          </a:p>
          <a:p>
            <a:pPr lvl="1"/>
            <a:r>
              <a:rPr lang="en-US" sz="1200" dirty="0">
                <a:latin typeface="Noto Sans KR" panose="020B0200000000000000" pitchFamily="50" charset="-127"/>
                <a:ea typeface="Noto Sans KR" panose="020B0200000000000000" pitchFamily="50" charset="-127"/>
              </a:rPr>
              <a:t>Risk assessment and planning of year-end procedures</a:t>
            </a:r>
          </a:p>
        </p:txBody>
      </p:sp>
      <p:sp>
        <p:nvSpPr>
          <p:cNvPr id="19" name="텍스트 개체 틀 18">
            <a:extLst>
              <a:ext uri="{FF2B5EF4-FFF2-40B4-BE49-F238E27FC236}">
                <a16:creationId xmlns:a16="http://schemas.microsoft.com/office/drawing/2014/main" id="{8788F2E1-0703-8FE7-AD3B-7777CB634C62}"/>
              </a:ext>
            </a:extLst>
          </p:cNvPr>
          <p:cNvSpPr>
            <a:spLocks noGrp="1"/>
          </p:cNvSpPr>
          <p:nvPr>
            <p:ph type="body" sz="quarter" idx="16"/>
          </p:nvPr>
        </p:nvSpPr>
        <p:spPr/>
        <p:txBody>
          <a:bodyPr/>
          <a:lstStyle/>
          <a:p>
            <a:r>
              <a:rPr lang="en-US" dirty="0">
                <a:latin typeface="Noto Sans KR" panose="020B0200000000000000" pitchFamily="50" charset="-127"/>
                <a:ea typeface="Noto Sans KR" panose="020B0200000000000000" pitchFamily="50" charset="-127"/>
              </a:rPr>
              <a:t>Inventory Stock-take</a:t>
            </a:r>
          </a:p>
        </p:txBody>
      </p:sp>
      <p:sp>
        <p:nvSpPr>
          <p:cNvPr id="20" name="내용 개체 틀 19">
            <a:extLst>
              <a:ext uri="{FF2B5EF4-FFF2-40B4-BE49-F238E27FC236}">
                <a16:creationId xmlns:a16="http://schemas.microsoft.com/office/drawing/2014/main" id="{40F7342D-7B38-E4F7-FB0E-601171281FC2}"/>
              </a:ext>
            </a:extLst>
          </p:cNvPr>
          <p:cNvSpPr>
            <a:spLocks noGrp="1"/>
          </p:cNvSpPr>
          <p:nvPr>
            <p:ph sz="quarter" idx="17"/>
          </p:nvPr>
        </p:nvSpPr>
        <p:spPr/>
        <p:txBody>
          <a:bodyPr/>
          <a:lstStyle/>
          <a:p>
            <a:r>
              <a:rPr lang="en-US" b="1" dirty="0">
                <a:latin typeface="Noto Sans KR" panose="020B0200000000000000" pitchFamily="50" charset="-127"/>
                <a:ea typeface="Noto Sans KR" panose="020B0200000000000000" pitchFamily="50" charset="-127"/>
              </a:rPr>
              <a:t>Gunpo Warehouse</a:t>
            </a:r>
          </a:p>
          <a:p>
            <a:r>
              <a:rPr lang="en-US" b="1" dirty="0">
                <a:latin typeface="Noto Sans KR" panose="020B0200000000000000" pitchFamily="50" charset="-127"/>
                <a:ea typeface="Noto Sans KR" panose="020B0200000000000000" pitchFamily="50" charset="-127"/>
              </a:rPr>
              <a:t>December 29, 2026</a:t>
            </a:r>
          </a:p>
          <a:p>
            <a:r>
              <a:rPr lang="en-US" b="1" dirty="0">
                <a:latin typeface="Noto Sans KR" panose="020B0200000000000000" pitchFamily="50" charset="-127"/>
                <a:ea typeface="Noto Sans KR" panose="020B0200000000000000" pitchFamily="50" charset="-127"/>
              </a:rPr>
              <a:t>Description of Work</a:t>
            </a:r>
          </a:p>
          <a:p>
            <a:pPr lvl="1"/>
            <a:r>
              <a:rPr lang="en-US" sz="1200" dirty="0">
                <a:latin typeface="Noto Sans KR" panose="020B0200000000000000" pitchFamily="50" charset="-127"/>
                <a:ea typeface="Noto Sans KR" panose="020B0200000000000000" pitchFamily="50" charset="-127"/>
              </a:rPr>
              <a:t>Attendance at the company's year-end inventory count</a:t>
            </a:r>
          </a:p>
          <a:p>
            <a:pPr lvl="1"/>
            <a:r>
              <a:rPr lang="en-US" sz="1200" dirty="0">
                <a:latin typeface="Noto Sans KR" panose="020B0200000000000000" pitchFamily="50" charset="-127"/>
                <a:ea typeface="Noto Sans KR" panose="020B0200000000000000" pitchFamily="50" charset="-127"/>
              </a:rPr>
              <a:t>Independent test counts of selected items</a:t>
            </a:r>
          </a:p>
          <a:p>
            <a:pPr lvl="1"/>
            <a:r>
              <a:rPr lang="en-US" sz="1200" dirty="0">
                <a:latin typeface="Noto Sans KR" panose="020B0200000000000000" pitchFamily="50" charset="-127"/>
                <a:ea typeface="Noto Sans KR" panose="020B0200000000000000" pitchFamily="50" charset="-127"/>
              </a:rPr>
              <a:t>Inspection of returned, expired and divested-product stock</a:t>
            </a:r>
          </a:p>
        </p:txBody>
      </p:sp>
      <p:sp>
        <p:nvSpPr>
          <p:cNvPr id="21" name="텍스트 개체 틀 20">
            <a:extLst>
              <a:ext uri="{FF2B5EF4-FFF2-40B4-BE49-F238E27FC236}">
                <a16:creationId xmlns:a16="http://schemas.microsoft.com/office/drawing/2014/main" id="{16FF46CB-4837-4BAE-A586-05760A65B7EE}"/>
              </a:ext>
            </a:extLst>
          </p:cNvPr>
          <p:cNvSpPr>
            <a:spLocks noGrp="1"/>
          </p:cNvSpPr>
          <p:nvPr>
            <p:ph type="body" sz="quarter" idx="21"/>
          </p:nvPr>
        </p:nvSpPr>
        <p:spPr/>
        <p:txBody>
          <a:bodyPr/>
          <a:lstStyle/>
          <a:p>
            <a:r>
              <a:rPr lang="en-US" dirty="0">
                <a:latin typeface="Noto Sans KR" panose="020B0200000000000000" pitchFamily="50" charset="-127"/>
                <a:ea typeface="Noto Sans KR" panose="020B0200000000000000" pitchFamily="50" charset="-127"/>
              </a:rPr>
              <a:t>Year-end Audit</a:t>
            </a:r>
          </a:p>
        </p:txBody>
      </p:sp>
      <p:sp>
        <p:nvSpPr>
          <p:cNvPr id="22" name="내용 개체 틀 21">
            <a:extLst>
              <a:ext uri="{FF2B5EF4-FFF2-40B4-BE49-F238E27FC236}">
                <a16:creationId xmlns:a16="http://schemas.microsoft.com/office/drawing/2014/main" id="{92381973-E2E0-8BF5-80DC-B909AA1C9B62}"/>
              </a:ext>
            </a:extLst>
          </p:cNvPr>
          <p:cNvSpPr>
            <a:spLocks noGrp="1"/>
          </p:cNvSpPr>
          <p:nvPr>
            <p:ph sz="quarter" idx="22"/>
          </p:nvPr>
        </p:nvSpPr>
        <p:spPr/>
        <p:txBody>
          <a:bodyPr/>
          <a:lstStyle/>
          <a:p>
            <a:r>
              <a:rPr lang="en-US" b="1" dirty="0">
                <a:latin typeface="Noto Sans KR" panose="020B0200000000000000" pitchFamily="50" charset="-127"/>
                <a:ea typeface="Noto Sans KR" panose="020B0200000000000000" pitchFamily="50" charset="-127"/>
              </a:rPr>
              <a:t>SAK Head Office and Remote</a:t>
            </a:r>
          </a:p>
          <a:p>
            <a:r>
              <a:rPr lang="en-US" b="1" dirty="0">
                <a:latin typeface="Noto Sans KR" panose="020B0200000000000000" pitchFamily="50" charset="-127"/>
                <a:ea typeface="Noto Sans KR" panose="020B0200000000000000" pitchFamily="50" charset="-127"/>
              </a:rPr>
              <a:t>February 10–16, 2027</a:t>
            </a:r>
          </a:p>
          <a:p>
            <a:r>
              <a:rPr lang="en-US" b="1" dirty="0">
                <a:latin typeface="Noto Sans KR" panose="020B0200000000000000" pitchFamily="50" charset="-127"/>
                <a:ea typeface="Noto Sans KR" panose="020B0200000000000000" pitchFamily="50" charset="-127"/>
              </a:rPr>
              <a:t>Description of Work</a:t>
            </a:r>
          </a:p>
          <a:p>
            <a:pPr lvl="1"/>
            <a:r>
              <a:rPr lang="en-US" sz="1200" dirty="0">
                <a:latin typeface="Noto Sans KR" panose="020B0200000000000000" pitchFamily="50" charset="-127"/>
                <a:ea typeface="Noto Sans KR" panose="020B0200000000000000" pitchFamily="50" charset="-127"/>
              </a:rPr>
              <a:t>Follow-up on interim findings and pending items</a:t>
            </a:r>
          </a:p>
          <a:p>
            <a:pPr lvl="1"/>
            <a:r>
              <a:rPr lang="en-US" sz="1200" dirty="0">
                <a:latin typeface="Noto Sans KR" panose="020B0200000000000000" pitchFamily="50" charset="-127"/>
                <a:ea typeface="Noto Sans KR" panose="020B0200000000000000" pitchFamily="50" charset="-127"/>
              </a:rPr>
              <a:t>Substantive procedures by account</a:t>
            </a:r>
          </a:p>
          <a:p>
            <a:pPr lvl="1"/>
            <a:r>
              <a:rPr lang="en-US" sz="1200" dirty="0">
                <a:latin typeface="Noto Sans KR" panose="020B0200000000000000" pitchFamily="50" charset="-127"/>
                <a:ea typeface="Noto Sans KR" panose="020B0200000000000000" pitchFamily="50" charset="-127"/>
              </a:rPr>
              <a:t>Bank and legal confirmations</a:t>
            </a:r>
          </a:p>
          <a:p>
            <a:pPr lvl="1"/>
            <a:r>
              <a:rPr lang="en-US" sz="1200" dirty="0">
                <a:latin typeface="Noto Sans KR" panose="020B0200000000000000" pitchFamily="50" charset="-127"/>
                <a:ea typeface="Noto Sans KR" panose="020B0200000000000000" pitchFamily="50" charset="-127"/>
              </a:rPr>
              <a:t>AR/AP confirmations and follow-up</a:t>
            </a:r>
          </a:p>
        </p:txBody>
      </p:sp>
      <p:sp>
        <p:nvSpPr>
          <p:cNvPr id="23" name="텍스트 개체 틀 22">
            <a:extLst>
              <a:ext uri="{FF2B5EF4-FFF2-40B4-BE49-F238E27FC236}">
                <a16:creationId xmlns:a16="http://schemas.microsoft.com/office/drawing/2014/main" id="{7CE08BE2-C19B-446C-6396-B9980B9285CC}"/>
              </a:ext>
            </a:extLst>
          </p:cNvPr>
          <p:cNvSpPr>
            <a:spLocks noGrp="1"/>
          </p:cNvSpPr>
          <p:nvPr>
            <p:ph type="body" sz="quarter" idx="23"/>
          </p:nvPr>
        </p:nvSpPr>
        <p:spPr/>
        <p:txBody>
          <a:bodyPr/>
          <a:lstStyle/>
          <a:p>
            <a:endParaRPr lang="ko-KR" altLang="en-US">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35521581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3353-3227-9D17-17DE-056494B55360}"/>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Results of Walkthrough Tests and Tests of Controls</a:t>
            </a:r>
          </a:p>
        </p:txBody>
      </p:sp>
      <p:sp>
        <p:nvSpPr>
          <p:cNvPr id="3" name="Text Placeholder 2">
            <a:extLst>
              <a:ext uri="{FF2B5EF4-FFF2-40B4-BE49-F238E27FC236}">
                <a16:creationId xmlns:a16="http://schemas.microsoft.com/office/drawing/2014/main" id="{34BFE6D7-3823-D11E-4CD0-2DC188FA122A}"/>
              </a:ext>
            </a:extLst>
          </p:cNvPr>
          <p:cNvSpPr>
            <a:spLocks noGrp="1"/>
          </p:cNvSpPr>
          <p:nvPr>
            <p:ph type="body" sz="quarter" idx="10"/>
          </p:nvPr>
        </p:nvSpPr>
        <p:spPr/>
        <p:txBody>
          <a:bodyPr/>
          <a:lstStyle/>
          <a:p>
            <a:pPr marL="0" indent="0">
              <a:buNone/>
            </a:pPr>
            <a:endParaRPr lang="en-GB" noProof="0" dirty="0">
              <a:latin typeface="Noto Sans KR" panose="020B0200000000000000" pitchFamily="50" charset="-127"/>
              <a:ea typeface="Noto Sans KR" panose="020B0200000000000000" pitchFamily="50" charset="-127"/>
            </a:endParaRPr>
          </a:p>
        </p:txBody>
      </p:sp>
      <p:sp>
        <p:nvSpPr>
          <p:cNvPr id="4" name="Text Placeholder 3">
            <a:extLst>
              <a:ext uri="{FF2B5EF4-FFF2-40B4-BE49-F238E27FC236}">
                <a16:creationId xmlns:a16="http://schemas.microsoft.com/office/drawing/2014/main" id="{FDE9E218-F110-DA3C-DE6D-4687D76AC90D}"/>
              </a:ext>
            </a:extLst>
          </p:cNvPr>
          <p:cNvSpPr>
            <a:spLocks noGrp="1"/>
          </p:cNvSpPr>
          <p:nvPr>
            <p:ph type="body" sz="quarter" idx="11"/>
          </p:nvPr>
        </p:nvSpPr>
        <p:spPr/>
        <p:txBody>
          <a:bodyPr/>
          <a:lstStyle/>
          <a:p>
            <a:r>
              <a:rPr lang="ko-KR" altLang="en-US" dirty="0">
                <a:latin typeface="Noto Sans KR" panose="020B0200000000000000" pitchFamily="50" charset="-127"/>
                <a:ea typeface="Noto Sans KR" panose="020B0200000000000000" pitchFamily="50" charset="-127"/>
              </a:rPr>
              <a:t>02</a:t>
            </a:r>
          </a:p>
        </p:txBody>
      </p:sp>
      <p:pic>
        <p:nvPicPr>
          <p:cNvPr id="6" name="Espace réservé pour une image  8">
            <a:extLst>
              <a:ext uri="{FF2B5EF4-FFF2-40B4-BE49-F238E27FC236}">
                <a16:creationId xmlns:a16="http://schemas.microsoft.com/office/drawing/2014/main" id="{29F1018D-5C8B-D23E-1BDA-74D91FB39EC9}"/>
              </a:ext>
            </a:extLst>
          </p:cNvPr>
          <p:cNvPicPr>
            <a:picLocks noGrp="1" noChangeAspect="1"/>
          </p:cNvPicPr>
          <p:nvPr>
            <p:ph type="pic" sz="quarter" idx="21"/>
          </p:nvPr>
        </p:nvPicPr>
        <p:blipFill>
          <a:blip r:embed="rId2">
            <a:extLst>
              <a:ext uri="{28A0092B-C50C-407E-A947-70E740481C1C}">
                <a14:useLocalDpi xmlns:a14="http://schemas.microsoft.com/office/drawing/2010/main" val="0"/>
              </a:ext>
            </a:extLst>
          </a:blip>
          <a:srcRect l="22604" r="22604"/>
          <a:stretch/>
        </p:blipFill>
        <p:spPr>
          <a:xfrm>
            <a:off x="5508625" y="0"/>
            <a:ext cx="6680200" cy="6858000"/>
          </a:xfrm>
        </p:spPr>
      </p:pic>
    </p:spTree>
    <p:extLst>
      <p:ext uri="{BB962C8B-B14F-4D97-AF65-F5344CB8AC3E}">
        <p14:creationId xmlns:p14="http://schemas.microsoft.com/office/powerpoint/2010/main" val="48876846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107E5-9A92-C926-60AB-C08F17D90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77376-9F2C-7B83-B3A4-46E2A58E3F3E}"/>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51FE68D4-DD01-DF6C-0EAA-B9859C5F3EA9}"/>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Results of Walkthrough Tests and Tests of Controls</a:t>
            </a:r>
          </a:p>
        </p:txBody>
      </p:sp>
      <p:sp>
        <p:nvSpPr>
          <p:cNvPr id="10" name="Slide Number Placeholder 9">
            <a:extLst>
              <a:ext uri="{FF2B5EF4-FFF2-40B4-BE49-F238E27FC236}">
                <a16:creationId xmlns:a16="http://schemas.microsoft.com/office/drawing/2014/main" id="{ED207A9C-6D3C-3B5C-37B9-66BA4C43FD8B}"/>
              </a:ext>
            </a:extLst>
          </p:cNvPr>
          <p:cNvSpPr>
            <a:spLocks noGrp="1"/>
          </p:cNvSpPr>
          <p:nvPr>
            <p:ph type="sldNum" sz="quarter" idx="20"/>
          </p:nvPr>
        </p:nvSpPr>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6</a:t>
            </a:fld>
            <a:endParaRPr lang="en-GB"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14A40072-9CD5-749A-912B-BED81473E8DD}"/>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Summary by Process</a:t>
            </a:r>
          </a:p>
        </p:txBody>
      </p:sp>
      <p:graphicFrame>
        <p:nvGraphicFramePr>
          <p:cNvPr id="90" name="Table 90"/>
          <p:cNvGraphicFramePr>
            <a:graphicFrameLocks noGrp="1"/>
          </p:cNvGraphicFramePr>
          <p:nvPr>
            <p:extLst>
              <p:ext uri="{D42A27DB-BD31-4B8C-83A1-F6EECF244321}">
                <p14:modId xmlns:p14="http://schemas.microsoft.com/office/powerpoint/2010/main" val="1665805353"/>
              </p:ext>
            </p:extLst>
          </p:nvPr>
        </p:nvGraphicFramePr>
        <p:xfrm>
          <a:off x="301752" y="2011680"/>
          <a:ext cx="11585448" cy="4038120"/>
        </p:xfrm>
        <a:graphic>
          <a:graphicData uri="http://schemas.openxmlformats.org/drawingml/2006/table">
            <a:tbl>
              <a:tblPr firstRow="1" bandRow="1"/>
              <a:tblGrid>
                <a:gridCol w="1824480">
                  <a:extLst>
                    <a:ext uri="{9D8B030D-6E8A-4147-A177-3AD203B41FA5}">
                      <a16:colId xmlns:a16="http://schemas.microsoft.com/office/drawing/2014/main" val="20000"/>
                    </a:ext>
                  </a:extLst>
                </a:gridCol>
                <a:gridCol w="2907992">
                  <a:extLst>
                    <a:ext uri="{9D8B030D-6E8A-4147-A177-3AD203B41FA5}">
                      <a16:colId xmlns:a16="http://schemas.microsoft.com/office/drawing/2014/main" val="20001"/>
                    </a:ext>
                  </a:extLst>
                </a:gridCol>
                <a:gridCol w="1773534">
                  <a:extLst>
                    <a:ext uri="{9D8B030D-6E8A-4147-A177-3AD203B41FA5}">
                      <a16:colId xmlns:a16="http://schemas.microsoft.com/office/drawing/2014/main" val="20002"/>
                    </a:ext>
                  </a:extLst>
                </a:gridCol>
                <a:gridCol w="1773534">
                  <a:extLst>
                    <a:ext uri="{9D8B030D-6E8A-4147-A177-3AD203B41FA5}">
                      <a16:colId xmlns:a16="http://schemas.microsoft.com/office/drawing/2014/main" val="20003"/>
                    </a:ext>
                  </a:extLst>
                </a:gridCol>
                <a:gridCol w="3305908">
                  <a:extLst>
                    <a:ext uri="{9D8B030D-6E8A-4147-A177-3AD203B41FA5}">
                      <a16:colId xmlns:a16="http://schemas.microsoft.com/office/drawing/2014/main" val="20004"/>
                    </a:ext>
                  </a:extLst>
                </a:gridCol>
              </a:tblGrid>
              <a:tr h="403812">
                <a:tc>
                  <a:txBody>
                    <a:bodyPr/>
                    <a:lstStyle/>
                    <a:p>
                      <a:pPr marL="0" indent="0" algn="ctr">
                        <a:buNone/>
                      </a:pPr>
                      <a:r>
                        <a:rPr lang="en-US" sz="1100" b="1" dirty="0">
                          <a:solidFill>
                            <a:srgbClr val="FFFFFF"/>
                          </a:solidFill>
                          <a:latin typeface="Noto Sans KR" panose="020B0200000000000000" pitchFamily="50" charset="-127"/>
                          <a:ea typeface="Noto Sans KR" panose="020B0200000000000000" pitchFamily="50" charset="-127"/>
                        </a:rPr>
                        <a:t>Process</a:t>
                      </a:r>
                    </a:p>
                  </a:txBody>
                  <a:tcPr marL="54864" marR="54864" marT="27432" marB="27432"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1100" b="1" dirty="0">
                          <a:solidFill>
                            <a:srgbClr val="FFFFFF"/>
                          </a:solidFill>
                          <a:latin typeface="Noto Sans KR" panose="020B0200000000000000" pitchFamily="50" charset="-127"/>
                          <a:ea typeface="Noto Sans KR" panose="020B0200000000000000" pitchFamily="50" charset="-127"/>
                        </a:rPr>
                        <a:t>Key control</a:t>
                      </a:r>
                    </a:p>
                  </a:txBody>
                  <a:tcPr marL="54864" marR="54864" marT="27432" marB="27432"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ko-KR" altLang="en-US" sz="1100" b="1" dirty="0">
                          <a:solidFill>
                            <a:srgbClr val="FFFFFF"/>
                          </a:solidFill>
                          <a:latin typeface="Noto Sans KR" panose="020B0200000000000000" pitchFamily="50" charset="-127"/>
                          <a:ea typeface="Noto Sans KR" panose="020B0200000000000000" pitchFamily="50" charset="-127"/>
                        </a:rPr>
                        <a:t>WTT</a:t>
                      </a:r>
                    </a:p>
                  </a:txBody>
                  <a:tcPr marL="54864" marR="54864" marT="27432" marB="27432"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ko-KR" altLang="en-US" sz="1100" b="1" dirty="0">
                          <a:solidFill>
                            <a:srgbClr val="FFFFFF"/>
                          </a:solidFill>
                          <a:latin typeface="Noto Sans KR" panose="020B0200000000000000" pitchFamily="50" charset="-127"/>
                          <a:ea typeface="Noto Sans KR" panose="020B0200000000000000" pitchFamily="50" charset="-127"/>
                        </a:rPr>
                        <a:t>TOC</a:t>
                      </a:r>
                    </a:p>
                  </a:txBody>
                  <a:tcPr marL="54864" marR="54864" marT="27432" marB="27432"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1100" b="1" dirty="0">
                          <a:solidFill>
                            <a:srgbClr val="FFFFFF"/>
                          </a:solidFill>
                          <a:latin typeface="Noto Sans KR" panose="020B0200000000000000" pitchFamily="50" charset="-127"/>
                          <a:ea typeface="Noto Sans KR" panose="020B0200000000000000" pitchFamily="50" charset="-127"/>
                        </a:rPr>
                        <a:t>Result / related observation</a:t>
                      </a:r>
                    </a:p>
                  </a:txBody>
                  <a:tcPr marL="54864" marR="54864" marT="27432" marB="27432" anchor="ctr">
                    <a:lnL w="0">
                      <a:noFill/>
                    </a:lnL>
                    <a:lnR w="0">
                      <a:noFill/>
                    </a:lnR>
                    <a:lnT w="6350">
                      <a:solidFill>
                        <a:srgbClr val="B1B3B3"/>
                      </a:solidFill>
                    </a:lnT>
                    <a:lnB w="6350">
                      <a:solidFill>
                        <a:srgbClr val="B1B3B3"/>
                      </a:solidFill>
                    </a:lnB>
                    <a:solidFill>
                      <a:srgbClr val="0072CE"/>
                    </a:solidFill>
                  </a:tcPr>
                </a:tc>
                <a:extLst>
                  <a:ext uri="{0D108BD9-81ED-4DB2-BD59-A6C34878D82A}">
                    <a16:rowId xmlns:a16="http://schemas.microsoft.com/office/drawing/2014/main" val="10000"/>
                  </a:ext>
                </a:extLst>
              </a:tr>
              <a:tr h="403812">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Revenue / AR</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Monthly revenue reconciliation (SD–FI)</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Completed</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ctr">
                        <a:buNone/>
                      </a:pPr>
                      <a:r>
                        <a:rPr lang="en-US" altLang="ko-KR" sz="1100" dirty="0">
                          <a:solidFill>
                            <a:srgbClr val="464B4B"/>
                          </a:solidFill>
                          <a:latin typeface="Noto Sans KR" panose="020B0200000000000000" pitchFamily="50" charset="-127"/>
                          <a:ea typeface="Noto Sans KR" panose="020B0200000000000000" pitchFamily="50" charset="-127"/>
                        </a:rPr>
                        <a:t>Effective</a:t>
                      </a:r>
                    </a:p>
                    <a:p>
                      <a:pPr marL="0" indent="0" algn="ctr">
                        <a:buNone/>
                      </a:pPr>
                      <a:r>
                        <a:rPr lang="en-US" sz="1100" dirty="0">
                          <a:solidFill>
                            <a:srgbClr val="FF0000"/>
                          </a:solidFill>
                          <a:latin typeface="Noto Sans KR" panose="020B0200000000000000" pitchFamily="50" charset="-127"/>
                          <a:ea typeface="Noto Sans KR" panose="020B0200000000000000" pitchFamily="50" charset="-127"/>
                        </a:rPr>
                        <a:t>(*December to be tested)</a:t>
                      </a:r>
                      <a:endParaRPr lang="ko-KR" altLang="en-US" sz="1100" dirty="0">
                        <a:solidFill>
                          <a:srgbClr val="FF0000"/>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December to be tested at year-end</a:t>
                      </a:r>
                    </a:p>
                  </a:txBody>
                  <a:tcPr marL="54864" marR="54864" marT="27432" marB="27432"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1"/>
                  </a:ext>
                </a:extLst>
              </a:tr>
              <a:tr h="403812">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64B4B"/>
                          </a:solidFill>
                          <a:effectLst/>
                          <a:uLnTx/>
                          <a:uFillTx/>
                          <a:latin typeface="Noto Sans KR" panose="020B0200000000000000" pitchFamily="50" charset="-127"/>
                          <a:ea typeface="Noto Sans KR" panose="020B0200000000000000" pitchFamily="50" charset="-127"/>
                          <a:cs typeface="+mn-cs"/>
                        </a:rPr>
                        <a:t>Revenue / AR</a:t>
                      </a: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Invoice generation (order–delivery–invoice matching)</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ctr">
                        <a:buNone/>
                      </a:pPr>
                      <a:r>
                        <a:rPr kumimoji="0" lang="en-US" sz="1100" b="0" i="0" u="none" strike="noStrike" kern="1200" cap="none" spc="0" normalizeH="0" baseline="0" noProof="0" dirty="0">
                          <a:ln>
                            <a:noFill/>
                          </a:ln>
                          <a:solidFill>
                            <a:srgbClr val="464B4B"/>
                          </a:solidFill>
                          <a:effectLst/>
                          <a:uLnTx/>
                          <a:uFillTx/>
                          <a:latin typeface="Noto Sans KR" panose="020B0200000000000000" pitchFamily="50" charset="-127"/>
                          <a:ea typeface="Noto Sans KR" panose="020B0200000000000000" pitchFamily="50" charset="-127"/>
                          <a:cs typeface="+mn-cs"/>
                        </a:rPr>
                        <a:t>Completed</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ctr">
                        <a:buNone/>
                      </a:pPr>
                      <a:r>
                        <a:rPr lang="en-US" altLang="ko-KR" sz="1100" dirty="0">
                          <a:solidFill>
                            <a:srgbClr val="FF0000"/>
                          </a:solidFill>
                          <a:latin typeface="Noto Sans KR" panose="020B0200000000000000" pitchFamily="50" charset="-127"/>
                          <a:ea typeface="Noto Sans KR" panose="020B0200000000000000" pitchFamily="50" charset="-127"/>
                        </a:rPr>
                        <a:t>Pending</a:t>
                      </a:r>
                      <a:endParaRPr lang="ko-KR" altLang="en-US" sz="1100" dirty="0">
                        <a:solidFill>
                          <a:srgbClr val="FF0000"/>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To be tested on receipt of evidence by end of November</a:t>
                      </a:r>
                    </a:p>
                  </a:txBody>
                  <a:tcPr marL="54864" marR="54864" marT="27432" marB="27432"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0002"/>
                  </a:ext>
                </a:extLst>
              </a:tr>
              <a:tr h="403812">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64B4B"/>
                          </a:solidFill>
                          <a:effectLst/>
                          <a:uLnTx/>
                          <a:uFillTx/>
                          <a:latin typeface="Noto Sans KR" panose="020B0200000000000000" pitchFamily="50" charset="-127"/>
                          <a:ea typeface="Noto Sans KR" panose="020B0200000000000000" pitchFamily="50" charset="-127"/>
                          <a:cs typeface="+mn-cs"/>
                        </a:rPr>
                        <a:t>Revenue / AR</a:t>
                      </a:r>
                      <a:endParaRPr kumimoji="0" lang="ko-KR" altLang="en-US" sz="1100" b="0" i="0" u="none" strike="noStrike" kern="1200" cap="none" spc="0" normalizeH="0" baseline="0" noProof="0" dirty="0">
                        <a:ln>
                          <a:noFill/>
                        </a:ln>
                        <a:solidFill>
                          <a:srgbClr val="464B4B"/>
                        </a:solidFill>
                        <a:effectLst/>
                        <a:uLnTx/>
                        <a:uFillTx/>
                        <a:latin typeface="Noto Sans KR" panose="020B0200000000000000" pitchFamily="50" charset="-127"/>
                        <a:ea typeface="Noto Sans KR" panose="020B0200000000000000" pitchFamily="50" charset="-127"/>
                        <a:cs typeface="+mn-cs"/>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Bad debt allowance (credit report review)</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ctr">
                        <a:buNone/>
                      </a:pPr>
                      <a:r>
                        <a:rPr kumimoji="0" lang="en-US" sz="1100" b="0" i="0" u="none" strike="noStrike" kern="1200" cap="none" spc="0" normalizeH="0" baseline="0" noProof="0">
                          <a:ln>
                            <a:noFill/>
                          </a:ln>
                          <a:solidFill>
                            <a:srgbClr val="464B4B"/>
                          </a:solidFill>
                          <a:effectLst/>
                          <a:uLnTx/>
                          <a:uFillTx/>
                          <a:latin typeface="Noto Sans KR" panose="020B0200000000000000" pitchFamily="50" charset="-127"/>
                          <a:ea typeface="Noto Sans KR" panose="020B0200000000000000" pitchFamily="50" charset="-127"/>
                          <a:cs typeface="+mn-cs"/>
                        </a:rPr>
                        <a:t>Completed</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ctr">
                        <a:buNone/>
                      </a:pPr>
                      <a:r>
                        <a:rPr lang="en-US" altLang="ko-KR" sz="1100" dirty="0">
                          <a:solidFill>
                            <a:srgbClr val="464B4B"/>
                          </a:solidFill>
                          <a:latin typeface="Noto Sans KR" panose="020B0200000000000000" pitchFamily="50" charset="-127"/>
                          <a:ea typeface="Noto Sans KR" panose="020B0200000000000000" pitchFamily="50" charset="-127"/>
                        </a:rPr>
                        <a:t>Effective</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3"/>
                  </a:ext>
                </a:extLst>
              </a:tr>
              <a:tr h="403812">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64B4B"/>
                          </a:solidFill>
                          <a:effectLst/>
                          <a:uLnTx/>
                          <a:uFillTx/>
                          <a:latin typeface="Noto Sans KR" panose="020B0200000000000000" pitchFamily="50" charset="-127"/>
                          <a:ea typeface="Noto Sans KR" panose="020B0200000000000000" pitchFamily="50" charset="-127"/>
                          <a:cs typeface="+mn-cs"/>
                        </a:rPr>
                        <a:t>Revenue / AR</a:t>
                      </a: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Return approval</a:t>
                      </a: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ctr">
                        <a:buNone/>
                      </a:pPr>
                      <a:r>
                        <a:rPr kumimoji="0" lang="en-US" sz="1100" b="0" i="0" u="none" strike="noStrike" kern="1200" cap="none" spc="0" normalizeH="0" baseline="0" noProof="0" dirty="0">
                          <a:ln>
                            <a:noFill/>
                          </a:ln>
                          <a:solidFill>
                            <a:srgbClr val="464B4B"/>
                          </a:solidFill>
                          <a:effectLst/>
                          <a:uLnTx/>
                          <a:uFillTx/>
                          <a:latin typeface="Noto Sans KR" panose="020B0200000000000000" pitchFamily="50" charset="-127"/>
                          <a:ea typeface="Noto Sans KR" panose="020B0200000000000000" pitchFamily="50" charset="-127"/>
                          <a:cs typeface="+mn-cs"/>
                        </a:rPr>
                        <a:t>Completed</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ctr">
                        <a:buNone/>
                      </a:pPr>
                      <a:r>
                        <a:rPr lang="en-US" altLang="ko-KR" sz="1100" dirty="0">
                          <a:solidFill>
                            <a:srgbClr val="464B4B"/>
                          </a:solidFill>
                          <a:latin typeface="Noto Sans KR" panose="020B0200000000000000" pitchFamily="50" charset="-127"/>
                          <a:ea typeface="Noto Sans KR" panose="020B0200000000000000" pitchFamily="50" charset="-127"/>
                        </a:rPr>
                        <a:t>Effective</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0004"/>
                  </a:ext>
                </a:extLst>
              </a:tr>
              <a:tr h="403812">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Purchases</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Goods receipt matching to supporting documents</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Completed</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ctr">
                        <a:buNone/>
                      </a:pPr>
                      <a:r>
                        <a:rPr lang="en-US" altLang="ko-KR" sz="1100" dirty="0">
                          <a:solidFill>
                            <a:srgbClr val="FF0000"/>
                          </a:solidFill>
                          <a:latin typeface="Noto Sans KR" panose="020B0200000000000000" pitchFamily="50" charset="-127"/>
                          <a:ea typeface="Noto Sans KR" panose="020B0200000000000000" pitchFamily="50" charset="-127"/>
                        </a:rPr>
                        <a:t>Pending</a:t>
                      </a:r>
                      <a:endParaRPr lang="ko-KR" altLang="en-US" sz="1100" dirty="0">
                        <a:solidFill>
                          <a:srgbClr val="FF0000"/>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To be tested on receipt of goods receipt confirmations by end of October</a:t>
                      </a:r>
                    </a:p>
                  </a:txBody>
                  <a:tcPr marL="54864" marR="54864" marT="27432" marB="27432"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5"/>
                  </a:ext>
                </a:extLst>
              </a:tr>
              <a:tr h="403812">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Inventory</a:t>
                      </a: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Monthly inventory quantity reconciliation (SAP–WMS)</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ctr">
                        <a:buNone/>
                      </a:pPr>
                      <a:r>
                        <a:rPr lang="en-US" altLang="ko-KR" sz="1100" dirty="0">
                          <a:solidFill>
                            <a:srgbClr val="464B4B"/>
                          </a:solidFill>
                          <a:latin typeface="Noto Sans KR" panose="020B0200000000000000" pitchFamily="50" charset="-127"/>
                          <a:ea typeface="Noto Sans KR" panose="020B0200000000000000" pitchFamily="50" charset="-127"/>
                        </a:rPr>
                        <a:t>N/A</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solidFill>
                            <a:srgbClr val="464B4B"/>
                          </a:solidFill>
                          <a:latin typeface="Noto Sans KR" panose="020B0200000000000000" pitchFamily="50" charset="-127"/>
                          <a:ea typeface="Noto Sans KR" panose="020B0200000000000000" pitchFamily="50" charset="-127"/>
                        </a:rPr>
                        <a:t>Effective</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0006"/>
                  </a:ext>
                </a:extLst>
              </a:tr>
              <a:tr h="403812">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Treasury</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Payment approval</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Completed</a:t>
                      </a: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solidFill>
                            <a:srgbClr val="464B4B"/>
                          </a:solidFill>
                          <a:latin typeface="Noto Sans KR" panose="020B0200000000000000" pitchFamily="50" charset="-127"/>
                          <a:ea typeface="Noto Sans KR" panose="020B0200000000000000" pitchFamily="50" charset="-127"/>
                        </a:rPr>
                        <a:t>Effective</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tc>
                  <a:txBody>
                    <a:bodyPr/>
                    <a:lstStyle/>
                    <a:p>
                      <a:pPr marL="0" indent="0" algn="l">
                        <a:buNone/>
                      </a:pP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7"/>
                  </a:ext>
                </a:extLst>
              </a:tr>
              <a:tr h="403812">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HR</a:t>
                      </a:r>
                    </a:p>
                  </a:txBody>
                  <a:tcPr marL="54864" marR="54864" marT="27432" marB="27432" anchor="ctr">
                    <a:lnL w="0">
                      <a:noFill/>
                    </a:lnL>
                    <a:lnR w="0">
                      <a:noFill/>
                    </a:lnR>
                    <a:lnT w="6350">
                      <a:solidFill>
                        <a:srgbClr val="B1B3B3"/>
                      </a:solidFill>
                    </a:lnT>
                    <a:lnB w="6350" cap="flat" cmpd="sng" algn="ctr">
                      <a:solidFill>
                        <a:srgbClr val="B1B3B3"/>
                      </a:solidFill>
                      <a:prstDash val="solid"/>
                      <a:round/>
                      <a:headEnd type="none" w="med" len="med"/>
                      <a:tailEnd type="none" w="med" len="med"/>
                    </a:lnB>
                    <a:solidFill>
                      <a:srgbClr val="F4F4F4"/>
                    </a:solid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Payroll (payroll register to payment)</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cap="flat" cmpd="sng" algn="ctr">
                      <a:solidFill>
                        <a:srgbClr val="B1B3B3"/>
                      </a:solidFill>
                      <a:prstDash val="solid"/>
                      <a:round/>
                      <a:headEnd type="none" w="med" len="med"/>
                      <a:tailEnd type="none" w="med" len="med"/>
                    </a:lnB>
                    <a:solidFill>
                      <a:srgbClr val="F4F4F4"/>
                    </a:solidFill>
                  </a:tcPr>
                </a:tc>
                <a:tc>
                  <a:txBody>
                    <a:bodyPr/>
                    <a:lstStyle/>
                    <a:p>
                      <a:pPr marL="0" indent="0" algn="ctr">
                        <a:buNone/>
                      </a:pPr>
                      <a:r>
                        <a:rPr lang="en-US" altLang="ko-KR" sz="1100" dirty="0">
                          <a:solidFill>
                            <a:srgbClr val="FF0000"/>
                          </a:solidFill>
                          <a:latin typeface="Noto Sans KR" panose="020B0200000000000000" pitchFamily="50" charset="-127"/>
                          <a:ea typeface="Noto Sans KR" panose="020B0200000000000000" pitchFamily="50" charset="-127"/>
                        </a:rPr>
                        <a:t>Pending</a:t>
                      </a:r>
                      <a:endParaRPr lang="ko-KR" altLang="en-US" sz="1100" dirty="0">
                        <a:solidFill>
                          <a:srgbClr val="FF0000"/>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cap="flat" cmpd="sng" algn="ctr">
                      <a:solidFill>
                        <a:srgbClr val="B1B3B3"/>
                      </a:solidFill>
                      <a:prstDash val="solid"/>
                      <a:round/>
                      <a:headEnd type="none" w="med" len="med"/>
                      <a:tailEnd type="none" w="med" len="med"/>
                    </a:lnB>
                    <a:solidFill>
                      <a:srgbClr val="F4F4F4"/>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solidFill>
                            <a:srgbClr val="464B4B"/>
                          </a:solidFill>
                          <a:latin typeface="Noto Sans KR" panose="020B0200000000000000" pitchFamily="50" charset="-127"/>
                          <a:ea typeface="Noto Sans KR" panose="020B0200000000000000" pitchFamily="50" charset="-127"/>
                        </a:rPr>
                        <a:t>N/A</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cap="flat" cmpd="sng" algn="ctr">
                      <a:solidFill>
                        <a:srgbClr val="B1B3B3"/>
                      </a:solidFill>
                      <a:prstDash val="solid"/>
                      <a:round/>
                      <a:headEnd type="none" w="med" len="med"/>
                      <a:tailEnd type="none" w="med" len="med"/>
                    </a:lnB>
                    <a:solidFill>
                      <a:srgbClr val="F4F4F4"/>
                    </a:solidFill>
                  </a:tcPr>
                </a:tc>
                <a:tc>
                  <a:txBody>
                    <a:bodyPr/>
                    <a:lstStyle/>
                    <a:p>
                      <a:pPr marL="0" indent="0" algn="l">
                        <a:buNone/>
                      </a:pPr>
                      <a:r>
                        <a:rPr lang="en-US" sz="1100" dirty="0">
                          <a:solidFill>
                            <a:srgbClr val="464B4B"/>
                          </a:solidFill>
                          <a:latin typeface="Noto Sans KR" panose="020B0200000000000000" pitchFamily="50" charset="-127"/>
                          <a:ea typeface="Noto Sans KR" panose="020B0200000000000000" pitchFamily="50" charset="-127"/>
                        </a:rPr>
                        <a:t>WTT evidence partly outstanding</a:t>
                      </a:r>
                    </a:p>
                  </a:txBody>
                  <a:tcPr marL="54864" marR="54864" marT="27432" marB="27432" anchor="ctr">
                    <a:lnL w="0">
                      <a:noFill/>
                    </a:lnL>
                    <a:lnR w="0">
                      <a:noFill/>
                    </a:lnR>
                    <a:lnT w="6350">
                      <a:solidFill>
                        <a:srgbClr val="B1B3B3"/>
                      </a:solidFill>
                    </a:lnT>
                    <a:lnB w="6350" cap="flat" cmpd="sng" algn="ctr">
                      <a:solidFill>
                        <a:srgbClr val="B1B3B3"/>
                      </a:solidFill>
                      <a:prstDash val="solid"/>
                      <a:round/>
                      <a:headEnd type="none" w="med" len="med"/>
                      <a:tailEnd type="none" w="med" len="med"/>
                    </a:lnB>
                    <a:solidFill>
                      <a:srgbClr val="F4F4F4"/>
                    </a:solidFill>
                  </a:tcPr>
                </a:tc>
                <a:extLst>
                  <a:ext uri="{0D108BD9-81ED-4DB2-BD59-A6C34878D82A}">
                    <a16:rowId xmlns:a16="http://schemas.microsoft.com/office/drawing/2014/main" val="10008"/>
                  </a:ext>
                </a:extLst>
              </a:tr>
              <a:tr h="403812">
                <a:tc>
                  <a:txBody>
                    <a:bodyPr/>
                    <a:lstStyle/>
                    <a:p>
                      <a:pPr marL="0" indent="0" algn="ctr">
                        <a:buNone/>
                      </a:pPr>
                      <a:r>
                        <a:rPr lang="en-US" sz="1100" dirty="0">
                          <a:solidFill>
                            <a:srgbClr val="464B4B"/>
                          </a:solidFill>
                          <a:latin typeface="Noto Sans KR" panose="020B0200000000000000" pitchFamily="50" charset="-127"/>
                          <a:ea typeface="Noto Sans KR" panose="020B0200000000000000" pitchFamily="50" charset="-127"/>
                        </a:rPr>
                        <a:t>Fixed assets</a:t>
                      </a: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sz="1100" dirty="0">
                          <a:solidFill>
                            <a:srgbClr val="464B4B"/>
                          </a:solidFill>
                          <a:latin typeface="Noto Sans KR" panose="020B0200000000000000" pitchFamily="50" charset="-127"/>
                          <a:ea typeface="Noto Sans KR" panose="020B0200000000000000" pitchFamily="50" charset="-127"/>
                        </a:rPr>
                        <a:t>Asset acquisition (purchase request to asset registration)</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ctr">
                        <a:buNone/>
                      </a:pPr>
                      <a:r>
                        <a:rPr lang="en-US" altLang="ko-KR" sz="1100" dirty="0">
                          <a:solidFill>
                            <a:srgbClr val="FF0000"/>
                          </a:solidFill>
                          <a:latin typeface="Noto Sans KR" panose="020B0200000000000000" pitchFamily="50" charset="-127"/>
                          <a:ea typeface="Noto Sans KR" panose="020B0200000000000000" pitchFamily="50" charset="-127"/>
                        </a:rPr>
                        <a:t>Pending</a:t>
                      </a:r>
                      <a:endParaRPr lang="ko-KR" altLang="en-US" sz="1100" dirty="0">
                        <a:solidFill>
                          <a:srgbClr val="FF0000"/>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indent="0" algn="ctr">
                        <a:buNone/>
                      </a:pPr>
                      <a:r>
                        <a:rPr lang="en-US" altLang="ko-KR" sz="1100" dirty="0">
                          <a:solidFill>
                            <a:srgbClr val="464B4B"/>
                          </a:solidFill>
                          <a:latin typeface="Noto Sans KR" panose="020B0200000000000000" pitchFamily="50" charset="-127"/>
                          <a:ea typeface="Noto Sans KR" panose="020B0200000000000000" pitchFamily="50" charset="-127"/>
                        </a:rPr>
                        <a:t>N/A</a:t>
                      </a:r>
                      <a:endParaRPr lang="ko-KR" altLang="en-US" sz="1100" dirty="0">
                        <a:solidFill>
                          <a:srgbClr val="464B4B"/>
                        </a:solidFill>
                        <a:latin typeface="Noto Sans KR" panose="020B0200000000000000" pitchFamily="50" charset="-127"/>
                        <a:ea typeface="Noto Sans KR" panose="020B0200000000000000" pitchFamily="50" charset="-127"/>
                      </a:endParaRPr>
                    </a:p>
                  </a:txBody>
                  <a:tcPr marL="54864" marR="54864" marT="27432" marB="27432" anchor="ctr">
                    <a:lnL w="0">
                      <a:noFill/>
                    </a:lnL>
                    <a:lnR w="0">
                      <a:noFill/>
                    </a:lnR>
                    <a:lnT w="6350">
                      <a:solidFill>
                        <a:srgbClr val="B1B3B3"/>
                      </a:solidFill>
                    </a:lnT>
                    <a:lnB w="6350">
                      <a:solidFill>
                        <a:srgbClr val="B1B3B3"/>
                      </a:solidFill>
                    </a:lnB>
                    <a:solidFill>
                      <a:srgbClr val="F4F4F4"/>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sz="1100" dirty="0">
                          <a:solidFill>
                            <a:srgbClr val="464B4B"/>
                          </a:solidFill>
                          <a:latin typeface="Noto Sans KR" panose="020B0200000000000000" pitchFamily="50" charset="-127"/>
                          <a:ea typeface="Noto Sans KR" panose="020B0200000000000000" pitchFamily="50" charset="-127"/>
                        </a:rPr>
                        <a:t>WTT evidence outstanding</a:t>
                      </a:r>
                    </a:p>
                  </a:txBody>
                  <a:tcPr marL="54864" marR="54864" marT="27432" marB="27432"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947575566"/>
                  </a:ext>
                </a:extLst>
              </a:tr>
            </a:tbl>
          </a:graphicData>
        </a:graphic>
      </p:graphicFrame>
    </p:spTree>
    <p:extLst>
      <p:ext uri="{BB962C8B-B14F-4D97-AF65-F5344CB8AC3E}">
        <p14:creationId xmlns:p14="http://schemas.microsoft.com/office/powerpoint/2010/main" val="42698672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3353-3227-9D17-17DE-056494B55360}"/>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Follow-up of Prior Year-end Audit Findings</a:t>
            </a:r>
          </a:p>
        </p:txBody>
      </p:sp>
      <p:sp>
        <p:nvSpPr>
          <p:cNvPr id="3" name="Text Placeholder 2">
            <a:extLst>
              <a:ext uri="{FF2B5EF4-FFF2-40B4-BE49-F238E27FC236}">
                <a16:creationId xmlns:a16="http://schemas.microsoft.com/office/drawing/2014/main" id="{34BFE6D7-3823-D11E-4CD0-2DC188FA122A}"/>
              </a:ext>
            </a:extLst>
          </p:cNvPr>
          <p:cNvSpPr>
            <a:spLocks noGrp="1"/>
          </p:cNvSpPr>
          <p:nvPr>
            <p:ph type="body" sz="quarter" idx="10"/>
          </p:nvPr>
        </p:nvSpPr>
        <p:spPr/>
        <p:txBody>
          <a:bodyPr/>
          <a:lstStyle/>
          <a:p>
            <a:pPr marL="0" indent="0">
              <a:buNone/>
            </a:pPr>
            <a:endParaRPr lang="en-GB" noProof="0" dirty="0">
              <a:latin typeface="Noto Sans KR" panose="020B0200000000000000" pitchFamily="50" charset="-127"/>
              <a:ea typeface="Noto Sans KR" panose="020B0200000000000000" pitchFamily="50" charset="-127"/>
            </a:endParaRPr>
          </a:p>
        </p:txBody>
      </p:sp>
      <p:sp>
        <p:nvSpPr>
          <p:cNvPr id="4" name="Text Placeholder 3">
            <a:extLst>
              <a:ext uri="{FF2B5EF4-FFF2-40B4-BE49-F238E27FC236}">
                <a16:creationId xmlns:a16="http://schemas.microsoft.com/office/drawing/2014/main" id="{FDE9E218-F110-DA3C-DE6D-4687D76AC90D}"/>
              </a:ext>
            </a:extLst>
          </p:cNvPr>
          <p:cNvSpPr>
            <a:spLocks noGrp="1"/>
          </p:cNvSpPr>
          <p:nvPr>
            <p:ph type="body" sz="quarter" idx="11"/>
          </p:nvPr>
        </p:nvSpPr>
        <p:spPr/>
        <p:txBody>
          <a:bodyPr/>
          <a:lstStyle/>
          <a:p>
            <a:r>
              <a:rPr lang="ko-KR" altLang="en-US" dirty="0">
                <a:latin typeface="Noto Sans KR" panose="020B0200000000000000" pitchFamily="50" charset="-127"/>
                <a:ea typeface="Noto Sans KR" panose="020B0200000000000000" pitchFamily="50" charset="-127"/>
              </a:rPr>
              <a:t>03</a:t>
            </a:r>
          </a:p>
        </p:txBody>
      </p:sp>
      <p:pic>
        <p:nvPicPr>
          <p:cNvPr id="6" name="Espace réservé pour une image  8">
            <a:extLst>
              <a:ext uri="{FF2B5EF4-FFF2-40B4-BE49-F238E27FC236}">
                <a16:creationId xmlns:a16="http://schemas.microsoft.com/office/drawing/2014/main" id="{29F1018D-5C8B-D23E-1BDA-74D91FB39EC9}"/>
              </a:ext>
            </a:extLst>
          </p:cNvPr>
          <p:cNvPicPr>
            <a:picLocks noGrp="1" noChangeAspect="1"/>
          </p:cNvPicPr>
          <p:nvPr>
            <p:ph type="pic" sz="quarter" idx="21"/>
          </p:nvPr>
        </p:nvPicPr>
        <p:blipFill>
          <a:blip r:embed="rId2">
            <a:extLst>
              <a:ext uri="{28A0092B-C50C-407E-A947-70E740481C1C}">
                <a14:useLocalDpi xmlns:a14="http://schemas.microsoft.com/office/drawing/2010/main" val="0"/>
              </a:ext>
            </a:extLst>
          </a:blip>
          <a:srcRect l="22604" r="22604"/>
          <a:stretch/>
        </p:blipFill>
        <p:spPr>
          <a:xfrm>
            <a:off x="5508625" y="0"/>
            <a:ext cx="6680200" cy="6858000"/>
          </a:xfrm>
        </p:spPr>
      </p:pic>
    </p:spTree>
    <p:extLst>
      <p:ext uri="{BB962C8B-B14F-4D97-AF65-F5344CB8AC3E}">
        <p14:creationId xmlns:p14="http://schemas.microsoft.com/office/powerpoint/2010/main" val="48876846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E82F-6E8B-BEB4-1C18-01F9DF84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9DCD-4E76-7730-5B23-D4DF5FAF320B}"/>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7B3E529F-5328-DC5D-FAB1-63A89A50A4F6}"/>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Follow-up of Prior Year-end Audit Findings</a:t>
            </a:r>
          </a:p>
        </p:txBody>
      </p:sp>
      <p:sp>
        <p:nvSpPr>
          <p:cNvPr id="4" name="Text Placeholder 3">
            <a:extLst>
              <a:ext uri="{FF2B5EF4-FFF2-40B4-BE49-F238E27FC236}">
                <a16:creationId xmlns:a16="http://schemas.microsoft.com/office/drawing/2014/main" id="{F9779939-DF27-B8B3-8AD1-3CF4A0173945}"/>
              </a:ext>
            </a:extLst>
          </p:cNvPr>
          <p:cNvSpPr>
            <a:spLocks noGrp="1"/>
          </p:cNvSpPr>
          <p:nvPr>
            <p:ph type="body" sz="quarter" idx="14"/>
          </p:nvPr>
        </p:nvSpPr>
        <p:spPr/>
        <p:txBody>
          <a:bodyPr/>
          <a:lstStyle/>
          <a:p>
            <a:r>
              <a:rPr lang="en-US" dirty="0">
                <a:latin typeface="Noto Sans KR" panose="020B0200000000000000" pitchFamily="50" charset="-127"/>
                <a:ea typeface="Noto Sans KR" panose="020B0200000000000000" pitchFamily="50" charset="-127"/>
              </a:rPr>
              <a:t>Background:</a:t>
            </a:r>
          </a:p>
        </p:txBody>
      </p:sp>
      <p:sp>
        <p:nvSpPr>
          <p:cNvPr id="6" name="Text Placeholder 5">
            <a:extLst>
              <a:ext uri="{FF2B5EF4-FFF2-40B4-BE49-F238E27FC236}">
                <a16:creationId xmlns:a16="http://schemas.microsoft.com/office/drawing/2014/main" id="{F93B12F7-0974-78C5-8F4E-DBAA82EF2891}"/>
              </a:ext>
            </a:extLst>
          </p:cNvPr>
          <p:cNvSpPr>
            <a:spLocks noGrp="1"/>
          </p:cNvSpPr>
          <p:nvPr>
            <p:ph type="body" sz="quarter" idx="16"/>
          </p:nvPr>
        </p:nvSpPr>
        <p:spPr/>
        <p:txBody>
          <a:bodyPr/>
          <a:lstStyle/>
          <a:p>
            <a:r>
              <a:rPr lang="en-US" dirty="0">
                <a:latin typeface="Noto Sans KR" panose="020B0200000000000000" pitchFamily="50" charset="-127"/>
                <a:ea typeface="Noto Sans KR" panose="020B0200000000000000" pitchFamily="50" charset="-127"/>
              </a:rPr>
              <a:t>Audit assessment:</a:t>
            </a:r>
          </a:p>
        </p:txBody>
      </p:sp>
      <p:sp>
        <p:nvSpPr>
          <p:cNvPr id="7" name="Content Placeholder 6">
            <a:extLst>
              <a:ext uri="{FF2B5EF4-FFF2-40B4-BE49-F238E27FC236}">
                <a16:creationId xmlns:a16="http://schemas.microsoft.com/office/drawing/2014/main" id="{9DA851A3-E7A5-741E-9E9C-6C2730DC0EC1}"/>
              </a:ext>
            </a:extLst>
          </p:cNvPr>
          <p:cNvSpPr>
            <a:spLocks noGrp="1"/>
          </p:cNvSpPr>
          <p:nvPr>
            <p:ph sz="quarter" idx="17"/>
          </p:nvPr>
        </p:nvSpPr>
        <p:spPr/>
        <p:txBody>
          <a:bodyPr/>
          <a:lstStyle/>
          <a:p>
            <a:pPr lvl="1"/>
            <a:r>
              <a:rPr lang="en-US" sz="1300" dirty="0">
                <a:latin typeface="Noto Sans KR" panose="020B0200000000000000" pitchFamily="50" charset="-127"/>
                <a:ea typeface="Noto Sans KR" panose="020B0200000000000000" pitchFamily="50" charset="-127"/>
              </a:rPr>
              <a:t>Of the balance carried forward from the prior year (KRW 3,545m), only KRW 645m for the employee who retired on September 30 (paid in October) is supported. The remaining KRW 2,901m has no identified participants and should be reversed.</a:t>
            </a:r>
          </a:p>
          <a:p>
            <a:pPr lvl="1"/>
            <a:r>
              <a:rPr lang="en-US" sz="1300" dirty="0">
                <a:latin typeface="Noto Sans KR" panose="020B0200000000000000" pitchFamily="50" charset="-127"/>
                <a:ea typeface="Noto Sans KR" panose="020B0200000000000000" pitchFamily="50" charset="-127"/>
              </a:rPr>
              <a:t>For the 2026 provisions, we inspected the resignation agreements of 2 employees retiring after September. Both were agreed before September 30 and meet the recognition criteria (K-GAAP Chapter 14).</a:t>
            </a:r>
          </a:p>
          <a:p>
            <a:pPr lvl="1"/>
            <a:r>
              <a:rPr lang="en-US" sz="1300" dirty="0">
                <a:latin typeface="Noto Sans KR" panose="020B0200000000000000" pitchFamily="50" charset="-127"/>
                <a:ea typeface="Noto Sans KR" panose="020B0200000000000000" pitchFamily="50" charset="-127"/>
              </a:rPr>
              <a:t>However, 4 new provisions were booked. The link between the 2 employees and the programs, and the calculation basis, should be confirmed; provisions not matched to an employee should be reversed.</a:t>
            </a:r>
            <a:endParaRPr lang="ko-KR" altLang="en-US" sz="1300" dirty="0">
              <a:latin typeface="Noto Sans KR" panose="020B0200000000000000" pitchFamily="50" charset="-127"/>
              <a:ea typeface="Noto Sans KR" panose="020B0200000000000000" pitchFamily="50" charset="-127"/>
            </a:endParaRPr>
          </a:p>
        </p:txBody>
      </p:sp>
      <p:sp>
        <p:nvSpPr>
          <p:cNvPr id="10" name="Slide Number Placeholder 9">
            <a:extLst>
              <a:ext uri="{FF2B5EF4-FFF2-40B4-BE49-F238E27FC236}">
                <a16:creationId xmlns:a16="http://schemas.microsoft.com/office/drawing/2014/main" id="{A9C99B86-8FD0-2B92-081A-A01291B8038E}"/>
              </a:ext>
            </a:extLst>
          </p:cNvPr>
          <p:cNvSpPr>
            <a:spLocks noGrp="1"/>
          </p:cNvSpPr>
          <p:nvPr>
            <p:ph type="sldNum" sz="quarter" idx="20"/>
          </p:nvPr>
        </p:nvSpPr>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8</a:t>
            </a:fld>
            <a:endParaRPr lang="en-GB"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825A1EA7-C8F5-E1F1-FC57-E4F1FE778ED1}"/>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Restructuring (Voluntary Retirement Program, VRP)</a:t>
            </a:r>
          </a:p>
        </p:txBody>
      </p:sp>
      <p:sp>
        <p:nvSpPr>
          <p:cNvPr id="8" name="내용 개체 틀 7">
            <a:extLst>
              <a:ext uri="{FF2B5EF4-FFF2-40B4-BE49-F238E27FC236}">
                <a16:creationId xmlns:a16="http://schemas.microsoft.com/office/drawing/2014/main" id="{ABF4674E-9223-31E3-9C4E-FE8C39BF3D03}"/>
              </a:ext>
            </a:extLst>
          </p:cNvPr>
          <p:cNvSpPr>
            <a:spLocks noGrp="1"/>
          </p:cNvSpPr>
          <p:nvPr>
            <p:ph sz="quarter" idx="15"/>
          </p:nvPr>
        </p:nvSpPr>
        <p:spPr>
          <a:xfrm>
            <a:off x="301752" y="2587752"/>
            <a:ext cx="5650992" cy="3314448"/>
          </a:xfrm>
        </p:spPr>
        <p:txBody>
          <a:bodyPr/>
          <a:lstStyle/>
          <a:p>
            <a:pPr lvl="1"/>
            <a:r>
              <a:rPr lang="en-US" sz="1300" dirty="0">
                <a:latin typeface="Noto Sans KR" panose="020B0200000000000000" pitchFamily="50" charset="-127"/>
                <a:ea typeface="Noto Sans KR" panose="020B0200000000000000" pitchFamily="50" charset="-127"/>
              </a:rPr>
              <a:t>At FY2025 year-end, a restructuring provision of KRW 17.0bn was recognised (KRW 9.0bn for the 19 employees who retired on December 31, 2025). The program was expected to continue into 2026 (29 participants planned).</a:t>
            </a:r>
            <a:endParaRPr lang="en-US" altLang="ko-KR" sz="1300" dirty="0">
              <a:latin typeface="Noto Sans KR" panose="020B0200000000000000" pitchFamily="50" charset="-127"/>
              <a:ea typeface="Noto Sans KR" panose="020B0200000000000000" pitchFamily="50" charset="-127"/>
            </a:endParaRPr>
          </a:p>
          <a:p>
            <a:pPr lvl="1"/>
            <a:r>
              <a:rPr lang="en-US" sz="1300" dirty="0">
                <a:latin typeface="Noto Sans KR" panose="020B0200000000000000" pitchFamily="50" charset="-127"/>
                <a:ea typeface="Noto Sans KR" panose="020B0200000000000000" pitchFamily="50" charset="-127"/>
              </a:rPr>
              <a:t>Movements in the restructuring provision during 2026:</a:t>
            </a:r>
            <a:endParaRPr lang="ko-KR" altLang="en-US" sz="1300" dirty="0">
              <a:latin typeface="Noto Sans KR" panose="020B0200000000000000" pitchFamily="50" charset="-127"/>
              <a:ea typeface="Noto Sans KR" panose="020B0200000000000000" pitchFamily="50" charset="-127"/>
            </a:endParaRPr>
          </a:p>
        </p:txBody>
      </p:sp>
      <p:graphicFrame>
        <p:nvGraphicFramePr>
          <p:cNvPr id="90" name="Table 90"/>
          <p:cNvGraphicFramePr>
            <a:graphicFrameLocks noGrp="1"/>
          </p:cNvGraphicFramePr>
          <p:nvPr>
            <p:extLst>
              <p:ext uri="{D42A27DB-BD31-4B8C-83A1-F6EECF244321}">
                <p14:modId xmlns:p14="http://schemas.microsoft.com/office/powerpoint/2010/main" val="3592816847"/>
              </p:ext>
            </p:extLst>
          </p:nvPr>
        </p:nvGraphicFramePr>
        <p:xfrm>
          <a:off x="658888" y="3840480"/>
          <a:ext cx="5289548" cy="1975104"/>
        </p:xfrm>
        <a:graphic>
          <a:graphicData uri="http://schemas.openxmlformats.org/drawingml/2006/table">
            <a:tbl>
              <a:tblPr firstRow="1" bandRow="1"/>
              <a:tblGrid>
                <a:gridCol w="1833103">
                  <a:extLst>
                    <a:ext uri="{9D8B030D-6E8A-4147-A177-3AD203B41FA5}">
                      <a16:colId xmlns:a16="http://schemas.microsoft.com/office/drawing/2014/main" val="20000"/>
                    </a:ext>
                  </a:extLst>
                </a:gridCol>
                <a:gridCol w="691289">
                  <a:extLst>
                    <a:ext uri="{9D8B030D-6E8A-4147-A177-3AD203B41FA5}">
                      <a16:colId xmlns:a16="http://schemas.microsoft.com/office/drawing/2014/main" val="20001"/>
                    </a:ext>
                  </a:extLst>
                </a:gridCol>
                <a:gridCol w="691289">
                  <a:extLst>
                    <a:ext uri="{9D8B030D-6E8A-4147-A177-3AD203B41FA5}">
                      <a16:colId xmlns:a16="http://schemas.microsoft.com/office/drawing/2014/main" val="20002"/>
                    </a:ext>
                  </a:extLst>
                </a:gridCol>
                <a:gridCol w="691289">
                  <a:extLst>
                    <a:ext uri="{9D8B030D-6E8A-4147-A177-3AD203B41FA5}">
                      <a16:colId xmlns:a16="http://schemas.microsoft.com/office/drawing/2014/main" val="20003"/>
                    </a:ext>
                  </a:extLst>
                </a:gridCol>
                <a:gridCol w="691289">
                  <a:extLst>
                    <a:ext uri="{9D8B030D-6E8A-4147-A177-3AD203B41FA5}">
                      <a16:colId xmlns:a16="http://schemas.microsoft.com/office/drawing/2014/main" val="20004"/>
                    </a:ext>
                  </a:extLst>
                </a:gridCol>
                <a:gridCol w="691289">
                  <a:extLst>
                    <a:ext uri="{9D8B030D-6E8A-4147-A177-3AD203B41FA5}">
                      <a16:colId xmlns:a16="http://schemas.microsoft.com/office/drawing/2014/main" val="20005"/>
                    </a:ext>
                  </a:extLst>
                </a:gridCol>
              </a:tblGrid>
              <a:tr h="246888">
                <a:tc>
                  <a:txBody>
                    <a:bodyPr/>
                    <a:lstStyle/>
                    <a:p>
                      <a:pPr marL="0" indent="0" algn="ctr">
                        <a:buNone/>
                      </a:pPr>
                      <a:r>
                        <a:rPr lang="en-US" sz="1000" b="1" dirty="0">
                          <a:solidFill>
                            <a:srgbClr val="FFFFFF"/>
                          </a:solidFill>
                          <a:latin typeface="Noto Sans KR" panose="020B0200000000000000" pitchFamily="50" charset="-127"/>
                          <a:ea typeface="Noto Sans KR" panose="020B0200000000000000" pitchFamily="50" charset="-127"/>
                        </a:rPr>
                        <a:t>Movement (KRW m)</a:t>
                      </a:r>
                    </a:p>
                  </a:txBody>
                  <a:tcPr marL="45720" marR="45720" marT="18288" marB="18288"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1000" b="1" dirty="0">
                          <a:solidFill>
                            <a:srgbClr val="FFFFFF"/>
                          </a:solidFill>
                          <a:latin typeface="Noto Sans KR" panose="020B0200000000000000" pitchFamily="50" charset="-127"/>
                          <a:ea typeface="Noto Sans KR" panose="020B0200000000000000" pitchFamily="50" charset="-127"/>
                        </a:rPr>
                        <a:t>Opening</a:t>
                      </a:r>
                    </a:p>
                  </a:txBody>
                  <a:tcPr marL="45720" marR="45720" marT="18288" marB="18288"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1000" b="1" dirty="0">
                          <a:solidFill>
                            <a:srgbClr val="FFFFFF"/>
                          </a:solidFill>
                          <a:latin typeface="Noto Sans KR" panose="020B0200000000000000" pitchFamily="50" charset="-127"/>
                          <a:ea typeface="Noto Sans KR" panose="020B0200000000000000" pitchFamily="50" charset="-127"/>
                        </a:rPr>
                        <a:t>Charge</a:t>
                      </a:r>
                    </a:p>
                  </a:txBody>
                  <a:tcPr marL="45720" marR="45720" marT="18288" marB="18288"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1000" b="1" dirty="0">
                          <a:solidFill>
                            <a:srgbClr val="FFFFFF"/>
                          </a:solidFill>
                          <a:latin typeface="Noto Sans KR" panose="020B0200000000000000" pitchFamily="50" charset="-127"/>
                          <a:ea typeface="Noto Sans KR" panose="020B0200000000000000" pitchFamily="50" charset="-127"/>
                        </a:rPr>
                        <a:t>Release</a:t>
                      </a:r>
                    </a:p>
                  </a:txBody>
                  <a:tcPr marL="45720" marR="45720" marT="18288" marB="18288"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1000" b="1" dirty="0">
                          <a:solidFill>
                            <a:srgbClr val="FFFFFF"/>
                          </a:solidFill>
                          <a:latin typeface="Noto Sans KR" panose="020B0200000000000000" pitchFamily="50" charset="-127"/>
                          <a:ea typeface="Noto Sans KR" panose="020B0200000000000000" pitchFamily="50" charset="-127"/>
                        </a:rPr>
                        <a:t>Used</a:t>
                      </a:r>
                    </a:p>
                  </a:txBody>
                  <a:tcPr marL="45720" marR="45720" marT="18288" marB="18288"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1000" b="1" dirty="0">
                          <a:solidFill>
                            <a:srgbClr val="FFFFFF"/>
                          </a:solidFill>
                          <a:latin typeface="Noto Sans KR" panose="020B0200000000000000" pitchFamily="50" charset="-127"/>
                          <a:ea typeface="Noto Sans KR" panose="020B0200000000000000" pitchFamily="50" charset="-127"/>
                        </a:rPr>
                        <a:t>Sep-26</a:t>
                      </a:r>
                    </a:p>
                  </a:txBody>
                  <a:tcPr marL="45720" marR="45720" marT="18288" marB="18288" anchor="ctr">
                    <a:lnL w="0">
                      <a:noFill/>
                    </a:lnL>
                    <a:lnR w="0">
                      <a:noFill/>
                    </a:lnR>
                    <a:lnT w="6350">
                      <a:solidFill>
                        <a:srgbClr val="B1B3B3"/>
                      </a:solidFill>
                    </a:lnT>
                    <a:lnB w="6350">
                      <a:solidFill>
                        <a:srgbClr val="B1B3B3"/>
                      </a:solidFill>
                    </a:lnB>
                    <a:solidFill>
                      <a:srgbClr val="0072CE"/>
                    </a:solidFill>
                  </a:tcPr>
                </a:tc>
                <a:extLst>
                  <a:ext uri="{0D108BD9-81ED-4DB2-BD59-A6C34878D82A}">
                    <a16:rowId xmlns:a16="http://schemas.microsoft.com/office/drawing/2014/main" val="10000"/>
                  </a:ext>
                </a:extLst>
              </a:tr>
              <a:tr h="246888">
                <a:tc>
                  <a:txBody>
                    <a:bodyPr/>
                    <a:lstStyle/>
                    <a:p>
                      <a:pPr marL="0" indent="0" algn="l">
                        <a:buNone/>
                      </a:pPr>
                      <a:r>
                        <a:rPr lang="en-US" sz="1000" dirty="0">
                          <a:latin typeface="Noto Sans KR" panose="020B0200000000000000" pitchFamily="50" charset="-127"/>
                          <a:ea typeface="Noto Sans KR" panose="020B0200000000000000" pitchFamily="50" charset="-127"/>
                        </a:rPr>
                        <a:t>Prior-year programs ('25 Drive 2 etc.)</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16,996</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(2,352)</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(11,099)</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3,545</a:t>
                      </a:r>
                    </a:p>
                  </a:txBody>
                  <a:tcPr marL="45720" marR="45720" marT="18288" marB="18288"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1"/>
                  </a:ext>
                </a:extLst>
              </a:tr>
              <a:tr h="246888">
                <a:tc>
                  <a:txBody>
                    <a:bodyPr/>
                    <a:lstStyle/>
                    <a:p>
                      <a:pPr marL="0" indent="0" algn="l">
                        <a:buNone/>
                      </a:pPr>
                      <a:r>
                        <a:rPr lang="ko-KR" altLang="en-US" sz="1000" dirty="0">
                          <a:latin typeface="Noto Sans KR" panose="020B0200000000000000" pitchFamily="50" charset="-127"/>
                          <a:ea typeface="Noto Sans KR" panose="020B0200000000000000" pitchFamily="50" charset="-127"/>
                        </a:rPr>
                        <a:t>'26 Fit for purpose</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587</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(587)</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extLst>
                  <a:ext uri="{0D108BD9-81ED-4DB2-BD59-A6C34878D82A}">
                    <a16:rowId xmlns:a16="http://schemas.microsoft.com/office/drawing/2014/main" val="10003"/>
                  </a:ext>
                </a:extLst>
              </a:tr>
              <a:tr h="246888">
                <a:tc>
                  <a:txBody>
                    <a:bodyPr/>
                    <a:lstStyle/>
                    <a:p>
                      <a:pPr marL="0" indent="0" algn="l">
                        <a:buNone/>
                      </a:pPr>
                      <a:r>
                        <a:rPr lang="ko-KR" altLang="en-US" sz="1000" dirty="0">
                          <a:latin typeface="Noto Sans KR" panose="020B0200000000000000" pitchFamily="50" charset="-127"/>
                          <a:ea typeface="Noto Sans KR" panose="020B0200000000000000" pitchFamily="50" charset="-127"/>
                        </a:rPr>
                        <a:t>'26 Key market</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390</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390</a:t>
                      </a:r>
                    </a:p>
                  </a:txBody>
                  <a:tcPr marL="45720" marR="45720" marT="18288" marB="18288" anchor="ctr">
                    <a:lnL w="0">
                      <a:noFill/>
                    </a:lnL>
                    <a:lnR w="0">
                      <a:noFill/>
                    </a:lnR>
                    <a:lnT w="6350" cap="flat" cmpd="sng" algn="ctr">
                      <a:solidFill>
                        <a:srgbClr val="B1B3B3"/>
                      </a:solidFill>
                      <a:prstDash val="solid"/>
                      <a:round/>
                      <a:headEnd type="none" w="med" len="med"/>
                      <a:tailEnd type="none" w="med" len="med"/>
                    </a:lnT>
                    <a:lnB w="6350">
                      <a:solidFill>
                        <a:srgbClr val="B1B3B3"/>
                      </a:solidFill>
                    </a:lnB>
                    <a:noFill/>
                  </a:tcPr>
                </a:tc>
                <a:extLst>
                  <a:ext uri="{0D108BD9-81ED-4DB2-BD59-A6C34878D82A}">
                    <a16:rowId xmlns:a16="http://schemas.microsoft.com/office/drawing/2014/main" val="10003"/>
                  </a:ext>
                </a:extLst>
              </a:tr>
              <a:tr h="246888">
                <a:tc>
                  <a:txBody>
                    <a:bodyPr/>
                    <a:lstStyle/>
                    <a:p>
                      <a:pPr marL="0" indent="0" algn="l">
                        <a:buNone/>
                      </a:pPr>
                      <a:r>
                        <a:rPr lang="ko-KR" altLang="en-US" sz="1000" dirty="0">
                          <a:latin typeface="Noto Sans KR" panose="020B0200000000000000" pitchFamily="50" charset="-127"/>
                          <a:ea typeface="Noto Sans KR" panose="020B0200000000000000" pitchFamily="50" charset="-127"/>
                        </a:rPr>
                        <a:t>'26 </a:t>
                      </a:r>
                      <a:r>
                        <a:rPr lang="ko-KR" altLang="en-US" sz="1000" dirty="0" err="1">
                          <a:latin typeface="Noto Sans KR" panose="020B0200000000000000" pitchFamily="50" charset="-127"/>
                          <a:ea typeface="Noto Sans KR" panose="020B0200000000000000" pitchFamily="50" charset="-127"/>
                        </a:rPr>
                        <a:t>Procurement</a:t>
                      </a:r>
                      <a:r>
                        <a:rPr lang="ko-KR" altLang="en-US" sz="1000" dirty="0">
                          <a:latin typeface="Noto Sans KR" panose="020B0200000000000000" pitchFamily="50" charset="-127"/>
                          <a:ea typeface="Noto Sans KR" panose="020B0200000000000000" pitchFamily="50" charset="-127"/>
                        </a:rPr>
                        <a:t> </a:t>
                      </a:r>
                      <a:r>
                        <a:rPr lang="ko-KR" altLang="en-US" sz="1000" dirty="0" err="1">
                          <a:latin typeface="Noto Sans KR" panose="020B0200000000000000" pitchFamily="50" charset="-127"/>
                          <a:ea typeface="Noto Sans KR" panose="020B0200000000000000" pitchFamily="50" charset="-127"/>
                        </a:rPr>
                        <a:t>transformation</a:t>
                      </a:r>
                      <a:endParaRPr lang="ko-KR" altLang="en-US" sz="1000" dirty="0">
                        <a:latin typeface="Noto Sans KR" panose="020B0200000000000000" pitchFamily="50" charset="-127"/>
                        <a:ea typeface="Noto Sans KR" panose="020B0200000000000000" pitchFamily="50" charset="-127"/>
                      </a:endParaRP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294</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294</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0004"/>
                  </a:ext>
                </a:extLst>
              </a:tr>
              <a:tr h="246888">
                <a:tc>
                  <a:txBody>
                    <a:bodyPr/>
                    <a:lstStyle/>
                    <a:p>
                      <a:pPr marL="0" indent="0" algn="l">
                        <a:buNone/>
                      </a:pPr>
                      <a:r>
                        <a:rPr lang="ko-KR" altLang="en-US" sz="1000" dirty="0">
                          <a:latin typeface="Noto Sans KR" panose="020B0200000000000000" pitchFamily="50" charset="-127"/>
                          <a:ea typeface="Noto Sans KR" panose="020B0200000000000000" pitchFamily="50" charset="-127"/>
                        </a:rPr>
                        <a:t>'26 DD&amp;O footprint</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249</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no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249</a:t>
                      </a:r>
                    </a:p>
                  </a:txBody>
                  <a:tcPr marL="45720" marR="45720" marT="18288" marB="18288"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5"/>
                  </a:ext>
                </a:extLst>
              </a:tr>
              <a:tr h="246888">
                <a:tc>
                  <a:txBody>
                    <a:bodyPr/>
                    <a:lstStyle/>
                    <a:p>
                      <a:pPr marL="0" indent="0" algn="l">
                        <a:buNone/>
                      </a:pPr>
                      <a:r>
                        <a:rPr lang="en-US" sz="1000" dirty="0">
                          <a:latin typeface="Noto Sans KR" panose="020B0200000000000000" pitchFamily="50" charset="-127"/>
                          <a:ea typeface="Noto Sans KR" panose="020B0200000000000000" pitchFamily="50" charset="-127"/>
                        </a:rPr>
                        <a:t>'26 Argos (additional)</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37</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tc>
                  <a:txBody>
                    <a:bodyPr/>
                    <a:lstStyle/>
                    <a:p>
                      <a:pPr marL="0" indent="0" algn="r">
                        <a:buNone/>
                      </a:pPr>
                      <a:r>
                        <a:rPr lang="ko-KR" altLang="en-US" sz="1000" dirty="0">
                          <a:latin typeface="Noto Sans KR" panose="020B0200000000000000" pitchFamily="50" charset="-127"/>
                          <a:ea typeface="Noto Sans KR" panose="020B0200000000000000" pitchFamily="50" charset="-127"/>
                        </a:rPr>
                        <a:t>37</a:t>
                      </a:r>
                    </a:p>
                  </a:txBody>
                  <a:tcPr marL="45720" marR="45720" marT="18288" marB="18288"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0006"/>
                  </a:ext>
                </a:extLst>
              </a:tr>
              <a:tr h="246888">
                <a:tc>
                  <a:txBody>
                    <a:bodyPr/>
                    <a:lstStyle/>
                    <a:p>
                      <a:pPr marL="0" indent="0" algn="l">
                        <a:buNone/>
                      </a:pPr>
                      <a:r>
                        <a:rPr lang="en-US" sz="1000" b="1" dirty="0">
                          <a:latin typeface="Noto Sans KR" panose="020B0200000000000000" pitchFamily="50" charset="-127"/>
                          <a:ea typeface="Noto Sans KR" panose="020B0200000000000000" pitchFamily="50" charset="-127"/>
                        </a:rPr>
                        <a:t>Total</a:t>
                      </a:r>
                    </a:p>
                  </a:txBody>
                  <a:tcPr marL="45720" marR="45720" marT="18288" marB="18288" anchor="ctr">
                    <a:lnL w="0">
                      <a:noFill/>
                    </a:lnL>
                    <a:lnR w="0">
                      <a:noFill/>
                    </a:lnR>
                    <a:lnT w="6350">
                      <a:solidFill>
                        <a:srgbClr val="B1B3B3"/>
                      </a:solidFill>
                    </a:lnT>
                    <a:lnB w="6350">
                      <a:solidFill>
                        <a:srgbClr val="B1B3B3"/>
                      </a:solidFill>
                    </a:lnB>
                    <a:solidFill>
                      <a:srgbClr val="DCE9F7"/>
                    </a:solidFill>
                  </a:tcPr>
                </a:tc>
                <a:tc>
                  <a:txBody>
                    <a:bodyPr/>
                    <a:lstStyle/>
                    <a:p>
                      <a:pPr marL="0" indent="0" algn="r">
                        <a:buNone/>
                      </a:pPr>
                      <a:r>
                        <a:rPr lang="ko-KR" altLang="en-US" sz="1000" b="1" dirty="0">
                          <a:latin typeface="Noto Sans KR" panose="020B0200000000000000" pitchFamily="50" charset="-127"/>
                          <a:ea typeface="Noto Sans KR" panose="020B0200000000000000" pitchFamily="50" charset="-127"/>
                        </a:rPr>
                        <a:t>16,996</a:t>
                      </a:r>
                    </a:p>
                  </a:txBody>
                  <a:tcPr marL="45720" marR="45720" marT="18288" marB="18288" anchor="ctr">
                    <a:lnL w="0">
                      <a:noFill/>
                    </a:lnL>
                    <a:lnR w="0">
                      <a:noFill/>
                    </a:lnR>
                    <a:lnT w="6350">
                      <a:solidFill>
                        <a:srgbClr val="B1B3B3"/>
                      </a:solidFill>
                    </a:lnT>
                    <a:lnB w="6350">
                      <a:solidFill>
                        <a:srgbClr val="B1B3B3"/>
                      </a:solidFill>
                    </a:lnB>
                    <a:solidFill>
                      <a:srgbClr val="DCE9F7"/>
                    </a:solidFill>
                  </a:tcPr>
                </a:tc>
                <a:tc>
                  <a:txBody>
                    <a:bodyPr/>
                    <a:lstStyle/>
                    <a:p>
                      <a:pPr marL="0" indent="0" algn="r">
                        <a:buNone/>
                      </a:pPr>
                      <a:r>
                        <a:rPr lang="ko-KR" altLang="en-US" sz="1000" b="1" dirty="0">
                          <a:latin typeface="Noto Sans KR" panose="020B0200000000000000" pitchFamily="50" charset="-127"/>
                          <a:ea typeface="Noto Sans KR" panose="020B0200000000000000" pitchFamily="50" charset="-127"/>
                        </a:rPr>
                        <a:t>1,557</a:t>
                      </a:r>
                    </a:p>
                  </a:txBody>
                  <a:tcPr marL="45720" marR="45720" marT="18288" marB="18288" anchor="ctr">
                    <a:lnL w="0">
                      <a:noFill/>
                    </a:lnL>
                    <a:lnR w="0">
                      <a:noFill/>
                    </a:lnR>
                    <a:lnT w="6350">
                      <a:solidFill>
                        <a:srgbClr val="B1B3B3"/>
                      </a:solidFill>
                    </a:lnT>
                    <a:lnB w="6350">
                      <a:solidFill>
                        <a:srgbClr val="B1B3B3"/>
                      </a:solidFill>
                    </a:lnB>
                    <a:solidFill>
                      <a:srgbClr val="DCE9F7"/>
                    </a:solidFill>
                  </a:tcPr>
                </a:tc>
                <a:tc>
                  <a:txBody>
                    <a:bodyPr/>
                    <a:lstStyle/>
                    <a:p>
                      <a:pPr marL="0" indent="0" algn="r">
                        <a:buNone/>
                      </a:pPr>
                      <a:r>
                        <a:rPr lang="ko-KR" altLang="en-US" sz="1000" b="1" dirty="0">
                          <a:latin typeface="Noto Sans KR" panose="020B0200000000000000" pitchFamily="50" charset="-127"/>
                          <a:ea typeface="Noto Sans KR" panose="020B0200000000000000" pitchFamily="50" charset="-127"/>
                        </a:rPr>
                        <a:t>(2,939)</a:t>
                      </a:r>
                    </a:p>
                  </a:txBody>
                  <a:tcPr marL="45720" marR="45720" marT="18288" marB="18288" anchor="ctr">
                    <a:lnL w="0">
                      <a:noFill/>
                    </a:lnL>
                    <a:lnR w="0">
                      <a:noFill/>
                    </a:lnR>
                    <a:lnT w="6350">
                      <a:solidFill>
                        <a:srgbClr val="B1B3B3"/>
                      </a:solidFill>
                    </a:lnT>
                    <a:lnB w="6350">
                      <a:solidFill>
                        <a:srgbClr val="B1B3B3"/>
                      </a:solidFill>
                    </a:lnB>
                    <a:solidFill>
                      <a:srgbClr val="DCE9F7"/>
                    </a:solidFill>
                  </a:tcPr>
                </a:tc>
                <a:tc>
                  <a:txBody>
                    <a:bodyPr/>
                    <a:lstStyle/>
                    <a:p>
                      <a:pPr marL="0" indent="0" algn="r">
                        <a:buNone/>
                      </a:pPr>
                      <a:r>
                        <a:rPr lang="ko-KR" altLang="en-US" sz="1000" b="1" dirty="0">
                          <a:latin typeface="Noto Sans KR" panose="020B0200000000000000" pitchFamily="50" charset="-127"/>
                          <a:ea typeface="Noto Sans KR" panose="020B0200000000000000" pitchFamily="50" charset="-127"/>
                        </a:rPr>
                        <a:t>(11,099)</a:t>
                      </a:r>
                    </a:p>
                  </a:txBody>
                  <a:tcPr marL="45720" marR="45720" marT="18288" marB="18288" anchor="ctr">
                    <a:lnL w="0">
                      <a:noFill/>
                    </a:lnL>
                    <a:lnR w="0">
                      <a:noFill/>
                    </a:lnR>
                    <a:lnT w="6350">
                      <a:solidFill>
                        <a:srgbClr val="B1B3B3"/>
                      </a:solidFill>
                    </a:lnT>
                    <a:lnB w="6350">
                      <a:solidFill>
                        <a:srgbClr val="B1B3B3"/>
                      </a:solidFill>
                    </a:lnB>
                    <a:solidFill>
                      <a:srgbClr val="DCE9F7"/>
                    </a:solidFill>
                  </a:tcPr>
                </a:tc>
                <a:tc>
                  <a:txBody>
                    <a:bodyPr/>
                    <a:lstStyle/>
                    <a:p>
                      <a:pPr marL="0" indent="0" algn="r">
                        <a:buNone/>
                      </a:pPr>
                      <a:r>
                        <a:rPr lang="ko-KR" altLang="en-US" sz="1000" b="1" dirty="0">
                          <a:latin typeface="Noto Sans KR" panose="020B0200000000000000" pitchFamily="50" charset="-127"/>
                          <a:ea typeface="Noto Sans KR" panose="020B0200000000000000" pitchFamily="50" charset="-127"/>
                        </a:rPr>
                        <a:t>4,515</a:t>
                      </a:r>
                    </a:p>
                  </a:txBody>
                  <a:tcPr marL="45720" marR="45720" marT="18288" marB="18288" anchor="ctr">
                    <a:lnL w="0">
                      <a:noFill/>
                    </a:lnL>
                    <a:lnR w="0">
                      <a:noFill/>
                    </a:lnR>
                    <a:lnT w="6350">
                      <a:solidFill>
                        <a:srgbClr val="B1B3B3"/>
                      </a:solidFill>
                    </a:lnT>
                    <a:lnB w="6350">
                      <a:solidFill>
                        <a:srgbClr val="B1B3B3"/>
                      </a:solidFill>
                    </a:lnB>
                    <a:solidFill>
                      <a:srgbClr val="DCE9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1494015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E82F-6E8B-BEB4-1C18-01F9DF84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9DCD-4E76-7730-5B23-D4DF5FAF320B}"/>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7B3E529F-5328-DC5D-FAB1-63A89A50A4F6}"/>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Follow-up of Prior Year-end Audit Findings</a:t>
            </a:r>
          </a:p>
        </p:txBody>
      </p:sp>
      <p:sp>
        <p:nvSpPr>
          <p:cNvPr id="4" name="Text Placeholder 3">
            <a:extLst>
              <a:ext uri="{FF2B5EF4-FFF2-40B4-BE49-F238E27FC236}">
                <a16:creationId xmlns:a16="http://schemas.microsoft.com/office/drawing/2014/main" id="{F9779939-DF27-B8B3-8AD1-3CF4A0173945}"/>
              </a:ext>
            </a:extLst>
          </p:cNvPr>
          <p:cNvSpPr>
            <a:spLocks noGrp="1"/>
          </p:cNvSpPr>
          <p:nvPr>
            <p:ph type="body" sz="quarter" idx="14"/>
          </p:nvPr>
        </p:nvSpPr>
        <p:spPr/>
        <p:txBody>
          <a:bodyPr/>
          <a:lstStyle/>
          <a:p>
            <a:r>
              <a:rPr lang="en-US" dirty="0">
                <a:latin typeface="Noto Sans KR" panose="020B0200000000000000" pitchFamily="50" charset="-127"/>
                <a:ea typeface="Noto Sans KR" panose="020B0200000000000000" pitchFamily="50" charset="-127"/>
              </a:rPr>
              <a:t>Background:</a:t>
            </a:r>
          </a:p>
        </p:txBody>
      </p:sp>
      <p:sp>
        <p:nvSpPr>
          <p:cNvPr id="6" name="Text Placeholder 5">
            <a:extLst>
              <a:ext uri="{FF2B5EF4-FFF2-40B4-BE49-F238E27FC236}">
                <a16:creationId xmlns:a16="http://schemas.microsoft.com/office/drawing/2014/main" id="{F93B12F7-0974-78C5-8F4E-DBAA82EF2891}"/>
              </a:ext>
            </a:extLst>
          </p:cNvPr>
          <p:cNvSpPr>
            <a:spLocks noGrp="1"/>
          </p:cNvSpPr>
          <p:nvPr>
            <p:ph type="body" sz="quarter" idx="16"/>
          </p:nvPr>
        </p:nvSpPr>
        <p:spPr/>
        <p:txBody>
          <a:bodyPr/>
          <a:lstStyle/>
          <a:p>
            <a:r>
              <a:rPr lang="en-US" dirty="0">
                <a:latin typeface="Noto Sans KR" panose="020B0200000000000000" pitchFamily="50" charset="-127"/>
                <a:ea typeface="Noto Sans KR" panose="020B0200000000000000" pitchFamily="50" charset="-127"/>
              </a:rPr>
              <a:t>Audit assessment:</a:t>
            </a:r>
          </a:p>
        </p:txBody>
      </p:sp>
      <p:sp>
        <p:nvSpPr>
          <p:cNvPr id="7" name="Content Placeholder 6">
            <a:extLst>
              <a:ext uri="{FF2B5EF4-FFF2-40B4-BE49-F238E27FC236}">
                <a16:creationId xmlns:a16="http://schemas.microsoft.com/office/drawing/2014/main" id="{9DA851A3-E7A5-741E-9E9C-6C2730DC0EC1}"/>
              </a:ext>
            </a:extLst>
          </p:cNvPr>
          <p:cNvSpPr>
            <a:spLocks noGrp="1"/>
          </p:cNvSpPr>
          <p:nvPr>
            <p:ph sz="quarter" idx="17"/>
          </p:nvPr>
        </p:nvSpPr>
        <p:spPr/>
        <p:txBody>
          <a:bodyPr/>
          <a:lstStyle/>
          <a:p>
            <a:pPr lvl="1"/>
            <a:r>
              <a:rPr lang="en-US" sz="1300" dirty="0">
                <a:latin typeface="Noto Sans KR" panose="020B0200000000000000" pitchFamily="50" charset="-127"/>
                <a:ea typeface="Noto Sans KR" panose="020B0200000000000000" pitchFamily="50" charset="-127"/>
              </a:rPr>
              <a:t>The extension is again a change in accounting estimate (K-GAAP Chapter 5). The remaining carrying amounts of the restoration asset and leasehold improvements should be depreciated prospectively to May 2027 (period of use).</a:t>
            </a:r>
          </a:p>
          <a:p>
            <a:pPr lvl="1"/>
            <a:r>
              <a:rPr lang="en-US" sz="1300" dirty="0">
                <a:latin typeface="Noto Sans KR" panose="020B0200000000000000" pitchFamily="50" charset="-127"/>
                <a:ea typeface="Noto Sans KR" panose="020B0200000000000000" pitchFamily="50" charset="-127"/>
              </a:rPr>
              <a:t>The restoration provision should be remeasured on the basis of restoration works. The previous estimate (3,780.6㎡ × KRW 242,000 = KRW 915m, discount rate 2%, timing December 2026) should be updated to the latest quote and the new timing (May 2027). The discounting effect of the delay is immaterial (about KRW 9m).</a:t>
            </a:r>
            <a:endParaRPr lang="ko-KR" altLang="en-US" sz="1300" dirty="0">
              <a:latin typeface="Noto Sans KR" panose="020B0200000000000000" pitchFamily="50" charset="-127"/>
              <a:ea typeface="Noto Sans KR" panose="020B0200000000000000" pitchFamily="50" charset="-127"/>
            </a:endParaRPr>
          </a:p>
          <a:p>
            <a:pPr lvl="1"/>
            <a:r>
              <a:rPr lang="en-US" sz="1300" dirty="0">
                <a:latin typeface="Noto Sans KR" panose="020B0200000000000000" pitchFamily="50" charset="-127"/>
                <a:ea typeface="Noto Sans KR" panose="020B0200000000000000" pitchFamily="50" charset="-127"/>
              </a:rPr>
              <a:t>The deposit is refundable within one year and should be reclassified to current deposits (KRW 1,181m).</a:t>
            </a:r>
          </a:p>
          <a:p>
            <a:pPr lvl="1"/>
            <a:r>
              <a:rPr lang="en-US" sz="1300" dirty="0">
                <a:latin typeface="Noto Sans KR" panose="020B0200000000000000" pitchFamily="50" charset="-127"/>
                <a:ea typeface="Noto Sans KR" panose="020B0200000000000000" pitchFamily="50" charset="-127"/>
              </a:rPr>
              <a:t>Request: latest restoration works quote and revised depreciation schedule.</a:t>
            </a:r>
          </a:p>
        </p:txBody>
      </p:sp>
      <p:sp>
        <p:nvSpPr>
          <p:cNvPr id="10" name="Slide Number Placeholder 9">
            <a:extLst>
              <a:ext uri="{FF2B5EF4-FFF2-40B4-BE49-F238E27FC236}">
                <a16:creationId xmlns:a16="http://schemas.microsoft.com/office/drawing/2014/main" id="{A9C99B86-8FD0-2B92-081A-A01291B8038E}"/>
              </a:ext>
            </a:extLst>
          </p:cNvPr>
          <p:cNvSpPr>
            <a:spLocks noGrp="1"/>
          </p:cNvSpPr>
          <p:nvPr>
            <p:ph type="sldNum" sz="quarter" idx="20"/>
          </p:nvPr>
        </p:nvSpPr>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9</a:t>
            </a:fld>
            <a:endParaRPr lang="en-GB"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825A1EA7-C8F5-E1F1-FC57-E4F1FE778ED1}"/>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Banpo Office Lease – Useful Life, Restoration Provision and Deposit</a:t>
            </a:r>
          </a:p>
        </p:txBody>
      </p:sp>
      <p:sp>
        <p:nvSpPr>
          <p:cNvPr id="8" name="내용 개체 틀 7">
            <a:extLst>
              <a:ext uri="{FF2B5EF4-FFF2-40B4-BE49-F238E27FC236}">
                <a16:creationId xmlns:a16="http://schemas.microsoft.com/office/drawing/2014/main" id="{ABF4674E-9223-31E3-9C4E-FE8C39BF3D03}"/>
              </a:ext>
            </a:extLst>
          </p:cNvPr>
          <p:cNvSpPr>
            <a:spLocks noGrp="1"/>
          </p:cNvSpPr>
          <p:nvPr>
            <p:ph sz="quarter" idx="15"/>
          </p:nvPr>
        </p:nvSpPr>
        <p:spPr/>
        <p:txBody>
          <a:bodyPr/>
          <a:lstStyle/>
          <a:p>
            <a:pPr lvl="1"/>
            <a:r>
              <a:rPr lang="en-US" sz="1300" dirty="0">
                <a:latin typeface="Noto Sans KR" panose="020B0200000000000000" pitchFamily="50" charset="-127"/>
                <a:ea typeface="Noto Sans KR" panose="020B0200000000000000" pitchFamily="50" charset="-127"/>
              </a:rPr>
              <a:t>In FY2025, the useful life of the Banpo leasehold improvements was shortened to the remaining lease term (to November 2026), adding KRW 340m of depreciation.</a:t>
            </a:r>
          </a:p>
          <a:p>
            <a:pPr lvl="1"/>
            <a:r>
              <a:rPr lang="en-US" sz="1300" dirty="0">
                <a:latin typeface="Noto Sans KR" panose="020B0200000000000000" pitchFamily="50" charset="-127"/>
                <a:ea typeface="Noto Sans KR" panose="020B0200000000000000" pitchFamily="50" charset="-127"/>
              </a:rPr>
              <a:t>On June 15, 2026, the company exercised its extension option. On June 28, 2026, the landlord approved the extension to May 31, 2027 (same deposit and rent).</a:t>
            </a:r>
          </a:p>
          <a:p>
            <a:pPr lvl="1"/>
            <a:r>
              <a:rPr lang="en-US" sz="1300" dirty="0">
                <a:latin typeface="Noto Sans KR" panose="020B0200000000000000" pitchFamily="50" charset="-127"/>
                <a:ea typeface="Noto Sans KR" panose="020B0200000000000000" pitchFamily="50" charset="-127"/>
              </a:rPr>
              <a:t>As the landlord has a new tenant from June 1, 2027, the company must complete restoration works and return the premises by May 31, 2027, rather than settle in cash.</a:t>
            </a:r>
          </a:p>
          <a:p>
            <a:pPr lvl="1"/>
            <a:r>
              <a:rPr lang="en-US" sz="1300" dirty="0">
                <a:latin typeface="Noto Sans KR" panose="020B0200000000000000" pitchFamily="50" charset="-127"/>
                <a:ea typeface="Noto Sans KR" panose="020B0200000000000000" pitchFamily="50" charset="-127"/>
              </a:rPr>
              <a:t>At September 30: restoration provision KRW 912m; restoration asset (cost KRW 844m) depreciated to November 2026; lease deposit KRW 1,181m presented as non-current.</a:t>
            </a:r>
          </a:p>
        </p:txBody>
      </p:sp>
    </p:spTree>
    <p:extLst>
      <p:ext uri="{BB962C8B-B14F-4D97-AF65-F5344CB8AC3E}">
        <p14:creationId xmlns:p14="http://schemas.microsoft.com/office/powerpoint/2010/main" val="61494015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E82F-6E8B-BEB4-1C18-01F9DF84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9DCD-4E76-7730-5B23-D4DF5FAF320B}"/>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7B3E529F-5328-DC5D-FAB1-63A89A50A4F6}"/>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Follow-up of Prior Year-end Audit Findings</a:t>
            </a:r>
          </a:p>
        </p:txBody>
      </p:sp>
      <p:sp>
        <p:nvSpPr>
          <p:cNvPr id="4" name="Text Placeholder 3">
            <a:extLst>
              <a:ext uri="{FF2B5EF4-FFF2-40B4-BE49-F238E27FC236}">
                <a16:creationId xmlns:a16="http://schemas.microsoft.com/office/drawing/2014/main" id="{F9779939-DF27-B8B3-8AD1-3CF4A0173945}"/>
              </a:ext>
            </a:extLst>
          </p:cNvPr>
          <p:cNvSpPr>
            <a:spLocks noGrp="1"/>
          </p:cNvSpPr>
          <p:nvPr>
            <p:ph type="body" sz="quarter" idx="14"/>
          </p:nvPr>
        </p:nvSpPr>
        <p:spPr/>
        <p:txBody>
          <a:bodyPr/>
          <a:lstStyle/>
          <a:p>
            <a:r>
              <a:rPr lang="en-US" dirty="0">
                <a:latin typeface="Noto Sans KR" panose="020B0200000000000000" pitchFamily="50" charset="-127"/>
                <a:ea typeface="Noto Sans KR" panose="020B0200000000000000" pitchFamily="50" charset="-127"/>
              </a:rPr>
              <a:t>Background:</a:t>
            </a:r>
          </a:p>
        </p:txBody>
      </p:sp>
      <p:sp>
        <p:nvSpPr>
          <p:cNvPr id="10" name="Slide Number Placeholder 9">
            <a:extLst>
              <a:ext uri="{FF2B5EF4-FFF2-40B4-BE49-F238E27FC236}">
                <a16:creationId xmlns:a16="http://schemas.microsoft.com/office/drawing/2014/main" id="{A9C99B86-8FD0-2B92-081A-A01291B8038E}"/>
              </a:ext>
            </a:extLst>
          </p:cNvPr>
          <p:cNvSpPr>
            <a:spLocks noGrp="1"/>
          </p:cNvSpPr>
          <p:nvPr>
            <p:ph type="sldNum" sz="quarter" idx="20"/>
          </p:nvPr>
        </p:nvSpPr>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10</a:t>
            </a:fld>
            <a:endParaRPr lang="en-GB"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825A1EA7-C8F5-E1F1-FC57-E4F1FE778ED1}"/>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Customs Audit (FY2020–2025)</a:t>
            </a:r>
          </a:p>
        </p:txBody>
      </p:sp>
      <p:sp>
        <p:nvSpPr>
          <p:cNvPr id="8" name="내용 개체 틀 7">
            <a:extLst>
              <a:ext uri="{FF2B5EF4-FFF2-40B4-BE49-F238E27FC236}">
                <a16:creationId xmlns:a16="http://schemas.microsoft.com/office/drawing/2014/main" id="{ABF4674E-9223-31E3-9C4E-FE8C39BF3D03}"/>
              </a:ext>
            </a:extLst>
          </p:cNvPr>
          <p:cNvSpPr>
            <a:spLocks noGrp="1"/>
          </p:cNvSpPr>
          <p:nvPr>
            <p:ph sz="quarter" idx="15"/>
          </p:nvPr>
        </p:nvSpPr>
        <p:spPr/>
        <p:txBody>
          <a:bodyPr/>
          <a:lstStyle/>
          <a:p>
            <a:pPr lvl="1"/>
            <a:r>
              <a:rPr lang="en-US" sz="1300" dirty="0">
                <a:latin typeface="Noto Sans KR" panose="020B0200000000000000" pitchFamily="50" charset="-127"/>
                <a:ea typeface="Noto Sans KR" panose="020B0200000000000000" pitchFamily="50" charset="-127"/>
              </a:rPr>
              <a:t>Period covered: December 1, 2020 to November 30, 2025; audit performed December 1, 2025 to June 7, 2026 (Incheon Customs). At FY2025 year-end the audit was in progress and was disclosed as a contingent liability.</a:t>
            </a:r>
          </a:p>
          <a:p>
            <a:pPr lvl="1"/>
            <a:r>
              <a:rPr lang="en-US" sz="1300" dirty="0">
                <a:latin typeface="Noto Sans KR" panose="020B0200000000000000" pitchFamily="50" charset="-127"/>
                <a:ea typeface="Noto Sans KR" panose="020B0200000000000000" pitchFamily="50" charset="-127"/>
              </a:rPr>
              <a:t>Result notice from Incheon Customs (July 23, 2026): concluded with corrections of KRW 194m (customs duty 13, VAT 141, penalties 39). No violations of law were noted.</a:t>
            </a:r>
          </a:p>
          <a:p>
            <a:pPr lvl="1"/>
            <a:r>
              <a:rPr lang="en-US" sz="1300" dirty="0">
                <a:latin typeface="Noto Sans KR" panose="020B0200000000000000" pitchFamily="50" charset="-127"/>
                <a:ea typeface="Noto Sans KR" panose="020B0200000000000000" pitchFamily="50" charset="-127"/>
              </a:rPr>
              <a:t>By issue (KRW m): Rezurock royalty omitted from customs value (VAT 109, penalty 22); clinical drug R&amp;D unit price error (duty 12, VAT 24, penalty 14); commercial TP (VAT 7, penalty 3).</a:t>
            </a:r>
          </a:p>
          <a:p>
            <a:pPr lvl="1"/>
            <a:r>
              <a:rPr lang="en-US" sz="1300" dirty="0">
                <a:latin typeface="Noto Sans KR" panose="020B0200000000000000" pitchFamily="50" charset="-127"/>
                <a:ea typeface="Noto Sans KR" panose="020B0200000000000000" pitchFamily="50" charset="-127"/>
              </a:rPr>
              <a:t>Amended returns were filed and paid in April 2026.</a:t>
            </a:r>
          </a:p>
        </p:txBody>
      </p:sp>
      <p:sp>
        <p:nvSpPr>
          <p:cNvPr id="9" name="텍스트 개체 틀 8">
            <a:extLst>
              <a:ext uri="{FF2B5EF4-FFF2-40B4-BE49-F238E27FC236}">
                <a16:creationId xmlns:a16="http://schemas.microsoft.com/office/drawing/2014/main" id="{360C5747-CF92-616A-A101-37B11D9CECC7}"/>
              </a:ext>
            </a:extLst>
          </p:cNvPr>
          <p:cNvSpPr>
            <a:spLocks noGrp="1"/>
          </p:cNvSpPr>
          <p:nvPr>
            <p:ph type="body" sz="quarter" idx="16"/>
          </p:nvPr>
        </p:nvSpPr>
        <p:spPr/>
        <p:txBody>
          <a:bodyPr/>
          <a:lstStyle/>
          <a:p>
            <a:r>
              <a:rPr lang="en-US" dirty="0">
                <a:latin typeface="Noto Sans KR" panose="020B0200000000000000" pitchFamily="50" charset="-127"/>
                <a:ea typeface="Noto Sans KR" panose="020B0200000000000000" pitchFamily="50" charset="-127"/>
              </a:rPr>
              <a:t>Audit assessment:</a:t>
            </a:r>
          </a:p>
        </p:txBody>
      </p:sp>
      <p:sp>
        <p:nvSpPr>
          <p:cNvPr id="13" name="내용 개체 틀 12">
            <a:extLst>
              <a:ext uri="{FF2B5EF4-FFF2-40B4-BE49-F238E27FC236}">
                <a16:creationId xmlns:a16="http://schemas.microsoft.com/office/drawing/2014/main" id="{AB8AD063-1277-368B-D922-FDC36709273B}"/>
              </a:ext>
            </a:extLst>
          </p:cNvPr>
          <p:cNvSpPr>
            <a:spLocks noGrp="1"/>
          </p:cNvSpPr>
          <p:nvPr>
            <p:ph sz="quarter" idx="17"/>
          </p:nvPr>
        </p:nvSpPr>
        <p:spPr/>
        <p:txBody>
          <a:bodyPr/>
          <a:lstStyle/>
          <a:p>
            <a:pPr lvl="1"/>
            <a:r>
              <a:rPr lang="en-US" sz="1300" dirty="0">
                <a:latin typeface="Noto Sans KR" panose="020B0200000000000000" pitchFamily="50" charset="-127"/>
                <a:ea typeface="Noto Sans KR" panose="020B0200000000000000" pitchFamily="50" charset="-127"/>
              </a:rPr>
              <a:t>As the result is final and paid, the contingent liability disclosure is no longer required. No related liability remains at September 30.</a:t>
            </a:r>
          </a:p>
          <a:p>
            <a:pPr lvl="1"/>
            <a:r>
              <a:rPr lang="en-US" sz="1300" dirty="0">
                <a:latin typeface="Noto Sans KR" panose="020B0200000000000000" pitchFamily="50" charset="-127"/>
                <a:ea typeface="Noto Sans KR" panose="020B0200000000000000" pitchFamily="50" charset="-127"/>
              </a:rPr>
              <a:t>Customs duty and penalties of KRW 53m were recognised in income tax expense (Other tax based on income). They are not income taxes and should be reclassified to taxes and dues, but the amount is not material.</a:t>
            </a:r>
            <a:endParaRPr lang="ko-KR" altLang="en-US" sz="1300" dirty="0">
              <a:latin typeface="Noto Sans KR" panose="020B0200000000000000" pitchFamily="50" charset="-127"/>
              <a:ea typeface="Noto Sans KR" panose="020B0200000000000000" pitchFamily="50" charset="-127"/>
            </a:endParaRPr>
          </a:p>
          <a:p>
            <a:pPr lvl="1"/>
            <a:r>
              <a:rPr lang="en-US" sz="1300" dirty="0">
                <a:latin typeface="Noto Sans KR" panose="020B0200000000000000" pitchFamily="50" charset="-127"/>
                <a:ea typeface="Noto Sans KR" panose="020B0200000000000000" pitchFamily="50" charset="-127"/>
              </a:rPr>
              <a:t>VAT of KRW 141m is deductible input VAT. It was recorded as VAT receivable and credited in the Q2 VAT return. No issue noted.</a:t>
            </a:r>
            <a:endParaRPr lang="ko-KR" altLang="en-US" sz="1300" dirty="0">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61494015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3353-3227-9D17-17DE-056494B55360}"/>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Interim Audit Findings</a:t>
            </a:r>
          </a:p>
        </p:txBody>
      </p:sp>
      <p:sp>
        <p:nvSpPr>
          <p:cNvPr id="3" name="Text Placeholder 2">
            <a:extLst>
              <a:ext uri="{FF2B5EF4-FFF2-40B4-BE49-F238E27FC236}">
                <a16:creationId xmlns:a16="http://schemas.microsoft.com/office/drawing/2014/main" id="{34BFE6D7-3823-D11E-4CD0-2DC188FA122A}"/>
              </a:ext>
            </a:extLst>
          </p:cNvPr>
          <p:cNvSpPr>
            <a:spLocks noGrp="1"/>
          </p:cNvSpPr>
          <p:nvPr>
            <p:ph type="body" sz="quarter" idx="10"/>
          </p:nvPr>
        </p:nvSpPr>
        <p:spPr/>
        <p:txBody>
          <a:bodyPr/>
          <a:lstStyle/>
          <a:p>
            <a:pPr marL="0" indent="0">
              <a:buNone/>
            </a:pPr>
            <a:endParaRPr lang="en-GB" noProof="0" dirty="0">
              <a:latin typeface="Noto Sans KR" panose="020B0200000000000000" pitchFamily="50" charset="-127"/>
              <a:ea typeface="Noto Sans KR" panose="020B0200000000000000" pitchFamily="50" charset="-127"/>
            </a:endParaRPr>
          </a:p>
        </p:txBody>
      </p:sp>
      <p:sp>
        <p:nvSpPr>
          <p:cNvPr id="4" name="Text Placeholder 3">
            <a:extLst>
              <a:ext uri="{FF2B5EF4-FFF2-40B4-BE49-F238E27FC236}">
                <a16:creationId xmlns:a16="http://schemas.microsoft.com/office/drawing/2014/main" id="{FDE9E218-F110-DA3C-DE6D-4687D76AC90D}"/>
              </a:ext>
            </a:extLst>
          </p:cNvPr>
          <p:cNvSpPr>
            <a:spLocks noGrp="1"/>
          </p:cNvSpPr>
          <p:nvPr>
            <p:ph type="body" sz="quarter" idx="11"/>
          </p:nvPr>
        </p:nvSpPr>
        <p:spPr/>
        <p:txBody>
          <a:bodyPr/>
          <a:lstStyle/>
          <a:p>
            <a:r>
              <a:rPr lang="ko-KR" altLang="en-US" dirty="0">
                <a:latin typeface="Noto Sans KR" panose="020B0200000000000000" pitchFamily="50" charset="-127"/>
                <a:ea typeface="Noto Sans KR" panose="020B0200000000000000" pitchFamily="50" charset="-127"/>
              </a:rPr>
              <a:t>04</a:t>
            </a:r>
          </a:p>
        </p:txBody>
      </p:sp>
      <p:pic>
        <p:nvPicPr>
          <p:cNvPr id="6" name="Espace réservé pour une image  8">
            <a:extLst>
              <a:ext uri="{FF2B5EF4-FFF2-40B4-BE49-F238E27FC236}">
                <a16:creationId xmlns:a16="http://schemas.microsoft.com/office/drawing/2014/main" id="{29F1018D-5C8B-D23E-1BDA-74D91FB39EC9}"/>
              </a:ext>
            </a:extLst>
          </p:cNvPr>
          <p:cNvPicPr>
            <a:picLocks noGrp="1" noChangeAspect="1"/>
          </p:cNvPicPr>
          <p:nvPr>
            <p:ph type="pic" sz="quarter" idx="21"/>
          </p:nvPr>
        </p:nvPicPr>
        <p:blipFill>
          <a:blip r:embed="rId2">
            <a:extLst>
              <a:ext uri="{28A0092B-C50C-407E-A947-70E740481C1C}">
                <a14:useLocalDpi xmlns:a14="http://schemas.microsoft.com/office/drawing/2010/main" val="0"/>
              </a:ext>
            </a:extLst>
          </a:blip>
          <a:srcRect l="22604" r="22604"/>
          <a:stretch/>
        </p:blipFill>
        <p:spPr>
          <a:xfrm>
            <a:off x="5508625" y="0"/>
            <a:ext cx="6680200" cy="6858000"/>
          </a:xfrm>
        </p:spPr>
      </p:pic>
    </p:spTree>
    <p:extLst>
      <p:ext uri="{BB962C8B-B14F-4D97-AF65-F5344CB8AC3E}">
        <p14:creationId xmlns:p14="http://schemas.microsoft.com/office/powerpoint/2010/main" val="48876846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E82F-6E8B-BEB4-1C18-01F9DF84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9DCD-4E76-7730-5B23-D4DF5FAF320B}"/>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7B3E529F-5328-DC5D-FAB1-63A89A50A4F6}"/>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Interim Audit Findings</a:t>
            </a:r>
          </a:p>
        </p:txBody>
      </p:sp>
      <p:sp>
        <p:nvSpPr>
          <p:cNvPr id="10" name="Slide Number Placeholder 9">
            <a:extLst>
              <a:ext uri="{FF2B5EF4-FFF2-40B4-BE49-F238E27FC236}">
                <a16:creationId xmlns:a16="http://schemas.microsoft.com/office/drawing/2014/main" id="{A9C99B86-8FD0-2B92-081A-A01291B8038E}"/>
              </a:ext>
            </a:extLst>
          </p:cNvPr>
          <p:cNvSpPr>
            <a:spLocks noGrp="1"/>
          </p:cNvSpPr>
          <p:nvPr>
            <p:ph type="sldNum" sz="quarter" idx="20"/>
          </p:nvPr>
        </p:nvSpPr>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12</a:t>
            </a:fld>
            <a:endParaRPr lang="en-GB"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825A1EA7-C8F5-E1F1-FC57-E4F1FE778ED1}"/>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Taxotere Divestment – Inventory Transfers and Settlement</a:t>
            </a:r>
          </a:p>
        </p:txBody>
      </p:sp>
      <p:graphicFrame>
        <p:nvGraphicFramePr>
          <p:cNvPr id="23" name="Table 90">
            <a:extLst>
              <a:ext uri="{FF2B5EF4-FFF2-40B4-BE49-F238E27FC236}">
                <a16:creationId xmlns:a16="http://schemas.microsoft.com/office/drawing/2014/main" id="{127FBFCC-F30B-562D-460A-C06D2413FAF6}"/>
              </a:ext>
            </a:extLst>
          </p:cNvPr>
          <p:cNvGraphicFramePr>
            <a:graphicFrameLocks noGrp="1"/>
          </p:cNvGraphicFramePr>
          <p:nvPr>
            <p:extLst>
              <p:ext uri="{D42A27DB-BD31-4B8C-83A1-F6EECF244321}">
                <p14:modId xmlns:p14="http://schemas.microsoft.com/office/powerpoint/2010/main" val="1750116509"/>
              </p:ext>
            </p:extLst>
          </p:nvPr>
        </p:nvGraphicFramePr>
        <p:xfrm>
          <a:off x="301752" y="1965960"/>
          <a:ext cx="11585444" cy="4178832"/>
        </p:xfrm>
        <a:graphic>
          <a:graphicData uri="http://schemas.openxmlformats.org/drawingml/2006/table">
            <a:tbl>
              <a:tblPr firstRow="1" bandRow="1"/>
              <a:tblGrid>
                <a:gridCol w="256842">
                  <a:extLst>
                    <a:ext uri="{9D8B030D-6E8A-4147-A177-3AD203B41FA5}">
                      <a16:colId xmlns:a16="http://schemas.microsoft.com/office/drawing/2014/main" val="20000"/>
                    </a:ext>
                  </a:extLst>
                </a:gridCol>
                <a:gridCol w="2063915">
                  <a:extLst>
                    <a:ext uri="{9D8B030D-6E8A-4147-A177-3AD203B41FA5}">
                      <a16:colId xmlns:a16="http://schemas.microsoft.com/office/drawing/2014/main" val="20001"/>
                    </a:ext>
                  </a:extLst>
                </a:gridCol>
                <a:gridCol w="1605267">
                  <a:extLst>
                    <a:ext uri="{9D8B030D-6E8A-4147-A177-3AD203B41FA5}">
                      <a16:colId xmlns:a16="http://schemas.microsoft.com/office/drawing/2014/main" val="20002"/>
                    </a:ext>
                  </a:extLst>
                </a:gridCol>
                <a:gridCol w="1696997">
                  <a:extLst>
                    <a:ext uri="{9D8B030D-6E8A-4147-A177-3AD203B41FA5}">
                      <a16:colId xmlns:a16="http://schemas.microsoft.com/office/drawing/2014/main" val="20003"/>
                    </a:ext>
                  </a:extLst>
                </a:gridCol>
                <a:gridCol w="4173696">
                  <a:extLst>
                    <a:ext uri="{9D8B030D-6E8A-4147-A177-3AD203B41FA5}">
                      <a16:colId xmlns:a16="http://schemas.microsoft.com/office/drawing/2014/main" val="20004"/>
                    </a:ext>
                  </a:extLst>
                </a:gridCol>
                <a:gridCol w="1788727">
                  <a:extLst>
                    <a:ext uri="{9D8B030D-6E8A-4147-A177-3AD203B41FA5}">
                      <a16:colId xmlns:a16="http://schemas.microsoft.com/office/drawing/2014/main" val="20005"/>
                    </a:ext>
                  </a:extLst>
                </a:gridCol>
              </a:tblGrid>
              <a:tr h="292632">
                <a:tc>
                  <a:txBody>
                    <a:bodyPr/>
                    <a:lstStyle/>
                    <a:p>
                      <a:pPr marL="0" indent="0" algn="ctr">
                        <a:buNone/>
                      </a:pPr>
                      <a:r>
                        <a:rPr lang="ko-KR" altLang="en-US" sz="900" b="1" dirty="0">
                          <a:solidFill>
                            <a:srgbClr val="FFFFFF"/>
                          </a:solidFill>
                          <a:latin typeface="Noto Sans KR" panose="020B0200000000000000" pitchFamily="50" charset="-127"/>
                          <a:ea typeface="Noto Sans KR" panose="020B0200000000000000" pitchFamily="50" charset="-127"/>
                        </a:rPr>
                        <a:t>#</a:t>
                      </a:r>
                    </a:p>
                  </a:txBody>
                  <a:tcPr marL="45720" marR="45720" marT="22860" marB="22860"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900" b="1" dirty="0">
                          <a:solidFill>
                            <a:srgbClr val="FFFFFF"/>
                          </a:solidFill>
                          <a:latin typeface="Noto Sans KR" panose="020B0200000000000000" pitchFamily="50" charset="-127"/>
                          <a:ea typeface="Noto Sans KR" panose="020B0200000000000000" pitchFamily="50" charset="-127"/>
                        </a:rPr>
                        <a:t>Transaction (basis, timing)</a:t>
                      </a:r>
                    </a:p>
                  </a:txBody>
                  <a:tcPr marL="45720" marR="45720" marT="22860" marB="22860"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900" b="1" dirty="0">
                          <a:solidFill>
                            <a:srgbClr val="FFFFFF"/>
                          </a:solidFill>
                          <a:latin typeface="Noto Sans KR" panose="020B0200000000000000" pitchFamily="50" charset="-127"/>
                          <a:ea typeface="Noto Sans KR" panose="020B0200000000000000" pitchFamily="50" charset="-127"/>
                        </a:rPr>
                        <a:t>Amount (KRW m)</a:t>
                      </a:r>
                    </a:p>
                  </a:txBody>
                  <a:tcPr marL="45720" marR="45720" marT="22860" marB="22860"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900" b="1" dirty="0">
                          <a:solidFill>
                            <a:srgbClr val="FFFFFF"/>
                          </a:solidFill>
                          <a:latin typeface="Noto Sans KR" panose="020B0200000000000000" pitchFamily="50" charset="-127"/>
                          <a:ea typeface="Noto Sans KR" panose="020B0200000000000000" pitchFamily="50" charset="-127"/>
                        </a:rPr>
                        <a:t>Company treatment</a:t>
                      </a:r>
                    </a:p>
                  </a:txBody>
                  <a:tcPr marL="45720" marR="45720" marT="22860" marB="22860"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900" b="1" dirty="0">
                          <a:solidFill>
                            <a:srgbClr val="FFFFFF"/>
                          </a:solidFill>
                          <a:latin typeface="Noto Sans KR" panose="020B0200000000000000" pitchFamily="50" charset="-127"/>
                          <a:ea typeface="Noto Sans KR" panose="020B0200000000000000" pitchFamily="50" charset="-127"/>
                        </a:rPr>
                        <a:t>Audit assessment</a:t>
                      </a:r>
                    </a:p>
                  </a:txBody>
                  <a:tcPr marL="45720" marR="45720" marT="22860" marB="22860" anchor="ctr">
                    <a:lnL w="0">
                      <a:noFill/>
                    </a:lnL>
                    <a:lnR w="0">
                      <a:noFill/>
                    </a:lnR>
                    <a:lnT w="6350">
                      <a:solidFill>
                        <a:srgbClr val="B1B3B3"/>
                      </a:solidFill>
                    </a:lnT>
                    <a:lnB w="6350">
                      <a:solidFill>
                        <a:srgbClr val="B1B3B3"/>
                      </a:solidFill>
                    </a:lnB>
                    <a:solidFill>
                      <a:srgbClr val="0072CE"/>
                    </a:solidFill>
                  </a:tcPr>
                </a:tc>
                <a:tc>
                  <a:txBody>
                    <a:bodyPr/>
                    <a:lstStyle/>
                    <a:p>
                      <a:pPr marL="0" indent="0" algn="ctr">
                        <a:buNone/>
                      </a:pPr>
                      <a:r>
                        <a:rPr lang="en-US" sz="900" b="1" dirty="0">
                          <a:solidFill>
                            <a:srgbClr val="FFFFFF"/>
                          </a:solidFill>
                          <a:latin typeface="Noto Sans KR" panose="020B0200000000000000" pitchFamily="50" charset="-127"/>
                          <a:ea typeface="Noto Sans KR" panose="020B0200000000000000" pitchFamily="50" charset="-127"/>
                        </a:rPr>
                        <a:t>Follow-up</a:t>
                      </a:r>
                    </a:p>
                  </a:txBody>
                  <a:tcPr marL="45720" marR="45720" marT="22860" marB="22860" anchor="ctr">
                    <a:lnL w="0">
                      <a:noFill/>
                    </a:lnL>
                    <a:lnR w="0">
                      <a:noFill/>
                    </a:lnR>
                    <a:lnT w="6350">
                      <a:solidFill>
                        <a:srgbClr val="B1B3B3"/>
                      </a:solidFill>
                    </a:lnT>
                    <a:lnB w="6350">
                      <a:solidFill>
                        <a:srgbClr val="B1B3B3"/>
                      </a:solidFill>
                    </a:lnB>
                    <a:solidFill>
                      <a:srgbClr val="0072CE"/>
                    </a:solidFill>
                  </a:tcPr>
                </a:tc>
                <a:extLst>
                  <a:ext uri="{0D108BD9-81ED-4DB2-BD59-A6C34878D82A}">
                    <a16:rowId xmlns:a16="http://schemas.microsoft.com/office/drawing/2014/main" val="10000"/>
                  </a:ext>
                </a:extLst>
              </a:tr>
              <a:tr h="777240">
                <a:tc>
                  <a:txBody>
                    <a:bodyPr/>
                    <a:lstStyle/>
                    <a:p>
                      <a:pPr marL="0" indent="0" algn="ctr">
                        <a:buNone/>
                      </a:pPr>
                      <a:r>
                        <a:rPr lang="ko-KR" altLang="en-US" sz="900" dirty="0">
                          <a:solidFill>
                            <a:srgbClr val="464B4B"/>
                          </a:solidFill>
                          <a:latin typeface="Noto Sans KR" panose="020B0200000000000000" pitchFamily="50" charset="-127"/>
                          <a:ea typeface="Noto Sans KR" panose="020B0200000000000000" pitchFamily="50" charset="-127"/>
                        </a:rPr>
                        <a:t>1</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Sale of Closing inventory</a:t>
                      </a:r>
                    </a:p>
                    <a:p>
                      <a:pPr marL="0" indent="0" algn="l">
                        <a:buNone/>
                      </a:pPr>
                      <a:r>
                        <a:rPr lang="en-US" altLang="ko-KR" sz="900" b="0" dirty="0">
                          <a:solidFill>
                            <a:srgbClr val="464B4B"/>
                          </a:solidFill>
                          <a:latin typeface="Noto Sans KR" panose="020B0200000000000000" pitchFamily="50" charset="-127"/>
                          <a:ea typeface="Noto Sans KR" panose="020B0200000000000000" pitchFamily="50" charset="-127"/>
                        </a:rPr>
                        <a:t>*</a:t>
                      </a:r>
                      <a:r>
                        <a:rPr lang="ko-KR" altLang="en-US" sz="900" b="0" dirty="0">
                          <a:solidFill>
                            <a:srgbClr val="464B4B"/>
                          </a:solidFill>
                          <a:latin typeface="Noto Sans KR" panose="020B0200000000000000" pitchFamily="50" charset="-127"/>
                          <a:ea typeface="Noto Sans KR" panose="020B0200000000000000" pitchFamily="50" charset="-127"/>
                        </a:rPr>
                        <a:t>APA, 2026.5.29</a:t>
                      </a:r>
                    </a:p>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(July quantity true-up 32,530 → 22,592 units)</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sz="900" dirty="0">
                          <a:solidFill>
                            <a:srgbClr val="464B4B"/>
                          </a:solidFill>
                          <a:latin typeface="Noto Sans KR" panose="020B0200000000000000" pitchFamily="50" charset="-127"/>
                          <a:ea typeface="Noto Sans KR" panose="020B0200000000000000" pitchFamily="50" charset="-127"/>
                        </a:rPr>
                        <a:t>Loss on disposal 1,372</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(carrying amount 3,247 − proceeds 1,875)</a:t>
                      </a:r>
                      <a:endParaRPr lang="ko-KR" altLang="en-US" sz="900" dirty="0">
                        <a:solidFill>
                          <a:srgbClr val="464B4B"/>
                        </a:solidFill>
                        <a:latin typeface="Noto Sans KR" panose="020B0200000000000000" pitchFamily="50" charset="-127"/>
                        <a:ea typeface="Noto Sans KR" panose="020B0200000000000000" pitchFamily="50" charset="-127"/>
                      </a:endParaRP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Non-operating expense</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“Loss on disposal of investment assets”</a:t>
                      </a:r>
                      <a:endParaRPr lang="ko-KR" altLang="en-US" sz="900" dirty="0">
                        <a:solidFill>
                          <a:srgbClr val="464B4B"/>
                        </a:solidFill>
                        <a:latin typeface="Noto Sans KR" panose="020B0200000000000000" pitchFamily="50" charset="-127"/>
                        <a:ea typeface="Noto Sans KR" panose="020B0200000000000000" pitchFamily="50" charset="-127"/>
                      </a:endParaRP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Disposal of business assets, so non-operating classification is appropriate. The asset sold is inventory, not an investment asset, so the account should be renamed (e.g. “loss on disposal of inventories”)</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Account reclassification</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(no P&amp;L impact)</a:t>
                      </a:r>
                    </a:p>
                  </a:txBody>
                  <a:tcPr marL="45720" marR="45720" marT="22860" marB="22860"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1"/>
                  </a:ext>
                </a:extLst>
              </a:tr>
              <a:tr h="777240">
                <a:tc>
                  <a:txBody>
                    <a:bodyPr/>
                    <a:lstStyle/>
                    <a:p>
                      <a:pPr marL="0" indent="0" algn="ctr">
                        <a:buNone/>
                      </a:pPr>
                      <a:r>
                        <a:rPr lang="ko-KR" altLang="en-US" sz="900" dirty="0">
                          <a:solidFill>
                            <a:srgbClr val="464B4B"/>
                          </a:solidFill>
                          <a:latin typeface="Noto Sans KR" panose="020B0200000000000000" pitchFamily="50" charset="-127"/>
                          <a:ea typeface="Noto Sans KR" panose="020B0200000000000000" pitchFamily="50" charset="-127"/>
                        </a:rPr>
                        <a:t>2</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Buy-back of Closing inventory</a:t>
                      </a:r>
                    </a:p>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*TDA provisional price, May 29, 2026</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Buy-back price 3,718</a:t>
                      </a:r>
                    </a:p>
                    <a:p>
                      <a:pPr marL="0" indent="0" algn="l">
                        <a:buNone/>
                      </a:pPr>
                      <a:r>
                        <a:rPr lang="ko-KR" altLang="en-US" sz="900" dirty="0">
                          <a:solidFill>
                            <a:srgbClr val="464B4B"/>
                          </a:solidFill>
                          <a:latin typeface="Noto Sans KR" panose="020B0200000000000000" pitchFamily="50" charset="-127"/>
                          <a:ea typeface="Noto Sans KR" panose="020B0200000000000000" pitchFamily="50" charset="-127"/>
                        </a:rPr>
                        <a:t>(EUR 48.52 / 155.44)</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Purchase of goods</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*Difference to standard cost capitalised as PPV</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All sold in June–August, so the PPV balance in the BS should be expensed to cost of sales</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Expense PPV to cost of sales</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0002"/>
                  </a:ext>
                </a:extLst>
              </a:tr>
              <a:tr h="777240">
                <a:tc>
                  <a:txBody>
                    <a:bodyPr/>
                    <a:lstStyle/>
                    <a:p>
                      <a:pPr marL="0" indent="0" algn="ctr">
                        <a:buNone/>
                      </a:pPr>
                      <a:r>
                        <a:rPr lang="ko-KR" altLang="en-US" sz="900" dirty="0">
                          <a:solidFill>
                            <a:srgbClr val="464B4B"/>
                          </a:solidFill>
                          <a:latin typeface="Noto Sans KR" panose="020B0200000000000000" pitchFamily="50" charset="-127"/>
                          <a:ea typeface="Noto Sans KR" panose="020B0200000000000000" pitchFamily="50" charset="-127"/>
                        </a:rPr>
                        <a:t>3</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External sales of bought-back stock and 92% settlement</a:t>
                      </a:r>
                    </a:p>
                    <a:p>
                      <a:pPr marL="0" indent="0" algn="l">
                        <a:buNone/>
                      </a:pPr>
                      <a:r>
                        <a:rPr lang="en-US" altLang="ko-KR" sz="900" b="0" dirty="0">
                          <a:solidFill>
                            <a:srgbClr val="464B4B"/>
                          </a:solidFill>
                          <a:latin typeface="Noto Sans KR" panose="020B0200000000000000" pitchFamily="50" charset="-127"/>
                          <a:ea typeface="Noto Sans KR" panose="020B0200000000000000" pitchFamily="50" charset="-127"/>
                        </a:rPr>
                        <a:t>*</a:t>
                      </a:r>
                      <a:r>
                        <a:rPr lang="ko-KR" altLang="en-US" sz="900" b="0" dirty="0">
                          <a:solidFill>
                            <a:srgbClr val="464B4B"/>
                          </a:solidFill>
                          <a:latin typeface="Noto Sans KR" panose="020B0200000000000000" pitchFamily="50" charset="-127"/>
                          <a:ea typeface="Noto Sans KR" panose="020B0200000000000000" pitchFamily="50" charset="-127"/>
                        </a:rPr>
                        <a:t>TDA 5.1.1·5.3</a:t>
                      </a:r>
                    </a:p>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(sold June–August)</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Net sales 3,642</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*Expected settlement credit 368 (3,718 − 3,351)</a:t>
                      </a:r>
                      <a:endParaRPr lang="ko-KR" altLang="en-US" sz="900" dirty="0">
                        <a:solidFill>
                          <a:srgbClr val="464B4B"/>
                        </a:solidFill>
                        <a:latin typeface="Noto Sans KR" panose="020B0200000000000000" pitchFamily="50" charset="-127"/>
                        <a:ea typeface="Noto Sans KR" panose="020B0200000000000000" pitchFamily="50" charset="-127"/>
                      </a:endParaRP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Revenue recognised gross</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Settlement not recorded</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Revenue: SAK sells in its own name and bears credit risk → gross presentation accepted</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Settlement: a purchase price adjustment, reflected in cost of sales. Settled centrally by the group (SWI), so recorded only if allocated to SAK</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Group confirmation</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If allocated, adjust cost of sales</a:t>
                      </a:r>
                    </a:p>
                  </a:txBody>
                  <a:tcPr marL="45720" marR="45720" marT="22860" marB="22860"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3"/>
                  </a:ext>
                </a:extLst>
              </a:tr>
              <a:tr h="777240">
                <a:tc>
                  <a:txBody>
                    <a:bodyPr/>
                    <a:lstStyle/>
                    <a:p>
                      <a:pPr marL="0" indent="0" algn="ctr">
                        <a:buNone/>
                      </a:pPr>
                      <a:r>
                        <a:rPr lang="ko-KR" altLang="en-US" sz="900" dirty="0">
                          <a:solidFill>
                            <a:srgbClr val="464B4B"/>
                          </a:solidFill>
                          <a:latin typeface="Noto Sans KR" panose="020B0200000000000000" pitchFamily="50" charset="-127"/>
                          <a:ea typeface="Noto Sans KR" panose="020B0200000000000000" pitchFamily="50" charset="-127"/>
                        </a:rPr>
                        <a:t>4</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External sales of Singapore-sourced stock</a:t>
                      </a:r>
                    </a:p>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*After Closing, purchased from Sanofi-Aventis Singapore at TP</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Purchases Jul–Sep 19,540</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(126,868 units)</a:t>
                      </a:r>
                      <a:endParaRPr lang="en-US" altLang="ko-KR" sz="900" dirty="0">
                        <a:solidFill>
                          <a:srgbClr val="464B4B"/>
                        </a:solidFill>
                        <a:latin typeface="Noto Sans KR" panose="020B0200000000000000" pitchFamily="50" charset="-127"/>
                        <a:ea typeface="Noto Sans KR" panose="020B0200000000000000" pitchFamily="50" charset="-127"/>
                      </a:endParaRP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Sales approx. 5,800</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Revenue recognised gross</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SAK buys at TP and bears price and inventory risk → gross presentation appropriate. Consistent with group instructions (supply route unchanged)</a:t>
                      </a:r>
                    </a:p>
                  </a:txBody>
                  <a:tcPr marL="45720" marR="45720" marT="22860" marB="22860" anchor="ctr">
                    <a:lnL w="0">
                      <a:noFill/>
                    </a:lnL>
                    <a:lnR w="0">
                      <a:noFill/>
                    </a:lnR>
                    <a:lnT w="6350">
                      <a:solidFill>
                        <a:srgbClr val="B1B3B3"/>
                      </a:solidFill>
                    </a:lnT>
                    <a:lnB w="6350">
                      <a:solidFill>
                        <a:srgbClr val="B1B3B3"/>
                      </a:solidFill>
                    </a:lnB>
                    <a:solidFill>
                      <a:srgbClr val="F4F4F4"/>
                    </a:solidFill>
                  </a:tcPr>
                </a:tc>
                <a:tc>
                  <a:txBody>
                    <a:bodyPr/>
                    <a:lstStyle/>
                    <a:p>
                      <a:pPr marL="0" indent="0" algn="l">
                        <a:buNone/>
                      </a:pPr>
                      <a:r>
                        <a:rPr lang="en-US" altLang="ko-KR" sz="900" dirty="0">
                          <a:solidFill>
                            <a:srgbClr val="464B4B"/>
                          </a:solidFill>
                          <a:latin typeface="Noto Sans KR" panose="020B0200000000000000" pitchFamily="50" charset="-127"/>
                          <a:ea typeface="Noto Sans KR" panose="020B0200000000000000" pitchFamily="50" charset="-127"/>
                        </a:rPr>
                        <a:t>-</a:t>
                      </a:r>
                      <a:endParaRPr lang="ko-KR" altLang="en-US" sz="900" dirty="0">
                        <a:solidFill>
                          <a:srgbClr val="464B4B"/>
                        </a:solidFill>
                        <a:latin typeface="Noto Sans KR" panose="020B0200000000000000" pitchFamily="50" charset="-127"/>
                        <a:ea typeface="Noto Sans KR" panose="020B0200000000000000" pitchFamily="50" charset="-127"/>
                      </a:endParaRPr>
                    </a:p>
                  </a:txBody>
                  <a:tcPr marL="45720" marR="45720" marT="22860" marB="22860" anchor="ctr">
                    <a:lnL w="0">
                      <a:noFill/>
                    </a:lnL>
                    <a:lnR w="0">
                      <a:noFill/>
                    </a:lnR>
                    <a:lnT w="6350">
                      <a:solidFill>
                        <a:srgbClr val="B1B3B3"/>
                      </a:solidFill>
                    </a:lnT>
                    <a:lnB w="6350">
                      <a:solidFill>
                        <a:srgbClr val="B1B3B3"/>
                      </a:solidFill>
                    </a:lnB>
                    <a:solidFill>
                      <a:srgbClr val="F4F4F4"/>
                    </a:solidFill>
                  </a:tcPr>
                </a:tc>
                <a:extLst>
                  <a:ext uri="{0D108BD9-81ED-4DB2-BD59-A6C34878D82A}">
                    <a16:rowId xmlns:a16="http://schemas.microsoft.com/office/drawing/2014/main" val="10004"/>
                  </a:ext>
                </a:extLst>
              </a:tr>
              <a:tr h="777240">
                <a:tc>
                  <a:txBody>
                    <a:bodyPr/>
                    <a:lstStyle/>
                    <a:p>
                      <a:pPr marL="0" indent="0" algn="ctr">
                        <a:buNone/>
                      </a:pPr>
                      <a:r>
                        <a:rPr lang="ko-KR" altLang="en-US" sz="900" dirty="0">
                          <a:solidFill>
                            <a:srgbClr val="464B4B"/>
                          </a:solidFill>
                          <a:latin typeface="Noto Sans KR" panose="020B0200000000000000" pitchFamily="50" charset="-127"/>
                          <a:ea typeface="Noto Sans KR" panose="020B0200000000000000" pitchFamily="50" charset="-127"/>
                        </a:rPr>
                        <a:t>5</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Transfer of remaining stock to Boryung</a:t>
                      </a:r>
                    </a:p>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*TDA 13.3.2(d), October 2026</a:t>
                      </a:r>
                    </a:p>
                    <a:p>
                      <a:pPr marL="0" indent="0" algn="l">
                        <a:buNone/>
                      </a:pPr>
                      <a:r>
                        <a:rPr lang="en-US" sz="900" b="0" dirty="0">
                          <a:solidFill>
                            <a:srgbClr val="464B4B"/>
                          </a:solidFill>
                          <a:latin typeface="Noto Sans KR" panose="020B0200000000000000" pitchFamily="50" charset="-127"/>
                          <a:ea typeface="Noto Sans KR" panose="020B0200000000000000" pitchFamily="50" charset="-127"/>
                        </a:rPr>
                        <a:t>(on completion of MA transfer)</a:t>
                      </a:r>
                      <a:endParaRPr lang="ko-KR" altLang="en-US" sz="900" b="0" dirty="0">
                        <a:solidFill>
                          <a:srgbClr val="464B4B"/>
                        </a:solidFill>
                        <a:latin typeface="Noto Sans KR" panose="020B0200000000000000" pitchFamily="50" charset="-127"/>
                        <a:ea typeface="Noto Sans KR" panose="020B0200000000000000" pitchFamily="50" charset="-127"/>
                      </a:endParaRP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Transfer price approx. 18,290</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Inventory cost 15,620</a:t>
                      </a:r>
                    </a:p>
                    <a:p>
                      <a:pPr marL="0" indent="0" algn="l">
                        <a:buNone/>
                      </a:pPr>
                      <a:r>
                        <a:rPr lang="en-US" sz="900" dirty="0">
                          <a:solidFill>
                            <a:srgbClr val="464B4B"/>
                          </a:solidFill>
                          <a:latin typeface="Noto Sans KR" panose="020B0200000000000000" pitchFamily="50" charset="-127"/>
                          <a:ea typeface="Noto Sans KR" panose="020B0200000000000000" pitchFamily="50" charset="-127"/>
                        </a:rPr>
                        <a:t>(expected gain up to approx. 2,670)</a:t>
                      </a:r>
                      <a:endParaRPr lang="ko-KR" altLang="en-US" sz="900" dirty="0">
                        <a:solidFill>
                          <a:srgbClr val="464B4B"/>
                        </a:solidFill>
                        <a:latin typeface="Noto Sans KR" panose="020B0200000000000000" pitchFamily="50" charset="-127"/>
                        <a:ea typeface="Noto Sans KR" panose="020B0200000000000000" pitchFamily="50" charset="-127"/>
                      </a:endParaRP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To be recorded in Q4</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Sale of goods purchased after Closing at the TDA price (≈ net market selling price) → revenue and cost of sales appropriate (distinct from the #1 disposal)</a:t>
                      </a:r>
                    </a:p>
                  </a:txBody>
                  <a:tcPr marL="45720" marR="45720" marT="22860" marB="22860" anchor="ctr">
                    <a:lnL w="0">
                      <a:noFill/>
                    </a:lnL>
                    <a:lnR w="0">
                      <a:noFill/>
                    </a:lnR>
                    <a:lnT w="6350">
                      <a:solidFill>
                        <a:srgbClr val="B1B3B3"/>
                      </a:solidFill>
                    </a:lnT>
                    <a:lnB w="6350">
                      <a:solidFill>
                        <a:srgbClr val="B1B3B3"/>
                      </a:solidFill>
                    </a:lnB>
                    <a:noFill/>
                  </a:tcPr>
                </a:tc>
                <a:tc>
                  <a:txBody>
                    <a:bodyPr/>
                    <a:lstStyle/>
                    <a:p>
                      <a:pPr marL="0" indent="0" algn="l">
                        <a:buNone/>
                      </a:pPr>
                      <a:r>
                        <a:rPr lang="en-US" sz="900" dirty="0">
                          <a:solidFill>
                            <a:srgbClr val="464B4B"/>
                          </a:solidFill>
                          <a:latin typeface="Noto Sans KR" panose="020B0200000000000000" pitchFamily="50" charset="-127"/>
                          <a:ea typeface="Noto Sans KR" panose="020B0200000000000000" pitchFamily="50" charset="-127"/>
                        </a:rPr>
                        <a:t>Verify invoice and delivery evidence</a:t>
                      </a:r>
                    </a:p>
                  </a:txBody>
                  <a:tcPr marL="45720" marR="45720" marT="22860" marB="22860" anchor="ctr">
                    <a:lnL w="0">
                      <a:noFill/>
                    </a:lnL>
                    <a:lnR w="0">
                      <a:noFill/>
                    </a:lnR>
                    <a:lnT w="6350">
                      <a:solidFill>
                        <a:srgbClr val="B1B3B3"/>
                      </a:solidFill>
                    </a:lnT>
                    <a:lnB w="6350">
                      <a:solidFill>
                        <a:srgbClr val="B1B3B3"/>
                      </a:solidFill>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1494015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E82F-6E8B-BEB4-1C18-01F9DF84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9DCD-4E76-7730-5B23-D4DF5FAF320B}"/>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7B3E529F-5328-DC5D-FAB1-63A89A50A4F6}"/>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Interim Audit Findings</a:t>
            </a:r>
          </a:p>
        </p:txBody>
      </p:sp>
      <p:sp>
        <p:nvSpPr>
          <p:cNvPr id="4" name="Text Placeholder 3">
            <a:extLst>
              <a:ext uri="{FF2B5EF4-FFF2-40B4-BE49-F238E27FC236}">
                <a16:creationId xmlns:a16="http://schemas.microsoft.com/office/drawing/2014/main" id="{F9779939-DF27-B8B3-8AD1-3CF4A0173945}"/>
              </a:ext>
            </a:extLst>
          </p:cNvPr>
          <p:cNvSpPr>
            <a:spLocks noGrp="1"/>
          </p:cNvSpPr>
          <p:nvPr>
            <p:ph type="body" sz="quarter" idx="14"/>
          </p:nvPr>
        </p:nvSpPr>
        <p:spPr/>
        <p:txBody>
          <a:bodyPr/>
          <a:lstStyle/>
          <a:p>
            <a:r>
              <a:rPr lang="ko-KR" altLang="en-US" dirty="0">
                <a:latin typeface="Noto Sans KR" panose="020B0200000000000000" pitchFamily="50" charset="-127"/>
                <a:ea typeface="Noto Sans KR" panose="020B0200000000000000" pitchFamily="50" charset="-127"/>
              </a:rPr>
              <a:t>Caprelsa:</a:t>
            </a:r>
          </a:p>
        </p:txBody>
      </p:sp>
      <p:sp>
        <p:nvSpPr>
          <p:cNvPr id="6" name="Text Placeholder 5">
            <a:extLst>
              <a:ext uri="{FF2B5EF4-FFF2-40B4-BE49-F238E27FC236}">
                <a16:creationId xmlns:a16="http://schemas.microsoft.com/office/drawing/2014/main" id="{F93B12F7-0974-78C5-8F4E-DBAA82EF2891}"/>
              </a:ext>
            </a:extLst>
          </p:cNvPr>
          <p:cNvSpPr>
            <a:spLocks noGrp="1"/>
          </p:cNvSpPr>
          <p:nvPr>
            <p:ph type="body" sz="quarter" idx="16"/>
          </p:nvPr>
        </p:nvSpPr>
        <p:spPr/>
        <p:txBody>
          <a:bodyPr/>
          <a:lstStyle/>
          <a:p>
            <a:r>
              <a:rPr lang="ko-KR" altLang="en-US" dirty="0">
                <a:latin typeface="Noto Sans KR" panose="020B0200000000000000" pitchFamily="50" charset="-127"/>
                <a:ea typeface="Noto Sans KR" panose="020B0200000000000000" pitchFamily="50" charset="-127"/>
              </a:rPr>
              <a:t>Rodogyl:</a:t>
            </a:r>
          </a:p>
        </p:txBody>
      </p:sp>
      <p:sp>
        <p:nvSpPr>
          <p:cNvPr id="7" name="Content Placeholder 6">
            <a:extLst>
              <a:ext uri="{FF2B5EF4-FFF2-40B4-BE49-F238E27FC236}">
                <a16:creationId xmlns:a16="http://schemas.microsoft.com/office/drawing/2014/main" id="{9DA851A3-E7A5-741E-9E9C-6C2730DC0EC1}"/>
              </a:ext>
            </a:extLst>
          </p:cNvPr>
          <p:cNvSpPr>
            <a:spLocks noGrp="1"/>
          </p:cNvSpPr>
          <p:nvPr>
            <p:ph sz="quarter" idx="17"/>
          </p:nvPr>
        </p:nvSpPr>
        <p:spPr/>
        <p:txBody>
          <a:bodyPr/>
          <a:lstStyle/>
          <a:p>
            <a:pPr lvl="1"/>
            <a:r>
              <a:rPr lang="en-US" sz="1300" dirty="0">
                <a:latin typeface="Noto Sans KR" panose="020B0200000000000000" pitchFamily="50" charset="-127"/>
                <a:ea typeface="Noto Sans KR" panose="020B0200000000000000" pitchFamily="50" charset="-127"/>
              </a:rPr>
              <a:t>Rodogyl sales in Korea were discontinued and the MA was voluntarily withdrawn in August 2026. There were no 2026 sales, only returns of 16,166 units (net sales −KRW 37.2m).</a:t>
            </a:r>
          </a:p>
          <a:p>
            <a:pPr lvl="1"/>
            <a:r>
              <a:rPr lang="en-US" sz="1300" dirty="0">
                <a:latin typeface="Noto Sans KR" panose="020B0200000000000000" pitchFamily="50" charset="-127"/>
                <a:ea typeface="Noto Sans KR" panose="020B0200000000000000" pitchFamily="50" charset="-127"/>
              </a:rPr>
              <a:t>September inventory of 7,214 units (KRW 13m) is all returned stock that cannot be sold, and should be fully written down or destroyed.</a:t>
            </a:r>
          </a:p>
          <a:p>
            <a:pPr lvl="1"/>
            <a:r>
              <a:rPr lang="en-US" sz="1300" dirty="0">
                <a:latin typeface="Noto Sans KR" panose="020B0200000000000000" pitchFamily="50" charset="-127"/>
                <a:ea typeface="Noto Sans KR" panose="020B0200000000000000" pitchFamily="50" charset="-127"/>
              </a:rPr>
              <a:t>Future market returns are estimated below KRW 50m, assuming the Jan–Sep trend (about 1,800 units/month × about KRW 2,300 per unit = about KRW 4m/month) continues for 6–12 months. Not material; the returns provision will be checked at year-end.</a:t>
            </a:r>
            <a:endParaRPr lang="ko-KR" altLang="en-US" sz="1300" dirty="0">
              <a:latin typeface="Noto Sans KR" panose="020B0200000000000000" pitchFamily="50" charset="-127"/>
              <a:ea typeface="Noto Sans KR" panose="020B0200000000000000" pitchFamily="50" charset="-127"/>
            </a:endParaRPr>
          </a:p>
        </p:txBody>
      </p:sp>
      <p:sp>
        <p:nvSpPr>
          <p:cNvPr id="10" name="Slide Number Placeholder 9">
            <a:extLst>
              <a:ext uri="{FF2B5EF4-FFF2-40B4-BE49-F238E27FC236}">
                <a16:creationId xmlns:a16="http://schemas.microsoft.com/office/drawing/2014/main" id="{A9C99B86-8FD0-2B92-081A-A01291B8038E}"/>
              </a:ext>
            </a:extLst>
          </p:cNvPr>
          <p:cNvSpPr>
            <a:spLocks noGrp="1"/>
          </p:cNvSpPr>
          <p:nvPr>
            <p:ph type="sldNum" sz="quarter" idx="20"/>
          </p:nvPr>
        </p:nvSpPr>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13</a:t>
            </a:fld>
            <a:endParaRPr lang="en-GB"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825A1EA7-C8F5-E1F1-FC57-E4F1FE778ED1}"/>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Other Global Divestments – Caprelsa and Rodogyl</a:t>
            </a:r>
            <a:endParaRPr lang="ko-KR" altLang="en-US" b="1" dirty="0">
              <a:latin typeface="Noto Sans KR" panose="020B0200000000000000" pitchFamily="50" charset="-127"/>
              <a:ea typeface="Noto Sans KR" panose="020B0200000000000000" pitchFamily="50" charset="-127"/>
            </a:endParaRPr>
          </a:p>
        </p:txBody>
      </p:sp>
      <p:sp>
        <p:nvSpPr>
          <p:cNvPr id="8" name="내용 개체 틀 7">
            <a:extLst>
              <a:ext uri="{FF2B5EF4-FFF2-40B4-BE49-F238E27FC236}">
                <a16:creationId xmlns:a16="http://schemas.microsoft.com/office/drawing/2014/main" id="{ABF4674E-9223-31E3-9C4E-FE8C39BF3D03}"/>
              </a:ext>
            </a:extLst>
          </p:cNvPr>
          <p:cNvSpPr>
            <a:spLocks noGrp="1"/>
          </p:cNvSpPr>
          <p:nvPr>
            <p:ph sz="quarter" idx="15"/>
          </p:nvPr>
        </p:nvSpPr>
        <p:spPr/>
        <p:txBody>
          <a:bodyPr/>
          <a:lstStyle/>
          <a:p>
            <a:pPr lvl="1"/>
            <a:r>
              <a:rPr lang="en-US" sz="1300" dirty="0">
                <a:latin typeface="Noto Sans KR" panose="020B0200000000000000" pitchFamily="50" charset="-127"/>
                <a:ea typeface="Noto Sans KR" panose="020B0200000000000000" pitchFamily="50" charset="-127"/>
              </a:rPr>
              <a:t>Caprelsa was divested globally to Esteve, and Korean rights are to be granted to KIMS Pharma. The Korean MA transfer is expected in April 2027. The company has not yet received HQ guidance.</a:t>
            </a:r>
          </a:p>
          <a:p>
            <a:pPr lvl="1"/>
            <a:r>
              <a:rPr lang="en-US" sz="1300" dirty="0">
                <a:latin typeface="Noto Sans KR" panose="020B0200000000000000" pitchFamily="50" charset="-127"/>
                <a:ea typeface="Noto Sans KR" panose="020B0200000000000000" pitchFamily="50" charset="-127"/>
              </a:rPr>
              <a:t>The company still buys at the group transfer price and sells on its own account: Jan–Sep net sales KRW 1,488m, cost of sales KRW 986m, September inventory KRW 782m.</a:t>
            </a:r>
          </a:p>
          <a:p>
            <a:pPr lvl="1"/>
            <a:r>
              <a:rPr lang="en-US" sz="1300" dirty="0">
                <a:latin typeface="Noto Sans KR" panose="020B0200000000000000" pitchFamily="50" charset="-127"/>
                <a:ea typeface="Noto Sans KR" panose="020B0200000000000000" pitchFamily="50" charset="-127"/>
              </a:rPr>
              <a:t>If Taxotere TDA-type terms (92% of net sales payable to the buyer) applied to SAK, the unrecorded settlement would be up to about KRW 383m (Jan–Sep net sales 1,488 × 92% = 1,369 − cost of sales 986; *assuming Closing before end of December 2025).</a:t>
            </a:r>
          </a:p>
          <a:p>
            <a:pPr lvl="1"/>
            <a:r>
              <a:rPr lang="en-US" sz="1300" dirty="0">
                <a:latin typeface="Noto Sans KR" panose="020B0200000000000000" pitchFamily="50" charset="-127"/>
                <a:ea typeface="Noto Sans KR" panose="020B0200000000000000" pitchFamily="50" charset="-127"/>
              </a:rPr>
              <a:t>If, as for Taxotere, the settlement is made centrally by the group and not allocated to SAK, there is no impact on the SAK FS.</a:t>
            </a:r>
          </a:p>
          <a:p>
            <a:pPr lvl="1"/>
            <a:r>
              <a:rPr lang="en-US" sz="1300" dirty="0">
                <a:latin typeface="Noto Sans KR" panose="020B0200000000000000" pitchFamily="50" charset="-127"/>
                <a:ea typeface="Noto Sans KR" panose="020B0200000000000000" pitchFamily="50" charset="-127"/>
              </a:rPr>
              <a:t>Request: APA, Closing date, TDA and HQ accounting guidance.</a:t>
            </a:r>
          </a:p>
        </p:txBody>
      </p:sp>
    </p:spTree>
    <p:extLst>
      <p:ext uri="{BB962C8B-B14F-4D97-AF65-F5344CB8AC3E}">
        <p14:creationId xmlns:p14="http://schemas.microsoft.com/office/powerpoint/2010/main" val="61494015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E82F-6E8B-BEB4-1C18-01F9DF84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9DCD-4E76-7730-5B23-D4DF5FAF320B}"/>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7B3E529F-5328-DC5D-FAB1-63A89A50A4F6}"/>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Interim Audit Findings</a:t>
            </a:r>
          </a:p>
        </p:txBody>
      </p:sp>
      <p:sp>
        <p:nvSpPr>
          <p:cNvPr id="4" name="Text Placeholder 3">
            <a:extLst>
              <a:ext uri="{FF2B5EF4-FFF2-40B4-BE49-F238E27FC236}">
                <a16:creationId xmlns:a16="http://schemas.microsoft.com/office/drawing/2014/main" id="{F9779939-DF27-B8B3-8AD1-3CF4A0173945}"/>
              </a:ext>
            </a:extLst>
          </p:cNvPr>
          <p:cNvSpPr>
            <a:spLocks noGrp="1"/>
          </p:cNvSpPr>
          <p:nvPr>
            <p:ph type="body" sz="quarter" idx="14"/>
          </p:nvPr>
        </p:nvSpPr>
        <p:spPr/>
        <p:txBody>
          <a:bodyPr/>
          <a:lstStyle/>
          <a:p>
            <a:r>
              <a:rPr lang="en-US" dirty="0">
                <a:latin typeface="Noto Sans KR" panose="020B0200000000000000" pitchFamily="50" charset="-127"/>
                <a:ea typeface="Noto Sans KR" panose="020B0200000000000000" pitchFamily="50" charset="-127"/>
              </a:rPr>
              <a:t>New office lease (Centerfield, Yeoksam):</a:t>
            </a:r>
          </a:p>
        </p:txBody>
      </p:sp>
      <p:sp>
        <p:nvSpPr>
          <p:cNvPr id="6" name="Text Placeholder 5">
            <a:extLst>
              <a:ext uri="{FF2B5EF4-FFF2-40B4-BE49-F238E27FC236}">
                <a16:creationId xmlns:a16="http://schemas.microsoft.com/office/drawing/2014/main" id="{F93B12F7-0974-78C5-8F4E-DBAA82EF2891}"/>
              </a:ext>
            </a:extLst>
          </p:cNvPr>
          <p:cNvSpPr>
            <a:spLocks noGrp="1"/>
          </p:cNvSpPr>
          <p:nvPr>
            <p:ph type="body" sz="quarter" idx="16"/>
          </p:nvPr>
        </p:nvSpPr>
        <p:spPr/>
        <p:txBody>
          <a:bodyPr/>
          <a:lstStyle/>
          <a:p>
            <a:r>
              <a:rPr lang="en-US" dirty="0">
                <a:latin typeface="Noto Sans KR" panose="020B0200000000000000" pitchFamily="50" charset="-127"/>
                <a:ea typeface="Noto Sans KR" panose="020B0200000000000000" pitchFamily="50" charset="-127"/>
              </a:rPr>
              <a:t>Share-based payment (Action share):</a:t>
            </a:r>
          </a:p>
        </p:txBody>
      </p:sp>
      <p:sp>
        <p:nvSpPr>
          <p:cNvPr id="7" name="Content Placeholder 6">
            <a:extLst>
              <a:ext uri="{FF2B5EF4-FFF2-40B4-BE49-F238E27FC236}">
                <a16:creationId xmlns:a16="http://schemas.microsoft.com/office/drawing/2014/main" id="{9DA851A3-E7A5-741E-9E9C-6C2730DC0EC1}"/>
              </a:ext>
            </a:extLst>
          </p:cNvPr>
          <p:cNvSpPr>
            <a:spLocks noGrp="1"/>
          </p:cNvSpPr>
          <p:nvPr>
            <p:ph sz="quarter" idx="17"/>
          </p:nvPr>
        </p:nvSpPr>
        <p:spPr/>
        <p:txBody>
          <a:bodyPr/>
          <a:lstStyle/>
          <a:p>
            <a:pPr lvl="1">
              <a:lnSpc>
                <a:spcPct val="100000"/>
              </a:lnSpc>
            </a:pPr>
            <a:r>
              <a:rPr lang="en-US" sz="1300" dirty="0">
                <a:latin typeface="Noto Sans KR" panose="020B0200000000000000" pitchFamily="50" charset="-127"/>
                <a:ea typeface="Noto Sans KR" panose="020B0200000000000000" pitchFamily="50" charset="-127"/>
              </a:rPr>
              <a:t>The parent (Sanofi) grants SAK employees a 20% discount and free shares when they buy Sanofi shares. The group does not recharge SAK.</a:t>
            </a:r>
          </a:p>
          <a:p>
            <a:pPr lvl="1">
              <a:lnSpc>
                <a:spcPct val="100000"/>
              </a:lnSpc>
            </a:pPr>
            <a:r>
              <a:rPr lang="en-US" sz="1300" dirty="0">
                <a:latin typeface="Noto Sans KR" panose="020B0200000000000000" pitchFamily="50" charset="-127"/>
                <a:ea typeface="Noto Sans KR" panose="020B0200000000000000" pitchFamily="50" charset="-127"/>
              </a:rPr>
              <a:t>K-GAAP 19.3 and 19.A60 (Example 14): the subsidiary recognises the full compensation cost as an expense and the same amount as a capital contribution from the parent (capital surplus). SAK has not recorded this.</a:t>
            </a:r>
          </a:p>
          <a:p>
            <a:pPr lvl="1">
              <a:lnSpc>
                <a:spcPct val="100000"/>
              </a:lnSpc>
            </a:pPr>
            <a:r>
              <a:rPr lang="en-US" sz="1300" dirty="0">
                <a:latin typeface="Noto Sans KR" panose="020B0200000000000000" pitchFamily="50" charset="-127"/>
                <a:ea typeface="Noto Sans KR" panose="020B0200000000000000" pitchFamily="50" charset="-127"/>
              </a:rPr>
              <a:t>The 2026 plan discount is estimated at about KRW 261m, plus free shares at grant-date fair value. It vests immediately (19.12) and is not reversed later (19.18). Total equity is unchanged.</a:t>
            </a:r>
          </a:p>
          <a:p>
            <a:pPr lvl="1">
              <a:lnSpc>
                <a:spcPct val="100000"/>
              </a:lnSpc>
            </a:pPr>
            <a:r>
              <a:rPr lang="en-US" sz="1300" dirty="0">
                <a:latin typeface="Noto Sans KR" panose="020B0200000000000000" pitchFamily="50" charset="-127"/>
                <a:ea typeface="Noto Sans KR" panose="020B0200000000000000" pitchFamily="50" charset="-127"/>
              </a:rPr>
              <a:t>Grant details for SAK employees requested from P&amp;C. Prior plans were not recorded either; the cumulative effect and materiality will be assessed.</a:t>
            </a:r>
            <a:endParaRPr lang="ko-KR" altLang="en-US" sz="1300" dirty="0">
              <a:latin typeface="Noto Sans KR" panose="020B0200000000000000" pitchFamily="50" charset="-127"/>
              <a:ea typeface="Noto Sans KR" panose="020B0200000000000000" pitchFamily="50" charset="-127"/>
            </a:endParaRPr>
          </a:p>
        </p:txBody>
      </p:sp>
      <p:sp>
        <p:nvSpPr>
          <p:cNvPr id="10" name="Slide Number Placeholder 9">
            <a:extLst>
              <a:ext uri="{FF2B5EF4-FFF2-40B4-BE49-F238E27FC236}">
                <a16:creationId xmlns:a16="http://schemas.microsoft.com/office/drawing/2014/main" id="{A9C99B86-8FD0-2B92-081A-A01291B8038E}"/>
              </a:ext>
            </a:extLst>
          </p:cNvPr>
          <p:cNvSpPr>
            <a:spLocks noGrp="1"/>
          </p:cNvSpPr>
          <p:nvPr>
            <p:ph type="sldNum" sz="quarter" idx="20"/>
          </p:nvPr>
        </p:nvSpPr>
        <p:spPr/>
        <p:txBody>
          <a:bodyPr/>
          <a:lstStyle/>
          <a:p>
            <a:fld id="{721C06D9-4617-44B0-8711-1EF1C439A609}" type="slidenum">
              <a:rPr lang="en-GB" smtClean="0">
                <a:latin typeface="Noto Sans KR" panose="020B0200000000000000" pitchFamily="50" charset="-127"/>
                <a:ea typeface="Noto Sans KR" panose="020B0200000000000000" pitchFamily="50" charset="-127"/>
              </a:rPr>
              <a:pPr/>
              <a:t>14</a:t>
            </a:fld>
            <a:endParaRPr lang="en-GB"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825A1EA7-C8F5-E1F1-FC57-E4F1FE778ED1}"/>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New Office Lease and Share-based Payment (Action share)</a:t>
            </a:r>
          </a:p>
        </p:txBody>
      </p:sp>
      <p:sp>
        <p:nvSpPr>
          <p:cNvPr id="8" name="내용 개체 틀 7">
            <a:extLst>
              <a:ext uri="{FF2B5EF4-FFF2-40B4-BE49-F238E27FC236}">
                <a16:creationId xmlns:a16="http://schemas.microsoft.com/office/drawing/2014/main" id="{ABF4674E-9223-31E3-9C4E-FE8C39BF3D03}"/>
              </a:ext>
            </a:extLst>
          </p:cNvPr>
          <p:cNvSpPr>
            <a:spLocks noGrp="1"/>
          </p:cNvSpPr>
          <p:nvPr>
            <p:ph sz="quarter" idx="15"/>
          </p:nvPr>
        </p:nvSpPr>
        <p:spPr/>
        <p:txBody>
          <a:bodyPr/>
          <a:lstStyle/>
          <a:p>
            <a:pPr lvl="1"/>
            <a:r>
              <a:rPr lang="en-US" sz="1300" dirty="0">
                <a:latin typeface="Noto Sans KR" panose="020B0200000000000000" pitchFamily="50" charset="-127"/>
                <a:ea typeface="Noto Sans KR" panose="020B0200000000000000" pitchFamily="50" charset="-127"/>
              </a:rPr>
              <a:t>Contract signed May 29, 2026: Centerfield West 12F. Term December 16, 2026 to December 15, 2033 (84 months, minimum committed term). Monthly rent KRW 240m and fixed management fee KRW 61m, increasing annually by the higher of 3% or CPI.</a:t>
            </a:r>
          </a:p>
          <a:p>
            <a:pPr lvl="1"/>
            <a:r>
              <a:rPr lang="en-US" sz="1300" dirty="0">
                <a:latin typeface="Noto Sans KR" panose="020B0200000000000000" pitchFamily="50" charset="-127"/>
                <a:ea typeface="Noto Sans KR" panose="020B0200000000000000" pitchFamily="50" charset="-127"/>
              </a:rPr>
              <a:t>Deposit KRW 2,402m: 30% (KRW 721m) paid in June; the balance of KRW 1,681m is due December 15, 2026.</a:t>
            </a:r>
          </a:p>
          <a:p>
            <a:pPr lvl="1"/>
            <a:r>
              <a:rPr lang="en-US" sz="1300" dirty="0">
                <a:latin typeface="Noto Sans KR" panose="020B0200000000000000" pitchFamily="50" charset="-127"/>
                <a:ea typeface="Noto Sans KR" panose="020B0200000000000000" pitchFamily="50" charset="-127"/>
              </a:rPr>
              <a:t>Commitments note: future minimum lease payments under the operating lease should be disclosed by period (K-GAAP Chapter 13), applying the 3% minimum escalation and excluding VAT.</a:t>
            </a:r>
          </a:p>
          <a:p>
            <a:pPr lvl="1"/>
            <a:r>
              <a:rPr lang="en-US" sz="1300" dirty="0">
                <a:latin typeface="Noto Sans KR" panose="020B0200000000000000" pitchFamily="50" charset="-127"/>
                <a:ea typeface="Noto Sans KR" panose="020B0200000000000000" pitchFamily="50" charset="-127"/>
              </a:rPr>
              <a:t>Fit-out costs should be split between assets and expenses. A new restoration provision should be recognised when the fit-out is installed (2027). There is no rent-free clause, so rent during the fit-out period is expensed.</a:t>
            </a:r>
          </a:p>
        </p:txBody>
      </p:sp>
    </p:spTree>
    <p:extLst>
      <p:ext uri="{BB962C8B-B14F-4D97-AF65-F5344CB8AC3E}">
        <p14:creationId xmlns:p14="http://schemas.microsoft.com/office/powerpoint/2010/main" val="61494015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3353-3227-9D17-17DE-056494B55360}"/>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Pending Items &amp; Year-end Audit Preparation</a:t>
            </a:r>
          </a:p>
        </p:txBody>
      </p:sp>
      <p:sp>
        <p:nvSpPr>
          <p:cNvPr id="3" name="Text Placeholder 2">
            <a:extLst>
              <a:ext uri="{FF2B5EF4-FFF2-40B4-BE49-F238E27FC236}">
                <a16:creationId xmlns:a16="http://schemas.microsoft.com/office/drawing/2014/main" id="{34BFE6D7-3823-D11E-4CD0-2DC188FA122A}"/>
              </a:ext>
            </a:extLst>
          </p:cNvPr>
          <p:cNvSpPr>
            <a:spLocks noGrp="1"/>
          </p:cNvSpPr>
          <p:nvPr>
            <p:ph type="body" sz="quarter" idx="10"/>
          </p:nvPr>
        </p:nvSpPr>
        <p:spPr/>
        <p:txBody>
          <a:bodyPr/>
          <a:lstStyle/>
          <a:p>
            <a:pPr marL="0" indent="0">
              <a:buNone/>
            </a:pPr>
            <a:endParaRPr lang="en-GB" noProof="0" dirty="0">
              <a:latin typeface="Noto Sans KR" panose="020B0200000000000000" pitchFamily="50" charset="-127"/>
              <a:ea typeface="Noto Sans KR" panose="020B0200000000000000" pitchFamily="50" charset="-127"/>
            </a:endParaRPr>
          </a:p>
        </p:txBody>
      </p:sp>
      <p:sp>
        <p:nvSpPr>
          <p:cNvPr id="4" name="Text Placeholder 3">
            <a:extLst>
              <a:ext uri="{FF2B5EF4-FFF2-40B4-BE49-F238E27FC236}">
                <a16:creationId xmlns:a16="http://schemas.microsoft.com/office/drawing/2014/main" id="{FDE9E218-F110-DA3C-DE6D-4687D76AC90D}"/>
              </a:ext>
            </a:extLst>
          </p:cNvPr>
          <p:cNvSpPr>
            <a:spLocks noGrp="1"/>
          </p:cNvSpPr>
          <p:nvPr>
            <p:ph type="body" sz="quarter" idx="11"/>
          </p:nvPr>
        </p:nvSpPr>
        <p:spPr/>
        <p:txBody>
          <a:bodyPr/>
          <a:lstStyle/>
          <a:p>
            <a:r>
              <a:rPr lang="ko-KR" altLang="en-US" dirty="0">
                <a:latin typeface="Noto Sans KR" panose="020B0200000000000000" pitchFamily="50" charset="-127"/>
                <a:ea typeface="Noto Sans KR" panose="020B0200000000000000" pitchFamily="50" charset="-127"/>
              </a:rPr>
              <a:t>05</a:t>
            </a:r>
          </a:p>
        </p:txBody>
      </p:sp>
      <p:pic>
        <p:nvPicPr>
          <p:cNvPr id="6" name="Espace réservé pour une image  8">
            <a:extLst>
              <a:ext uri="{FF2B5EF4-FFF2-40B4-BE49-F238E27FC236}">
                <a16:creationId xmlns:a16="http://schemas.microsoft.com/office/drawing/2014/main" id="{29F1018D-5C8B-D23E-1BDA-74D91FB39EC9}"/>
              </a:ext>
            </a:extLst>
          </p:cNvPr>
          <p:cNvPicPr>
            <a:picLocks noGrp="1" noChangeAspect="1"/>
          </p:cNvPicPr>
          <p:nvPr>
            <p:ph type="pic" sz="quarter" idx="21"/>
          </p:nvPr>
        </p:nvPicPr>
        <p:blipFill>
          <a:blip r:embed="rId2">
            <a:extLst>
              <a:ext uri="{28A0092B-C50C-407E-A947-70E740481C1C}">
                <a14:useLocalDpi xmlns:a14="http://schemas.microsoft.com/office/drawing/2010/main" val="0"/>
              </a:ext>
            </a:extLst>
          </a:blip>
          <a:srcRect l="22604" r="22604"/>
          <a:stretch/>
        </p:blipFill>
        <p:spPr>
          <a:xfrm>
            <a:off x="5508625" y="0"/>
            <a:ext cx="6680200" cy="6858000"/>
          </a:xfrm>
        </p:spPr>
      </p:pic>
    </p:spTree>
    <p:extLst>
      <p:ext uri="{BB962C8B-B14F-4D97-AF65-F5344CB8AC3E}">
        <p14:creationId xmlns:p14="http://schemas.microsoft.com/office/powerpoint/2010/main" val="48876846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E82F-6E8B-BEB4-1C18-01F9DF84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49DCD-4E76-7730-5B23-D4DF5FAF320B}"/>
              </a:ext>
            </a:extLst>
          </p:cNvPr>
          <p:cNvSpPr>
            <a:spLocks noGrp="1"/>
          </p:cNvSpPr>
          <p:nvPr>
            <p:ph type="title"/>
          </p:nvPr>
        </p:nvSpPr>
        <p:spPr/>
        <p:txBody>
          <a:bodyPr/>
          <a:lstStyle/>
          <a:p>
            <a:r>
              <a:rPr lang="en-US" dirty="0">
                <a:latin typeface="Noto Sans KR" panose="020B0200000000000000" pitchFamily="50" charset="-127"/>
                <a:ea typeface="Noto Sans KR" panose="020B0200000000000000" pitchFamily="50" charset="-127"/>
              </a:rPr>
              <a:t>Sanofi-Aventis Korea</a:t>
            </a:r>
          </a:p>
        </p:txBody>
      </p:sp>
      <p:sp>
        <p:nvSpPr>
          <p:cNvPr id="3" name="Text Placeholder 2">
            <a:extLst>
              <a:ext uri="{FF2B5EF4-FFF2-40B4-BE49-F238E27FC236}">
                <a16:creationId xmlns:a16="http://schemas.microsoft.com/office/drawing/2014/main" id="{7B3E529F-5328-DC5D-FAB1-63A89A50A4F6}"/>
              </a:ext>
            </a:extLst>
          </p:cNvPr>
          <p:cNvSpPr>
            <a:spLocks noGrp="1"/>
          </p:cNvSpPr>
          <p:nvPr>
            <p:ph type="body" sz="quarter" idx="13"/>
          </p:nvPr>
        </p:nvSpPr>
        <p:spPr>
          <a:xfrm>
            <a:off x="306000" y="673200"/>
            <a:ext cx="11581200" cy="360000"/>
          </a:xfrm>
        </p:spPr>
        <p:txBody>
          <a:bodyPr/>
          <a:lstStyle/>
          <a:p>
            <a:r>
              <a:rPr lang="en-US" dirty="0">
                <a:latin typeface="Noto Sans KR" panose="020B0200000000000000" pitchFamily="50" charset="-127"/>
                <a:ea typeface="Noto Sans KR" panose="020B0200000000000000" pitchFamily="50" charset="-127"/>
              </a:rPr>
              <a:t>Pending Items &amp; Year-end Audit Preparation</a:t>
            </a:r>
          </a:p>
        </p:txBody>
      </p:sp>
      <p:sp>
        <p:nvSpPr>
          <p:cNvPr id="4" name="Text Placeholder 3">
            <a:extLst>
              <a:ext uri="{FF2B5EF4-FFF2-40B4-BE49-F238E27FC236}">
                <a16:creationId xmlns:a16="http://schemas.microsoft.com/office/drawing/2014/main" id="{F9779939-DF27-B8B3-8AD1-3CF4A0173945}"/>
              </a:ext>
            </a:extLst>
          </p:cNvPr>
          <p:cNvSpPr>
            <a:spLocks noGrp="1"/>
          </p:cNvSpPr>
          <p:nvPr>
            <p:ph type="body" sz="quarter" idx="14"/>
          </p:nvPr>
        </p:nvSpPr>
        <p:spPr/>
        <p:txBody>
          <a:bodyPr/>
          <a:lstStyle/>
          <a:p>
            <a:r>
              <a:rPr lang="en-US" dirty="0">
                <a:latin typeface="Noto Sans KR" panose="020B0200000000000000" pitchFamily="50" charset="-127"/>
                <a:ea typeface="Noto Sans KR" panose="020B0200000000000000" pitchFamily="50" charset="-127"/>
              </a:rPr>
              <a:t>Pending items (requested from the company):</a:t>
            </a:r>
          </a:p>
        </p:txBody>
      </p:sp>
      <p:sp>
        <p:nvSpPr>
          <p:cNvPr id="6" name="Text Placeholder 5">
            <a:extLst>
              <a:ext uri="{FF2B5EF4-FFF2-40B4-BE49-F238E27FC236}">
                <a16:creationId xmlns:a16="http://schemas.microsoft.com/office/drawing/2014/main" id="{F93B12F7-0974-78C5-8F4E-DBAA82EF2891}"/>
              </a:ext>
            </a:extLst>
          </p:cNvPr>
          <p:cNvSpPr>
            <a:spLocks noGrp="1"/>
          </p:cNvSpPr>
          <p:nvPr>
            <p:ph type="body" sz="quarter" idx="16"/>
          </p:nvPr>
        </p:nvSpPr>
        <p:spPr/>
        <p:txBody>
          <a:bodyPr/>
          <a:lstStyle/>
          <a:p>
            <a:r>
              <a:rPr lang="en-US" dirty="0">
                <a:latin typeface="Noto Sans KR" panose="020B0200000000000000" pitchFamily="50" charset="-127"/>
                <a:ea typeface="Noto Sans KR" panose="020B0200000000000000" pitchFamily="50" charset="-127"/>
              </a:rPr>
              <a:t>Year-end audit preparation:</a:t>
            </a:r>
          </a:p>
        </p:txBody>
      </p:sp>
      <p:sp>
        <p:nvSpPr>
          <p:cNvPr id="7" name="Content Placeholder 6">
            <a:extLst>
              <a:ext uri="{FF2B5EF4-FFF2-40B4-BE49-F238E27FC236}">
                <a16:creationId xmlns:a16="http://schemas.microsoft.com/office/drawing/2014/main" id="{9DA851A3-E7A5-741E-9E9C-6C2730DC0EC1}"/>
              </a:ext>
            </a:extLst>
          </p:cNvPr>
          <p:cNvSpPr>
            <a:spLocks noGrp="1"/>
          </p:cNvSpPr>
          <p:nvPr>
            <p:ph sz="quarter" idx="17"/>
          </p:nvPr>
        </p:nvSpPr>
        <p:spPr/>
        <p:txBody>
          <a:bodyPr/>
          <a:lstStyle/>
          <a:p>
            <a:pPr lvl="1">
              <a:lnSpc>
                <a:spcPct val="100000"/>
              </a:lnSpc>
            </a:pPr>
            <a:r>
              <a:rPr lang="en-US" sz="1300" dirty="0">
                <a:latin typeface="Noto Sans KR" panose="020B0200000000000000" pitchFamily="50" charset="-127"/>
                <a:ea typeface="Noto Sans KR" panose="020B0200000000000000" pitchFamily="50" charset="-127"/>
              </a:rPr>
              <a:t>Year-end inventory count – December 29 (roll-forward procedures for movements after the count)</a:t>
            </a:r>
            <a:endParaRPr lang="en-US" altLang="ko-KR" sz="1300" dirty="0">
              <a:latin typeface="Noto Sans KR" panose="020B0200000000000000" pitchFamily="50" charset="-127"/>
              <a:ea typeface="Noto Sans KR" panose="020B0200000000000000" pitchFamily="50" charset="-127"/>
            </a:endParaRPr>
          </a:p>
          <a:p>
            <a:pPr lvl="1">
              <a:lnSpc>
                <a:spcPct val="100000"/>
              </a:lnSpc>
            </a:pPr>
            <a:r>
              <a:rPr lang="en-US" sz="1300" dirty="0">
                <a:latin typeface="Noto Sans KR" panose="020B0200000000000000" pitchFamily="50" charset="-127"/>
                <a:ea typeface="Noto Sans KR" panose="020B0200000000000000" pitchFamily="50" charset="-127"/>
              </a:rPr>
              <a:t>Bank and legal confirmations – early January</a:t>
            </a:r>
          </a:p>
          <a:p>
            <a:pPr lvl="1">
              <a:lnSpc>
                <a:spcPct val="100000"/>
              </a:lnSpc>
            </a:pPr>
            <a:r>
              <a:rPr lang="en-US" sz="1300" dirty="0">
                <a:latin typeface="Noto Sans KR" panose="020B0200000000000000" pitchFamily="50" charset="-127"/>
                <a:ea typeface="Noto Sans KR" panose="020B0200000000000000" pitchFamily="50" charset="-127"/>
              </a:rPr>
              <a:t>AR/AP confirmations – early January (detailed listings for sampling)</a:t>
            </a:r>
          </a:p>
          <a:p>
            <a:pPr lvl="1">
              <a:lnSpc>
                <a:spcPct val="100000"/>
              </a:lnSpc>
            </a:pPr>
            <a:r>
              <a:rPr lang="en-US" sz="1300" dirty="0">
                <a:latin typeface="Noto Sans KR" panose="020B0200000000000000" pitchFamily="50" charset="-127"/>
                <a:ea typeface="Noto Sans KR" panose="020B0200000000000000" pitchFamily="50" charset="-127"/>
              </a:rPr>
              <a:t>Financial statements and notes – before year-end fieldwork (February 2027)</a:t>
            </a:r>
          </a:p>
        </p:txBody>
      </p:sp>
      <p:sp>
        <p:nvSpPr>
          <p:cNvPr id="10" name="Slide Number Placeholder 9">
            <a:extLst>
              <a:ext uri="{FF2B5EF4-FFF2-40B4-BE49-F238E27FC236}">
                <a16:creationId xmlns:a16="http://schemas.microsoft.com/office/drawing/2014/main" id="{A9C99B86-8FD0-2B92-081A-A01291B8038E}"/>
              </a:ext>
            </a:extLst>
          </p:cNvPr>
          <p:cNvSpPr>
            <a:spLocks noGrp="1"/>
          </p:cNvSpPr>
          <p:nvPr>
            <p:ph type="sldNum" sz="quarter" idx="20"/>
          </p:nvPr>
        </p:nvSpPr>
        <p:spPr/>
        <p:txBody>
          <a:bodyPr/>
          <a:lstStyle/>
          <a:p>
            <a:fld id="{721C06D9-4617-44B0-8711-1EF1C439A609}" type="slidenum">
              <a:rPr lang="en-GB" sz="1300" smtClean="0">
                <a:latin typeface="Noto Sans KR" panose="020B0200000000000000" pitchFamily="50" charset="-127"/>
                <a:ea typeface="Noto Sans KR" panose="020B0200000000000000" pitchFamily="50" charset="-127"/>
              </a:rPr>
              <a:pPr/>
              <a:t>16</a:t>
            </a:fld>
            <a:endParaRPr lang="en-GB" sz="1300" dirty="0">
              <a:latin typeface="Noto Sans KR" panose="020B0200000000000000" pitchFamily="50" charset="-127"/>
              <a:ea typeface="Noto Sans KR" panose="020B0200000000000000" pitchFamily="50" charset="-127"/>
            </a:endParaRPr>
          </a:p>
        </p:txBody>
      </p:sp>
      <p:sp>
        <p:nvSpPr>
          <p:cNvPr id="11" name="Text Placeholder 10">
            <a:extLst>
              <a:ext uri="{FF2B5EF4-FFF2-40B4-BE49-F238E27FC236}">
                <a16:creationId xmlns:a16="http://schemas.microsoft.com/office/drawing/2014/main" id="{825A1EA7-C8F5-E1F1-FC57-E4F1FE778ED1}"/>
              </a:ext>
            </a:extLst>
          </p:cNvPr>
          <p:cNvSpPr>
            <a:spLocks noGrp="1"/>
          </p:cNvSpPr>
          <p:nvPr>
            <p:ph type="body" sz="quarter" idx="21"/>
          </p:nvPr>
        </p:nvSpPr>
        <p:spPr/>
        <p:txBody>
          <a:bodyPr/>
          <a:lstStyle/>
          <a:p>
            <a:r>
              <a:rPr lang="en-US" b="1" dirty="0">
                <a:latin typeface="Noto Sans KR" panose="020B0200000000000000" pitchFamily="50" charset="-127"/>
                <a:ea typeface="Noto Sans KR" panose="020B0200000000000000" pitchFamily="50" charset="-127"/>
              </a:rPr>
              <a:t>As of October 28, 2026</a:t>
            </a:r>
          </a:p>
        </p:txBody>
      </p:sp>
      <p:sp>
        <p:nvSpPr>
          <p:cNvPr id="8" name="내용 개체 틀 7">
            <a:extLst>
              <a:ext uri="{FF2B5EF4-FFF2-40B4-BE49-F238E27FC236}">
                <a16:creationId xmlns:a16="http://schemas.microsoft.com/office/drawing/2014/main" id="{ABF4674E-9223-31E3-9C4E-FE8C39BF3D03}"/>
              </a:ext>
            </a:extLst>
          </p:cNvPr>
          <p:cNvSpPr>
            <a:spLocks noGrp="1"/>
          </p:cNvSpPr>
          <p:nvPr>
            <p:ph sz="quarter" idx="15"/>
          </p:nvPr>
        </p:nvSpPr>
        <p:spPr/>
        <p:txBody>
          <a:bodyPr/>
          <a:lstStyle/>
          <a:p>
            <a:pPr lvl="1">
              <a:lnSpc>
                <a:spcPct val="100000"/>
              </a:lnSpc>
            </a:pPr>
            <a:r>
              <a:rPr lang="en-US" sz="1300" dirty="0">
                <a:latin typeface="Noto Sans KR" panose="020B0200000000000000" pitchFamily="50" charset="-127"/>
                <a:ea typeface="Noto Sans KR" panose="020B0200000000000000" pitchFamily="50" charset="-127"/>
              </a:rPr>
              <a:t>Taxotere: group confirmation of TDA true-up and recharge, October transfer invoice and quantities, MA transfer evidence – to be provided when received from the group</a:t>
            </a:r>
            <a:endParaRPr lang="en-US" altLang="ko-KR" sz="1300" dirty="0">
              <a:latin typeface="Noto Sans KR" panose="020B0200000000000000" pitchFamily="50" charset="-127"/>
              <a:ea typeface="Noto Sans KR" panose="020B0200000000000000" pitchFamily="50" charset="-127"/>
            </a:endParaRPr>
          </a:p>
          <a:p>
            <a:pPr lvl="1">
              <a:lnSpc>
                <a:spcPct val="100000"/>
              </a:lnSpc>
            </a:pPr>
            <a:r>
              <a:rPr lang="en-US" sz="1300" dirty="0">
                <a:latin typeface="Noto Sans KR" panose="020B0200000000000000" pitchFamily="50" charset="-127"/>
                <a:ea typeface="Noto Sans KR" panose="020B0200000000000000" pitchFamily="50" charset="-127"/>
              </a:rPr>
              <a:t>Caprelsa: APA, Closing date, TDA, HQ guidance – to be provided when received from the group</a:t>
            </a:r>
          </a:p>
          <a:p>
            <a:pPr lvl="1">
              <a:lnSpc>
                <a:spcPct val="100000"/>
              </a:lnSpc>
            </a:pPr>
            <a:r>
              <a:rPr lang="en-US" sz="1300" dirty="0">
                <a:latin typeface="Noto Sans KR" panose="020B0200000000000000" pitchFamily="50" charset="-127"/>
                <a:ea typeface="Noto Sans KR" panose="020B0200000000000000" pitchFamily="50" charset="-127"/>
              </a:rPr>
              <a:t>VRP inquiries to P&amp;C</a:t>
            </a:r>
            <a:endParaRPr lang="en-US" altLang="ko-KR" sz="1300" dirty="0">
              <a:latin typeface="Noto Sans KR" panose="020B0200000000000000" pitchFamily="50" charset="-127"/>
              <a:ea typeface="Noto Sans KR" panose="020B0200000000000000" pitchFamily="50" charset="-127"/>
            </a:endParaRPr>
          </a:p>
          <a:p>
            <a:pPr lvl="1">
              <a:lnSpc>
                <a:spcPct val="100000"/>
              </a:lnSpc>
            </a:pPr>
            <a:r>
              <a:rPr lang="en-US" sz="1300" dirty="0">
                <a:latin typeface="Noto Sans KR" panose="020B0200000000000000" pitchFamily="50" charset="-127"/>
                <a:ea typeface="Noto Sans KR" panose="020B0200000000000000" pitchFamily="50" charset="-127"/>
              </a:rPr>
              <a:t>Action share inquiries and requests to P&amp;C</a:t>
            </a:r>
          </a:p>
          <a:p>
            <a:pPr lvl="1">
              <a:lnSpc>
                <a:spcPct val="100000"/>
              </a:lnSpc>
            </a:pPr>
            <a:r>
              <a:rPr lang="en-US" sz="1300" dirty="0">
                <a:latin typeface="Noto Sans KR" panose="020B0200000000000000" pitchFamily="50" charset="-127"/>
                <a:ea typeface="Noto Sans KR" panose="020B0200000000000000" pitchFamily="50" charset="-127"/>
              </a:rPr>
              <a:t>Banpo office restoration works quote (latest)</a:t>
            </a:r>
            <a:endParaRPr lang="en-US" altLang="ko-KR" sz="1300" dirty="0">
              <a:latin typeface="Noto Sans KR" panose="020B0200000000000000" pitchFamily="50" charset="-127"/>
              <a:ea typeface="Noto Sans KR" panose="020B0200000000000000" pitchFamily="50" charset="-127"/>
            </a:endParaRPr>
          </a:p>
          <a:p>
            <a:pPr lvl="1">
              <a:lnSpc>
                <a:spcPct val="100000"/>
              </a:lnSpc>
            </a:pPr>
            <a:r>
              <a:rPr lang="en-US" sz="1300" dirty="0">
                <a:latin typeface="Noto Sans KR" panose="020B0200000000000000" pitchFamily="50" charset="-127"/>
                <a:ea typeface="Noto Sans KR" panose="020B0200000000000000" pitchFamily="50" charset="-127"/>
              </a:rPr>
              <a:t>Revenue TOC and TOD sample evidence – by end of November</a:t>
            </a:r>
            <a:endParaRPr lang="en-US" altLang="ko-KR" sz="1300" dirty="0">
              <a:latin typeface="Noto Sans KR" panose="020B0200000000000000" pitchFamily="50" charset="-127"/>
              <a:ea typeface="Noto Sans KR" panose="020B0200000000000000" pitchFamily="50" charset="-127"/>
            </a:endParaRPr>
          </a:p>
          <a:p>
            <a:pPr lvl="1">
              <a:lnSpc>
                <a:spcPct val="100000"/>
              </a:lnSpc>
            </a:pPr>
            <a:r>
              <a:rPr lang="en-US" sz="1300" dirty="0">
                <a:latin typeface="Noto Sans KR" panose="020B0200000000000000" pitchFamily="50" charset="-127"/>
                <a:ea typeface="Noto Sans KR" panose="020B0200000000000000" pitchFamily="50" charset="-127"/>
              </a:rPr>
              <a:t>Purchases TOC evidence – by end of October</a:t>
            </a:r>
            <a:endParaRPr lang="en-US" altLang="ko-KR" sz="1300" dirty="0">
              <a:latin typeface="Noto Sans KR" panose="020B0200000000000000" pitchFamily="50" charset="-127"/>
              <a:ea typeface="Noto Sans KR" panose="020B0200000000000000" pitchFamily="50" charset="-127"/>
            </a:endParaRPr>
          </a:p>
          <a:p>
            <a:pPr lvl="1">
              <a:lnSpc>
                <a:spcPct val="100000"/>
              </a:lnSpc>
            </a:pPr>
            <a:r>
              <a:rPr lang="en-US" sz="1300" dirty="0">
                <a:latin typeface="Noto Sans KR" panose="020B0200000000000000" pitchFamily="50" charset="-127"/>
                <a:ea typeface="Noto Sans KR" panose="020B0200000000000000" pitchFamily="50" charset="-127"/>
              </a:rPr>
              <a:t>HR WTT evidence</a:t>
            </a:r>
            <a:endParaRPr lang="en-US" altLang="ko-KR" sz="1300" dirty="0">
              <a:latin typeface="Noto Sans KR" panose="020B0200000000000000" pitchFamily="50" charset="-127"/>
              <a:ea typeface="Noto Sans KR" panose="020B0200000000000000" pitchFamily="50" charset="-127"/>
            </a:endParaRPr>
          </a:p>
          <a:p>
            <a:pPr lvl="1">
              <a:lnSpc>
                <a:spcPct val="100000"/>
              </a:lnSpc>
            </a:pPr>
            <a:r>
              <a:rPr lang="en-US" sz="1300" dirty="0">
                <a:latin typeface="Noto Sans KR" panose="020B0200000000000000" pitchFamily="50" charset="-127"/>
                <a:ea typeface="Noto Sans KR" panose="020B0200000000000000" pitchFamily="50" charset="-127"/>
              </a:rPr>
              <a:t>Fixed assets (FA) WTT evidence</a:t>
            </a:r>
          </a:p>
        </p:txBody>
      </p:sp>
    </p:spTree>
    <p:extLst>
      <p:ext uri="{BB962C8B-B14F-4D97-AF65-F5344CB8AC3E}">
        <p14:creationId xmlns:p14="http://schemas.microsoft.com/office/powerpoint/2010/main" val="614940156"/>
      </p:ext>
    </p:extLst>
  </p:cSld>
  <p:clrMapOvr>
    <a:masterClrMapping/>
  </p:clrMapOvr>
  <p:transition>
    <p:fade/>
  </p:transition>
</p:sld>
</file>

<file path=ppt/theme/theme1.xml><?xml version="1.0" encoding="utf-8"?>
<a:theme xmlns:a="http://schemas.openxmlformats.org/drawingml/2006/main" name="Office 테마">
  <a:themeElements>
    <a:clrScheme name="Forvis_Mazars">
      <a:dk1>
        <a:srgbClr val="464B4B"/>
      </a:dk1>
      <a:lt1>
        <a:srgbClr val="FFFFFF"/>
      </a:lt1>
      <a:dk2>
        <a:srgbClr val="0072CE"/>
      </a:dk2>
      <a:lt2>
        <a:srgbClr val="F4F4F4"/>
      </a:lt2>
      <a:accent1>
        <a:srgbClr val="0072CE"/>
      </a:accent1>
      <a:accent2>
        <a:srgbClr val="4AA7B7"/>
      </a:accent2>
      <a:accent3>
        <a:srgbClr val="171C8F"/>
      </a:accent3>
      <a:accent4>
        <a:srgbClr val="27B093"/>
      </a:accent4>
      <a:accent5>
        <a:srgbClr val="B1B3B3"/>
      </a:accent5>
      <a:accent6>
        <a:srgbClr val="5D93CD"/>
      </a:accent6>
      <a:hlink>
        <a:srgbClr val="5D93CD"/>
      </a:hlink>
      <a:folHlink>
        <a:srgbClr val="84ADD8"/>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rvis Mazars_PPT Template_UK English.potx" id="{6D392853-B240-4CF1-B1E1-5559495C50FB}" vid="{2DE677F1-7F75-4A9D-B31D-2D526B3DAE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d13eecd-2e28-48af-b09a-eabd145800b6">
      <Terms xmlns="http://schemas.microsoft.com/office/infopath/2007/PartnerControls"/>
    </lcf76f155ced4ddcb4097134ff3c332f>
    <TaxCatchAll xmlns="7704eb4b-7b49-41f0-8d03-7eb2706c8b8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D6FC144151734F9C09BAEAD681CF33" ma:contentTypeVersion="14" ma:contentTypeDescription="Crée un document." ma:contentTypeScope="" ma:versionID="b9348d5c7bbb5715e1290f92a42e35d3">
  <xsd:schema xmlns:xsd="http://www.w3.org/2001/XMLSchema" xmlns:xs="http://www.w3.org/2001/XMLSchema" xmlns:p="http://schemas.microsoft.com/office/2006/metadata/properties" xmlns:ns2="6d13eecd-2e28-48af-b09a-eabd145800b6" xmlns:ns3="7704eb4b-7b49-41f0-8d03-7eb2706c8b88" targetNamespace="http://schemas.microsoft.com/office/2006/metadata/properties" ma:root="true" ma:fieldsID="ff07f6dce96a60f65dbd9b9356491132" ns2:_="" ns3:_="">
    <xsd:import namespace="6d13eecd-2e28-48af-b09a-eabd145800b6"/>
    <xsd:import namespace="7704eb4b-7b49-41f0-8d03-7eb2706c8b8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3eecd-2e28-48af-b09a-eabd145800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4ae0aa21-f092-4d7c-8480-48d435008a8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704eb4b-7b49-41f0-8d03-7eb2706c8b8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6d6f2df-ddfc-49eb-966c-b6e2e2089bda}" ma:internalName="TaxCatchAll" ma:showField="CatchAllData" ma:web="7704eb4b-7b49-41f0-8d03-7eb2706c8b88">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82A6A5-3555-4A44-A5D6-9A2B831D9C99}">
  <ds:schemaRefs>
    <ds:schemaRef ds:uri="http://schemas.microsoft.com/office/2006/metadata/properties"/>
    <ds:schemaRef ds:uri="http://purl.org/dc/dcmitype/"/>
    <ds:schemaRef ds:uri="http://schemas.microsoft.com/office/2006/documentManagement/types"/>
    <ds:schemaRef ds:uri="7704eb4b-7b49-41f0-8d03-7eb2706c8b88"/>
    <ds:schemaRef ds:uri="http://purl.org/dc/elements/1.1/"/>
    <ds:schemaRef ds:uri="http://schemas.microsoft.com/office/infopath/2007/PartnerControls"/>
    <ds:schemaRef ds:uri="http://www.w3.org/XML/1998/namespace"/>
    <ds:schemaRef ds:uri="6d13eecd-2e28-48af-b09a-eabd145800b6"/>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9C01069B-F8A4-4E57-8EF1-B6D8C1D287CA}">
  <ds:schemaRefs>
    <ds:schemaRef ds:uri="http://schemas.microsoft.com/sharepoint/v3/contenttype/forms"/>
  </ds:schemaRefs>
</ds:datastoreItem>
</file>

<file path=customXml/itemProps3.xml><?xml version="1.0" encoding="utf-8"?>
<ds:datastoreItem xmlns:ds="http://schemas.openxmlformats.org/officeDocument/2006/customXml" ds:itemID="{BEFA218E-6FCD-4D4D-BFE1-A86DC6AF18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3eecd-2e28-48af-b09a-eabd145800b6"/>
    <ds:schemaRef ds:uri="7704eb4b-7b49-41f0-8d03-7eb2706c8b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9e9ed43-edf4-4755-925b-76f18f50dbe7}" enabled="0" method="" siteId="{b9e9ed43-edf4-4755-925b-76f18f50dbe7}" removed="1"/>
</clbl:labelList>
</file>

<file path=docProps/app.xml><?xml version="1.0" encoding="utf-8"?>
<Properties xmlns="http://schemas.openxmlformats.org/officeDocument/2006/extended-properties" xmlns:vt="http://schemas.openxmlformats.org/officeDocument/2006/docPropsVTypes">
  <Template>Forvis Mazars_PPT Template_UK English</Template>
  <TotalTime>1472</TotalTime>
  <Words>1956</Words>
  <Application>Microsoft Office PowerPoint</Application>
  <PresentationFormat>와이드스크린</PresentationFormat>
  <Paragraphs>285</Paragraphs>
  <Slides>16</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16</vt:i4>
      </vt:variant>
    </vt:vector>
  </HeadingPairs>
  <TitlesOfParts>
    <vt:vector size="21" baseType="lpstr">
      <vt:lpstr>Noto Sans KR</vt:lpstr>
      <vt:lpstr>Aptos</vt:lpstr>
      <vt:lpstr>Arial</vt:lpstr>
      <vt:lpstr>Calibri</vt:lpstr>
      <vt:lpstr>Office 테마</vt:lpstr>
      <vt:lpstr>사노피-아벤티스 코리아</vt:lpstr>
      <vt:lpstr>목차</vt:lpstr>
      <vt:lpstr>감사 일정</vt:lpstr>
      <vt:lpstr>사노피-아벤티스 코리아</vt:lpstr>
      <vt:lpstr>프로세스별 WTT 및 TOC 진행결과</vt:lpstr>
      <vt:lpstr>사노피-아벤티스 코리아</vt:lpstr>
      <vt:lpstr>전기 기말감사 발견사항 Follow-up</vt:lpstr>
      <vt:lpstr>사노피-아벤티스 코리아</vt:lpstr>
      <vt:lpstr>사노피-아벤티스 코리아</vt:lpstr>
      <vt:lpstr>사노피-아벤티스 코리아</vt:lpstr>
      <vt:lpstr>당기 중간감사 발견사항</vt:lpstr>
      <vt:lpstr>사노피-아벤티스 코리아</vt:lpstr>
      <vt:lpstr>사노피-아벤티스 코리아</vt:lpstr>
      <vt:lpstr>사노피-아벤티스 코리아</vt:lpstr>
      <vt:lpstr>미결사항 및 기말감사 준비사항</vt:lpstr>
      <vt:lpstr>사노피-아벤티스 코리아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Se-Hoon Han</dc:creator>
  <cp:lastModifiedBy>Se-Hoon Han</cp:lastModifiedBy>
  <cp:revision>7</cp:revision>
  <dcterms:created xsi:type="dcterms:W3CDTF">2025-10-15T06:15:58Z</dcterms:created>
  <dcterms:modified xsi:type="dcterms:W3CDTF">2026-10-23T08:08:44Z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0x01010070D6FC144151734F9C09BAEAD681CF33</vt:lpwstr>
  </property>
  <property fmtid="{D5CDD505-2E9C-101B-9397-08002B2CF9AE}" pid="3" name="MediaServiceImageTags">
    <vt:lpwstr/>
  </property>
</Properties>
</file>