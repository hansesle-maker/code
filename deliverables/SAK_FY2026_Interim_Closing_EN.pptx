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Lst>
  <p:notesMasterIdLst>
    <p:notesMasterId r:id="rId21"/>
  </p:notesMasterIdLst>
  <p:handoutMasterIdLst>
    <p:handoutMasterId r:id="rId22"/>
  </p:handoutMasterIdLst>
  <p:sldIdLst>
    <p:sldId id="427" r:id="rId5"/>
    <p:sldId id="428" r:id="rId6"/>
    <p:sldId id="429" r:id="rId7"/>
    <p:sldId id="430" r:id="rId8"/>
    <p:sldId id="431" r:id="rId9"/>
    <p:sldId id="432" r:id="rId10"/>
    <p:sldId id="434" r:id="rId11"/>
    <p:sldId id="436" r:id="rId12"/>
    <p:sldId id="437" r:id="rId13"/>
    <p:sldId id="438" r:id="rId14"/>
    <p:sldId id="439" r:id="rId15"/>
    <p:sldId id="441" r:id="rId16"/>
    <p:sldId id="444" r:id="rId17"/>
    <p:sldId id="447" r:id="rId18"/>
    <p:sldId id="451" r:id="rId19"/>
    <p:sldId id="45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8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5282A"/>
    <a:srgbClr val="FFFFFF"/>
    <a:srgbClr val="B1B3B3"/>
    <a:srgbClr val="E1E7E9"/>
    <a:srgbClr val="F4F4F4"/>
    <a:srgbClr val="994878"/>
    <a:srgbClr val="E66C73"/>
    <a:srgbClr val="4AA7B7"/>
    <a:srgbClr val="27B093"/>
    <a:srgbClr val="71132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AC6ADA-467B-468C-B32B-BA7DFA751EC3}" v="18" dt="2026-10-27T12:12:35.05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86410" autoAdjust="0"/>
  </p:normalViewPr>
  <p:slideViewPr>
    <p:cSldViewPr snapToGrid="0" showGuides="1">
      <p:cViewPr varScale="1">
        <p:scale>
          <a:sx n="107" d="100"/>
          <a:sy n="107" d="100"/>
        </p:scale>
        <p:origin x="1194" y="108"/>
      </p:cViewPr>
      <p:guideLst>
        <p:guide pos="3840"/>
        <p:guide orient="horz" pos="2160"/>
      </p:guideLst>
    </p:cSldViewPr>
  </p:slideViewPr>
  <p:outlineViewPr>
    <p:cViewPr>
      <p:scale>
        <a:sx n="33" d="100"/>
        <a:sy n="33" d="100"/>
      </p:scale>
      <p:origin x="0" y="-132500"/>
    </p:cViewPr>
  </p:outlineViewPr>
  <p:notesTextViewPr>
    <p:cViewPr>
      <p:scale>
        <a:sx n="1" d="1"/>
        <a:sy n="1" d="1"/>
      </p:scale>
      <p:origin x="0" y="0"/>
    </p:cViewPr>
  </p:notesTextViewPr>
  <p:sorterViewPr>
    <p:cViewPr varScale="1">
      <p:scale>
        <a:sx n="1" d="1"/>
        <a:sy n="1" d="1"/>
      </p:scale>
      <p:origin x="0" y="-19376"/>
    </p:cViewPr>
  </p:sorterViewPr>
  <p:notesViewPr>
    <p:cSldViewPr snapToGrid="0" showGuides="1">
      <p:cViewPr varScale="1">
        <p:scale>
          <a:sx n="117" d="100"/>
          <a:sy n="117" d="100"/>
        </p:scale>
        <p:origin x="4184" y="8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Hoon Han" userId="70263205-781f-48f0-a54e-469ab1d08896" providerId="ADAL" clId="{99A44C34-6DB4-4D28-A878-85AFF787F6DF}"/>
    <pc:docChg chg="undo custSel addSld delSld modSld">
      <pc:chgData name="Se-Hoon Han" userId="70263205-781f-48f0-a54e-469ab1d08896" providerId="ADAL" clId="{99A44C34-6DB4-4D28-A878-85AFF787F6DF}" dt="2026-10-27T12:24:57.454" v="11322" actId="20577"/>
      <pc:docMkLst>
        <pc:docMk/>
      </pc:docMkLst>
      <pc:sldChg chg="modSp mod">
        <pc:chgData name="Se-Hoon Han" userId="70263205-781f-48f0-a54e-469ab1d08896" providerId="ADAL" clId="{99A44C34-6DB4-4D28-A878-85AFF787F6DF}" dt="2026-10-23T07:28:21.602" v="4647" actId="2711"/>
        <pc:sldMkLst>
          <pc:docMk/>
          <pc:sldMk cId="3355258635" sldId="427"/>
        </pc:sldMkLst>
        <pc:spChg chg="mod">
          <ac:chgData name="Se-Hoon Han" userId="70263205-781f-48f0-a54e-469ab1d08896" providerId="ADAL" clId="{99A44C34-6DB4-4D28-A878-85AFF787F6DF}" dt="2026-10-23T07:28:21.602" v="4647" actId="2711"/>
          <ac:spMkLst>
            <pc:docMk/>
            <pc:sldMk cId="3355258635" sldId="427"/>
            <ac:spMk id="2" creationId="{E094CE10-79AD-26BA-41DC-8049F38D70F1}"/>
          </ac:spMkLst>
        </pc:spChg>
        <pc:spChg chg="mod">
          <ac:chgData name="Se-Hoon Han" userId="70263205-781f-48f0-a54e-469ab1d08896" providerId="ADAL" clId="{99A44C34-6DB4-4D28-A878-85AFF787F6DF}" dt="2026-10-23T07:28:21.602" v="4647" actId="2711"/>
          <ac:spMkLst>
            <pc:docMk/>
            <pc:sldMk cId="3355258635" sldId="427"/>
            <ac:spMk id="3" creationId="{76F68C1A-150F-D860-04D8-67EBFC0925E7}"/>
          </ac:spMkLst>
        </pc:spChg>
        <pc:spChg chg="mod">
          <ac:chgData name="Se-Hoon Han" userId="70263205-781f-48f0-a54e-469ab1d08896" providerId="ADAL" clId="{99A44C34-6DB4-4D28-A878-85AFF787F6DF}" dt="2026-10-23T07:28:21.602" v="4647" actId="2711"/>
          <ac:spMkLst>
            <pc:docMk/>
            <pc:sldMk cId="3355258635" sldId="427"/>
            <ac:spMk id="4" creationId="{1A097BCA-DBD1-222E-9951-4B522670D864}"/>
          </ac:spMkLst>
        </pc:spChg>
      </pc:sldChg>
      <pc:sldChg chg="modSp mod">
        <pc:chgData name="Se-Hoon Han" userId="70263205-781f-48f0-a54e-469ab1d08896" providerId="ADAL" clId="{99A44C34-6DB4-4D28-A878-85AFF787F6DF}" dt="2026-10-23T07:28:29.833" v="4648" actId="2711"/>
        <pc:sldMkLst>
          <pc:docMk/>
          <pc:sldMk cId="2031370532" sldId="428"/>
        </pc:sldMkLst>
        <pc:spChg chg="mod">
          <ac:chgData name="Se-Hoon Han" userId="70263205-781f-48f0-a54e-469ab1d08896" providerId="ADAL" clId="{99A44C34-6DB4-4D28-A878-85AFF787F6DF}" dt="2026-10-23T07:28:29.833" v="4648" actId="2711"/>
          <ac:spMkLst>
            <pc:docMk/>
            <pc:sldMk cId="2031370532" sldId="428"/>
            <ac:spMk id="4" creationId="{9BC76F8E-415A-FAB6-D611-26F88E3E40ED}"/>
          </ac:spMkLst>
        </pc:spChg>
        <pc:spChg chg="mod">
          <ac:chgData name="Se-Hoon Han" userId="70263205-781f-48f0-a54e-469ab1d08896" providerId="ADAL" clId="{99A44C34-6DB4-4D28-A878-85AFF787F6DF}" dt="2026-10-23T07:28:29.833" v="4648" actId="2711"/>
          <ac:spMkLst>
            <pc:docMk/>
            <pc:sldMk cId="2031370532" sldId="428"/>
            <ac:spMk id="5" creationId="{286A64C6-FD9B-6620-ACC1-98F12B3352A4}"/>
          </ac:spMkLst>
        </pc:spChg>
        <pc:spChg chg="mod">
          <ac:chgData name="Se-Hoon Han" userId="70263205-781f-48f0-a54e-469ab1d08896" providerId="ADAL" clId="{99A44C34-6DB4-4D28-A878-85AFF787F6DF}" dt="2026-10-23T07:28:29.833" v="4648" actId="2711"/>
          <ac:spMkLst>
            <pc:docMk/>
            <pc:sldMk cId="2031370532" sldId="428"/>
            <ac:spMk id="10" creationId="{4ECEA13A-71B7-C5DE-BF90-4B7FA22FA80A}"/>
          </ac:spMkLst>
        </pc:spChg>
      </pc:sldChg>
      <pc:sldChg chg="modSp mod">
        <pc:chgData name="Se-Hoon Han" userId="70263205-781f-48f0-a54e-469ab1d08896" providerId="ADAL" clId="{99A44C34-6DB4-4D28-A878-85AFF787F6DF}" dt="2026-10-23T07:28:39.908" v="4649" actId="2711"/>
        <pc:sldMkLst>
          <pc:docMk/>
          <pc:sldMk cId="488768465" sldId="429"/>
        </pc:sldMkLst>
        <pc:spChg chg="mod">
          <ac:chgData name="Se-Hoon Han" userId="70263205-781f-48f0-a54e-469ab1d08896" providerId="ADAL" clId="{99A44C34-6DB4-4D28-A878-85AFF787F6DF}" dt="2026-10-23T07:28:39.908" v="4649" actId="2711"/>
          <ac:spMkLst>
            <pc:docMk/>
            <pc:sldMk cId="488768465" sldId="429"/>
            <ac:spMk id="2" creationId="{AE6E3353-3227-9D17-17DE-056494B55360}"/>
          </ac:spMkLst>
        </pc:spChg>
        <pc:spChg chg="mod">
          <ac:chgData name="Se-Hoon Han" userId="70263205-781f-48f0-a54e-469ab1d08896" providerId="ADAL" clId="{99A44C34-6DB4-4D28-A878-85AFF787F6DF}" dt="2026-10-23T07:28:39.908" v="4649" actId="2711"/>
          <ac:spMkLst>
            <pc:docMk/>
            <pc:sldMk cId="488768465" sldId="429"/>
            <ac:spMk id="3" creationId="{34BFE6D7-3823-D11E-4CD0-2DC188FA122A}"/>
          </ac:spMkLst>
        </pc:spChg>
        <pc:spChg chg="mod">
          <ac:chgData name="Se-Hoon Han" userId="70263205-781f-48f0-a54e-469ab1d08896" providerId="ADAL" clId="{99A44C34-6DB4-4D28-A878-85AFF787F6DF}" dt="2026-10-23T07:28:39.908" v="4649" actId="2711"/>
          <ac:spMkLst>
            <pc:docMk/>
            <pc:sldMk cId="488768465" sldId="429"/>
            <ac:spMk id="4" creationId="{FDE9E218-F110-DA3C-DE6D-4687D76AC90D}"/>
          </ac:spMkLst>
        </pc:spChg>
      </pc:sldChg>
      <pc:sldChg chg="modSp mod">
        <pc:chgData name="Se-Hoon Han" userId="70263205-781f-48f0-a54e-469ab1d08896" providerId="ADAL" clId="{99A44C34-6DB4-4D28-A878-85AFF787F6DF}" dt="2026-10-27T05:16:14.665" v="9378" actId="20577"/>
        <pc:sldMkLst>
          <pc:docMk/>
          <pc:sldMk cId="3552158108" sldId="430"/>
        </pc:sldMkLst>
        <pc:spChg chg="mod">
          <ac:chgData name="Se-Hoon Han" userId="70263205-781f-48f0-a54e-469ab1d08896" providerId="ADAL" clId="{99A44C34-6DB4-4D28-A878-85AFF787F6DF}" dt="2026-10-23T07:28:47.632" v="4650" actId="2711"/>
          <ac:spMkLst>
            <pc:docMk/>
            <pc:sldMk cId="3552158108" sldId="430"/>
            <ac:spMk id="15" creationId="{30FF76B2-23BB-F23D-5A03-1AB5147D2B83}"/>
          </ac:spMkLst>
        </pc:spChg>
        <pc:spChg chg="mod">
          <ac:chgData name="Se-Hoon Han" userId="70263205-781f-48f0-a54e-469ab1d08896" providerId="ADAL" clId="{99A44C34-6DB4-4D28-A878-85AFF787F6DF}" dt="2026-10-23T07:28:47.632" v="4650" actId="2711"/>
          <ac:spMkLst>
            <pc:docMk/>
            <pc:sldMk cId="3552158108" sldId="430"/>
            <ac:spMk id="16" creationId="{578F4448-CE93-81F2-77BC-2E76CBA5C5B3}"/>
          </ac:spMkLst>
        </pc:spChg>
        <pc:spChg chg="mod">
          <ac:chgData name="Se-Hoon Han" userId="70263205-781f-48f0-a54e-469ab1d08896" providerId="ADAL" clId="{99A44C34-6DB4-4D28-A878-85AFF787F6DF}" dt="2026-10-23T07:28:47.632" v="4650" actId="2711"/>
          <ac:spMkLst>
            <pc:docMk/>
            <pc:sldMk cId="3552158108" sldId="430"/>
            <ac:spMk id="17" creationId="{76C6D597-8D20-5D51-9532-4BD1D7F7C529}"/>
          </ac:spMkLst>
        </pc:spChg>
        <pc:spChg chg="mod">
          <ac:chgData name="Se-Hoon Han" userId="70263205-781f-48f0-a54e-469ab1d08896" providerId="ADAL" clId="{99A44C34-6DB4-4D28-A878-85AFF787F6DF}" dt="2026-10-27T05:16:14.665" v="9378" actId="20577"/>
          <ac:spMkLst>
            <pc:docMk/>
            <pc:sldMk cId="3552158108" sldId="430"/>
            <ac:spMk id="18" creationId="{F9497090-6619-6BCF-D6F5-AAC98A6DDE24}"/>
          </ac:spMkLst>
        </pc:spChg>
        <pc:spChg chg="mod">
          <ac:chgData name="Se-Hoon Han" userId="70263205-781f-48f0-a54e-469ab1d08896" providerId="ADAL" clId="{99A44C34-6DB4-4D28-A878-85AFF787F6DF}" dt="2026-10-23T07:28:47.632" v="4650" actId="2711"/>
          <ac:spMkLst>
            <pc:docMk/>
            <pc:sldMk cId="3552158108" sldId="430"/>
            <ac:spMk id="19" creationId="{8788F2E1-0703-8FE7-AD3B-7777CB634C62}"/>
          </ac:spMkLst>
        </pc:spChg>
        <pc:spChg chg="mod">
          <ac:chgData name="Se-Hoon Han" userId="70263205-781f-48f0-a54e-469ab1d08896" providerId="ADAL" clId="{99A44C34-6DB4-4D28-A878-85AFF787F6DF}" dt="2026-10-23T07:28:55.576" v="4652" actId="403"/>
          <ac:spMkLst>
            <pc:docMk/>
            <pc:sldMk cId="3552158108" sldId="430"/>
            <ac:spMk id="20" creationId="{40F7342D-7B38-E4F7-FB0E-601171281FC2}"/>
          </ac:spMkLst>
        </pc:spChg>
        <pc:spChg chg="mod">
          <ac:chgData name="Se-Hoon Han" userId="70263205-781f-48f0-a54e-469ab1d08896" providerId="ADAL" clId="{99A44C34-6DB4-4D28-A878-85AFF787F6DF}" dt="2026-10-23T07:28:47.632" v="4650" actId="2711"/>
          <ac:spMkLst>
            <pc:docMk/>
            <pc:sldMk cId="3552158108" sldId="430"/>
            <ac:spMk id="21" creationId="{16FF46CB-4837-4BAE-A586-05760A65B7EE}"/>
          </ac:spMkLst>
        </pc:spChg>
        <pc:spChg chg="mod">
          <ac:chgData name="Se-Hoon Han" userId="70263205-781f-48f0-a54e-469ab1d08896" providerId="ADAL" clId="{99A44C34-6DB4-4D28-A878-85AFF787F6DF}" dt="2026-10-23T07:28:57.988" v="4653" actId="403"/>
          <ac:spMkLst>
            <pc:docMk/>
            <pc:sldMk cId="3552158108" sldId="430"/>
            <ac:spMk id="22" creationId="{92381973-E2E0-8BF5-80DC-B909AA1C9B62}"/>
          </ac:spMkLst>
        </pc:spChg>
        <pc:spChg chg="mod">
          <ac:chgData name="Se-Hoon Han" userId="70263205-781f-48f0-a54e-469ab1d08896" providerId="ADAL" clId="{99A44C34-6DB4-4D28-A878-85AFF787F6DF}" dt="2026-10-23T07:28:47.632" v="4650" actId="2711"/>
          <ac:spMkLst>
            <pc:docMk/>
            <pc:sldMk cId="3552158108" sldId="430"/>
            <ac:spMk id="23" creationId="{7CE08BE2-C19B-446C-6396-B9980B9285CC}"/>
          </ac:spMkLst>
        </pc:spChg>
      </pc:sldChg>
      <pc:sldChg chg="modSp mod">
        <pc:chgData name="Se-Hoon Han" userId="70263205-781f-48f0-a54e-469ab1d08896" providerId="ADAL" clId="{99A44C34-6DB4-4D28-A878-85AFF787F6DF}" dt="2026-10-23T07:29:05.465" v="4654" actId="2711"/>
        <pc:sldMkLst>
          <pc:docMk/>
          <pc:sldMk cId="488768465" sldId="431"/>
        </pc:sldMkLst>
        <pc:spChg chg="mod">
          <ac:chgData name="Se-Hoon Han" userId="70263205-781f-48f0-a54e-469ab1d08896" providerId="ADAL" clId="{99A44C34-6DB4-4D28-A878-85AFF787F6DF}" dt="2026-10-23T07:29:05.465" v="4654" actId="2711"/>
          <ac:spMkLst>
            <pc:docMk/>
            <pc:sldMk cId="488768465" sldId="431"/>
            <ac:spMk id="2" creationId="{AE6E3353-3227-9D17-17DE-056494B55360}"/>
          </ac:spMkLst>
        </pc:spChg>
        <pc:spChg chg="mod">
          <ac:chgData name="Se-Hoon Han" userId="70263205-781f-48f0-a54e-469ab1d08896" providerId="ADAL" clId="{99A44C34-6DB4-4D28-A878-85AFF787F6DF}" dt="2026-10-23T07:29:05.465" v="4654" actId="2711"/>
          <ac:spMkLst>
            <pc:docMk/>
            <pc:sldMk cId="488768465" sldId="431"/>
            <ac:spMk id="3" creationId="{34BFE6D7-3823-D11E-4CD0-2DC188FA122A}"/>
          </ac:spMkLst>
        </pc:spChg>
        <pc:spChg chg="mod">
          <ac:chgData name="Se-Hoon Han" userId="70263205-781f-48f0-a54e-469ab1d08896" providerId="ADAL" clId="{99A44C34-6DB4-4D28-A878-85AFF787F6DF}" dt="2026-10-23T07:29:05.465" v="4654" actId="2711"/>
          <ac:spMkLst>
            <pc:docMk/>
            <pc:sldMk cId="488768465" sldId="431"/>
            <ac:spMk id="4" creationId="{FDE9E218-F110-DA3C-DE6D-4687D76AC90D}"/>
          </ac:spMkLst>
        </pc:spChg>
      </pc:sldChg>
      <pc:sldChg chg="delSp modSp mod">
        <pc:chgData name="Se-Hoon Han" userId="70263205-781f-48f0-a54e-469ab1d08896" providerId="ADAL" clId="{99A44C34-6DB4-4D28-A878-85AFF787F6DF}" dt="2026-10-27T06:05:52.854" v="10182"/>
        <pc:sldMkLst>
          <pc:docMk/>
          <pc:sldMk cId="426986721" sldId="432"/>
        </pc:sldMkLst>
        <pc:spChg chg="mod">
          <ac:chgData name="Se-Hoon Han" userId="70263205-781f-48f0-a54e-469ab1d08896" providerId="ADAL" clId="{99A44C34-6DB4-4D28-A878-85AFF787F6DF}" dt="2026-10-23T07:29:14.164" v="4655" actId="2711"/>
          <ac:spMkLst>
            <pc:docMk/>
            <pc:sldMk cId="426986721" sldId="432"/>
            <ac:spMk id="2" creationId="{76177376-9F2C-7B83-B3A4-46E2A58E3F3E}"/>
          </ac:spMkLst>
        </pc:spChg>
        <pc:spChg chg="mod">
          <ac:chgData name="Se-Hoon Han" userId="70263205-781f-48f0-a54e-469ab1d08896" providerId="ADAL" clId="{99A44C34-6DB4-4D28-A878-85AFF787F6DF}" dt="2026-10-23T07:29:14.164" v="4655" actId="2711"/>
          <ac:spMkLst>
            <pc:docMk/>
            <pc:sldMk cId="426986721" sldId="432"/>
            <ac:spMk id="3" creationId="{51FE68D4-DD01-DF6C-0EAA-B9859C5F3EA9}"/>
          </ac:spMkLst>
        </pc:spChg>
        <pc:spChg chg="mod">
          <ac:chgData name="Se-Hoon Han" userId="70263205-781f-48f0-a54e-469ab1d08896" providerId="ADAL" clId="{99A44C34-6DB4-4D28-A878-85AFF787F6DF}" dt="2026-10-23T07:29:14.164" v="4655" actId="2711"/>
          <ac:spMkLst>
            <pc:docMk/>
            <pc:sldMk cId="426986721" sldId="432"/>
            <ac:spMk id="10" creationId="{ED207A9C-6D3C-3B5C-37B9-66BA4C43FD8B}"/>
          </ac:spMkLst>
        </pc:spChg>
        <pc:spChg chg="mod">
          <ac:chgData name="Se-Hoon Han" userId="70263205-781f-48f0-a54e-469ab1d08896" providerId="ADAL" clId="{99A44C34-6DB4-4D28-A878-85AFF787F6DF}" dt="2026-10-23T07:29:14.164" v="4655" actId="2711"/>
          <ac:spMkLst>
            <pc:docMk/>
            <pc:sldMk cId="426986721" sldId="432"/>
            <ac:spMk id="11" creationId="{14A40072-9CD5-749A-912B-BED81473E8DD}"/>
          </ac:spMkLst>
        </pc:spChg>
        <pc:graphicFrameChg chg="mod modGraphic">
          <ac:chgData name="Se-Hoon Han" userId="70263205-781f-48f0-a54e-469ab1d08896" providerId="ADAL" clId="{99A44C34-6DB4-4D28-A878-85AFF787F6DF}" dt="2026-10-27T06:05:52.854" v="10182"/>
          <ac:graphicFrameMkLst>
            <pc:docMk/>
            <pc:sldMk cId="426986721" sldId="432"/>
            <ac:graphicFrameMk id="90" creationId="{00000000-0000-0000-0000-000000000000}"/>
          </ac:graphicFrameMkLst>
        </pc:graphicFrameChg>
      </pc:sldChg>
      <pc:sldChg chg="modSp mod">
        <pc:chgData name="Se-Hoon Han" userId="70263205-781f-48f0-a54e-469ab1d08896" providerId="ADAL" clId="{99A44C34-6DB4-4D28-A878-85AFF787F6DF}" dt="2026-10-23T07:29:36.866" v="4657" actId="2711"/>
        <pc:sldMkLst>
          <pc:docMk/>
          <pc:sldMk cId="488768465" sldId="434"/>
        </pc:sldMkLst>
        <pc:spChg chg="mod">
          <ac:chgData name="Se-Hoon Han" userId="70263205-781f-48f0-a54e-469ab1d08896" providerId="ADAL" clId="{99A44C34-6DB4-4D28-A878-85AFF787F6DF}" dt="2026-10-23T07:29:36.866" v="4657" actId="2711"/>
          <ac:spMkLst>
            <pc:docMk/>
            <pc:sldMk cId="488768465" sldId="434"/>
            <ac:spMk id="2" creationId="{AE6E3353-3227-9D17-17DE-056494B55360}"/>
          </ac:spMkLst>
        </pc:spChg>
        <pc:spChg chg="mod">
          <ac:chgData name="Se-Hoon Han" userId="70263205-781f-48f0-a54e-469ab1d08896" providerId="ADAL" clId="{99A44C34-6DB4-4D28-A878-85AFF787F6DF}" dt="2026-10-23T07:29:36.866" v="4657" actId="2711"/>
          <ac:spMkLst>
            <pc:docMk/>
            <pc:sldMk cId="488768465" sldId="434"/>
            <ac:spMk id="3" creationId="{34BFE6D7-3823-D11E-4CD0-2DC188FA122A}"/>
          </ac:spMkLst>
        </pc:spChg>
        <pc:spChg chg="mod">
          <ac:chgData name="Se-Hoon Han" userId="70263205-781f-48f0-a54e-469ab1d08896" providerId="ADAL" clId="{99A44C34-6DB4-4D28-A878-85AFF787F6DF}" dt="2026-10-23T07:29:36.866" v="4657" actId="2711"/>
          <ac:spMkLst>
            <pc:docMk/>
            <pc:sldMk cId="488768465" sldId="434"/>
            <ac:spMk id="4" creationId="{FDE9E218-F110-DA3C-DE6D-4687D76AC90D}"/>
          </ac:spMkLst>
        </pc:spChg>
      </pc:sldChg>
      <pc:sldChg chg="delSp modSp mod">
        <pc:chgData name="Se-Hoon Han" userId="70263205-781f-48f0-a54e-469ab1d08896" providerId="ADAL" clId="{99A44C34-6DB4-4D28-A878-85AFF787F6DF}" dt="2026-10-27T11:49:03.270" v="10724" actId="13926"/>
        <pc:sldMkLst>
          <pc:docMk/>
          <pc:sldMk cId="614940156" sldId="436"/>
        </pc:sldMkLst>
        <pc:spChg chg="mod">
          <ac:chgData name="Se-Hoon Han" userId="70263205-781f-48f0-a54e-469ab1d08896" providerId="ADAL" clId="{99A44C34-6DB4-4D28-A878-85AFF787F6DF}" dt="2026-10-23T07:29:42.370" v="4658" actId="2711"/>
          <ac:spMkLst>
            <pc:docMk/>
            <pc:sldMk cId="614940156" sldId="436"/>
            <ac:spMk id="2" creationId="{D7649DCD-4E76-7730-5B23-D4DF5FAF320B}"/>
          </ac:spMkLst>
        </pc:spChg>
        <pc:spChg chg="mod">
          <ac:chgData name="Se-Hoon Han" userId="70263205-781f-48f0-a54e-469ab1d08896" providerId="ADAL" clId="{99A44C34-6DB4-4D28-A878-85AFF787F6DF}" dt="2026-10-23T07:29:42.370" v="4658" actId="2711"/>
          <ac:spMkLst>
            <pc:docMk/>
            <pc:sldMk cId="614940156" sldId="436"/>
            <ac:spMk id="3" creationId="{7B3E529F-5328-DC5D-FAB1-63A89A50A4F6}"/>
          </ac:spMkLst>
        </pc:spChg>
        <pc:spChg chg="mod">
          <ac:chgData name="Se-Hoon Han" userId="70263205-781f-48f0-a54e-469ab1d08896" providerId="ADAL" clId="{99A44C34-6DB4-4D28-A878-85AFF787F6DF}" dt="2026-10-23T07:29:42.370" v="4658" actId="2711"/>
          <ac:spMkLst>
            <pc:docMk/>
            <pc:sldMk cId="614940156" sldId="436"/>
            <ac:spMk id="4" creationId="{F9779939-DF27-B8B3-8AD1-3CF4A0173945}"/>
          </ac:spMkLst>
        </pc:spChg>
        <pc:spChg chg="mod">
          <ac:chgData name="Se-Hoon Han" userId="70263205-781f-48f0-a54e-469ab1d08896" providerId="ADAL" clId="{99A44C34-6DB4-4D28-A878-85AFF787F6DF}" dt="2026-10-23T07:29:42.370" v="4658" actId="2711"/>
          <ac:spMkLst>
            <pc:docMk/>
            <pc:sldMk cId="614940156" sldId="436"/>
            <ac:spMk id="6" creationId="{F93B12F7-0974-78C5-8F4E-DBAA82EF2891}"/>
          </ac:spMkLst>
        </pc:spChg>
        <pc:spChg chg="mod">
          <ac:chgData name="Se-Hoon Han" userId="70263205-781f-48f0-a54e-469ab1d08896" providerId="ADAL" clId="{99A44C34-6DB4-4D28-A878-85AFF787F6DF}" dt="2026-10-27T11:49:03.270" v="10724" actId="13926"/>
          <ac:spMkLst>
            <pc:docMk/>
            <pc:sldMk cId="614940156" sldId="436"/>
            <ac:spMk id="7" creationId="{9DA851A3-E7A5-741E-9E9C-6C2730DC0EC1}"/>
          </ac:spMkLst>
        </pc:spChg>
        <pc:spChg chg="mod">
          <ac:chgData name="Se-Hoon Han" userId="70263205-781f-48f0-a54e-469ab1d08896" providerId="ADAL" clId="{99A44C34-6DB4-4D28-A878-85AFF787F6DF}" dt="2026-10-27T01:36:12.085" v="6908" actId="20577"/>
          <ac:spMkLst>
            <pc:docMk/>
            <pc:sldMk cId="614940156" sldId="436"/>
            <ac:spMk id="8" creationId="{ABF4674E-9223-31E3-9C4E-FE8C39BF3D03}"/>
          </ac:spMkLst>
        </pc:spChg>
        <pc:spChg chg="mod">
          <ac:chgData name="Se-Hoon Han" userId="70263205-781f-48f0-a54e-469ab1d08896" providerId="ADAL" clId="{99A44C34-6DB4-4D28-A878-85AFF787F6DF}" dt="2026-10-23T07:29:42.370" v="4658" actId="2711"/>
          <ac:spMkLst>
            <pc:docMk/>
            <pc:sldMk cId="614940156" sldId="436"/>
            <ac:spMk id="10" creationId="{A9C99B86-8FD0-2B92-081A-A01291B8038E}"/>
          </ac:spMkLst>
        </pc:spChg>
        <pc:spChg chg="mod">
          <ac:chgData name="Se-Hoon Han" userId="70263205-781f-48f0-a54e-469ab1d08896" providerId="ADAL" clId="{99A44C34-6DB4-4D28-A878-85AFF787F6DF}" dt="2026-10-23T07:29:42.370" v="4658" actId="2711"/>
          <ac:spMkLst>
            <pc:docMk/>
            <pc:sldMk cId="614940156" sldId="436"/>
            <ac:spMk id="11" creationId="{825A1EA7-C8F5-E1F1-FC57-E4F1FE778ED1}"/>
          </ac:spMkLst>
        </pc:spChg>
        <pc:graphicFrameChg chg="mod modGraphic">
          <ac:chgData name="Se-Hoon Han" userId="70263205-781f-48f0-a54e-469ab1d08896" providerId="ADAL" clId="{99A44C34-6DB4-4D28-A878-85AFF787F6DF}" dt="2026-10-23T07:39:46.235" v="4764"/>
          <ac:graphicFrameMkLst>
            <pc:docMk/>
            <pc:sldMk cId="614940156" sldId="436"/>
            <ac:graphicFrameMk id="90" creationId="{00000000-0000-0000-0000-000000000000}"/>
          </ac:graphicFrameMkLst>
        </pc:graphicFrameChg>
      </pc:sldChg>
      <pc:sldChg chg="modSp mod">
        <pc:chgData name="Se-Hoon Han" userId="70263205-781f-48f0-a54e-469ab1d08896" providerId="ADAL" clId="{99A44C34-6DB4-4D28-A878-85AFF787F6DF}" dt="2026-10-27T12:24:57.454" v="11322" actId="20577"/>
        <pc:sldMkLst>
          <pc:docMk/>
          <pc:sldMk cId="614940156" sldId="437"/>
        </pc:sldMkLst>
        <pc:spChg chg="mod">
          <ac:chgData name="Se-Hoon Han" userId="70263205-781f-48f0-a54e-469ab1d08896" providerId="ADAL" clId="{99A44C34-6DB4-4D28-A878-85AFF787F6DF}" dt="2026-10-23T07:30:23.382" v="4667" actId="2711"/>
          <ac:spMkLst>
            <pc:docMk/>
            <pc:sldMk cId="614940156" sldId="437"/>
            <ac:spMk id="2" creationId="{D7649DCD-4E76-7730-5B23-D4DF5FAF320B}"/>
          </ac:spMkLst>
        </pc:spChg>
        <pc:spChg chg="mod">
          <ac:chgData name="Se-Hoon Han" userId="70263205-781f-48f0-a54e-469ab1d08896" providerId="ADAL" clId="{99A44C34-6DB4-4D28-A878-85AFF787F6DF}" dt="2026-10-23T07:30:23.382" v="4667" actId="2711"/>
          <ac:spMkLst>
            <pc:docMk/>
            <pc:sldMk cId="614940156" sldId="437"/>
            <ac:spMk id="3" creationId="{7B3E529F-5328-DC5D-FAB1-63A89A50A4F6}"/>
          </ac:spMkLst>
        </pc:spChg>
        <pc:spChg chg="mod">
          <ac:chgData name="Se-Hoon Han" userId="70263205-781f-48f0-a54e-469ab1d08896" providerId="ADAL" clId="{99A44C34-6DB4-4D28-A878-85AFF787F6DF}" dt="2026-10-23T07:30:23.382" v="4667" actId="2711"/>
          <ac:spMkLst>
            <pc:docMk/>
            <pc:sldMk cId="614940156" sldId="437"/>
            <ac:spMk id="4" creationId="{F9779939-DF27-B8B3-8AD1-3CF4A0173945}"/>
          </ac:spMkLst>
        </pc:spChg>
        <pc:spChg chg="mod">
          <ac:chgData name="Se-Hoon Han" userId="70263205-781f-48f0-a54e-469ab1d08896" providerId="ADAL" clId="{99A44C34-6DB4-4D28-A878-85AFF787F6DF}" dt="2026-10-23T07:30:23.382" v="4667" actId="2711"/>
          <ac:spMkLst>
            <pc:docMk/>
            <pc:sldMk cId="614940156" sldId="437"/>
            <ac:spMk id="6" creationId="{F93B12F7-0974-78C5-8F4E-DBAA82EF2891}"/>
          </ac:spMkLst>
        </pc:spChg>
        <pc:spChg chg="mod">
          <ac:chgData name="Se-Hoon Han" userId="70263205-781f-48f0-a54e-469ab1d08896" providerId="ADAL" clId="{99A44C34-6DB4-4D28-A878-85AFF787F6DF}" dt="2026-10-27T07:43:15.634" v="10191" actId="20577"/>
          <ac:spMkLst>
            <pc:docMk/>
            <pc:sldMk cId="614940156" sldId="437"/>
            <ac:spMk id="7" creationId="{9DA851A3-E7A5-741E-9E9C-6C2730DC0EC1}"/>
          </ac:spMkLst>
        </pc:spChg>
        <pc:spChg chg="mod">
          <ac:chgData name="Se-Hoon Han" userId="70263205-781f-48f0-a54e-469ab1d08896" providerId="ADAL" clId="{99A44C34-6DB4-4D28-A878-85AFF787F6DF}" dt="2026-10-27T12:24:57.454" v="11322" actId="20577"/>
          <ac:spMkLst>
            <pc:docMk/>
            <pc:sldMk cId="614940156" sldId="437"/>
            <ac:spMk id="8" creationId="{ABF4674E-9223-31E3-9C4E-FE8C39BF3D03}"/>
          </ac:spMkLst>
        </pc:spChg>
        <pc:spChg chg="mod">
          <ac:chgData name="Se-Hoon Han" userId="70263205-781f-48f0-a54e-469ab1d08896" providerId="ADAL" clId="{99A44C34-6DB4-4D28-A878-85AFF787F6DF}" dt="2026-10-23T07:30:23.382" v="4667" actId="2711"/>
          <ac:spMkLst>
            <pc:docMk/>
            <pc:sldMk cId="614940156" sldId="437"/>
            <ac:spMk id="10" creationId="{A9C99B86-8FD0-2B92-081A-A01291B8038E}"/>
          </ac:spMkLst>
        </pc:spChg>
        <pc:spChg chg="mod">
          <ac:chgData name="Se-Hoon Han" userId="70263205-781f-48f0-a54e-469ab1d08896" providerId="ADAL" clId="{99A44C34-6DB4-4D28-A878-85AFF787F6DF}" dt="2026-10-23T07:30:23.382" v="4667" actId="2711"/>
          <ac:spMkLst>
            <pc:docMk/>
            <pc:sldMk cId="614940156" sldId="437"/>
            <ac:spMk id="11" creationId="{825A1EA7-C8F5-E1F1-FC57-E4F1FE778ED1}"/>
          </ac:spMkLst>
        </pc:spChg>
      </pc:sldChg>
      <pc:sldChg chg="addSp delSp modSp mod">
        <pc:chgData name="Se-Hoon Han" userId="70263205-781f-48f0-a54e-469ab1d08896" providerId="ADAL" clId="{99A44C34-6DB4-4D28-A878-85AFF787F6DF}" dt="2026-10-27T01:53:27.702" v="8005" actId="20577"/>
        <pc:sldMkLst>
          <pc:docMk/>
          <pc:sldMk cId="614940156" sldId="438"/>
        </pc:sldMkLst>
        <pc:spChg chg="mod">
          <ac:chgData name="Se-Hoon Han" userId="70263205-781f-48f0-a54e-469ab1d08896" providerId="ADAL" clId="{99A44C34-6DB4-4D28-A878-85AFF787F6DF}" dt="2026-10-23T07:30:31.518" v="4668" actId="2711"/>
          <ac:spMkLst>
            <pc:docMk/>
            <pc:sldMk cId="614940156" sldId="438"/>
            <ac:spMk id="2" creationId="{D7649DCD-4E76-7730-5B23-D4DF5FAF320B}"/>
          </ac:spMkLst>
        </pc:spChg>
        <pc:spChg chg="mod">
          <ac:chgData name="Se-Hoon Han" userId="70263205-781f-48f0-a54e-469ab1d08896" providerId="ADAL" clId="{99A44C34-6DB4-4D28-A878-85AFF787F6DF}" dt="2026-10-23T07:30:31.518" v="4668" actId="2711"/>
          <ac:spMkLst>
            <pc:docMk/>
            <pc:sldMk cId="614940156" sldId="438"/>
            <ac:spMk id="3" creationId="{7B3E529F-5328-DC5D-FAB1-63A89A50A4F6}"/>
          </ac:spMkLst>
        </pc:spChg>
        <pc:spChg chg="mod">
          <ac:chgData name="Se-Hoon Han" userId="70263205-781f-48f0-a54e-469ab1d08896" providerId="ADAL" clId="{99A44C34-6DB4-4D28-A878-85AFF787F6DF}" dt="2026-10-23T07:30:31.518" v="4668" actId="2711"/>
          <ac:spMkLst>
            <pc:docMk/>
            <pc:sldMk cId="614940156" sldId="438"/>
            <ac:spMk id="4" creationId="{F9779939-DF27-B8B3-8AD1-3CF4A0173945}"/>
          </ac:spMkLst>
        </pc:spChg>
        <pc:spChg chg="mod">
          <ac:chgData name="Se-Hoon Han" userId="70263205-781f-48f0-a54e-469ab1d08896" providerId="ADAL" clId="{99A44C34-6DB4-4D28-A878-85AFF787F6DF}" dt="2026-10-27T01:50:30.512" v="7900" actId="20577"/>
          <ac:spMkLst>
            <pc:docMk/>
            <pc:sldMk cId="614940156" sldId="438"/>
            <ac:spMk id="8" creationId="{ABF4674E-9223-31E3-9C4E-FE8C39BF3D03}"/>
          </ac:spMkLst>
        </pc:spChg>
        <pc:spChg chg="add mod">
          <ac:chgData name="Se-Hoon Han" userId="70263205-781f-48f0-a54e-469ab1d08896" providerId="ADAL" clId="{99A44C34-6DB4-4D28-A878-85AFF787F6DF}" dt="2026-10-23T07:30:31.518" v="4668" actId="2711"/>
          <ac:spMkLst>
            <pc:docMk/>
            <pc:sldMk cId="614940156" sldId="438"/>
            <ac:spMk id="9" creationId="{360C5747-CF92-616A-A101-37B11D9CECC7}"/>
          </ac:spMkLst>
        </pc:spChg>
        <pc:spChg chg="mod">
          <ac:chgData name="Se-Hoon Han" userId="70263205-781f-48f0-a54e-469ab1d08896" providerId="ADAL" clId="{99A44C34-6DB4-4D28-A878-85AFF787F6DF}" dt="2026-10-23T07:30:31.518" v="4668" actId="2711"/>
          <ac:spMkLst>
            <pc:docMk/>
            <pc:sldMk cId="614940156" sldId="438"/>
            <ac:spMk id="10" creationId="{A9C99B86-8FD0-2B92-081A-A01291B8038E}"/>
          </ac:spMkLst>
        </pc:spChg>
        <pc:spChg chg="mod">
          <ac:chgData name="Se-Hoon Han" userId="70263205-781f-48f0-a54e-469ab1d08896" providerId="ADAL" clId="{99A44C34-6DB4-4D28-A878-85AFF787F6DF}" dt="2026-10-23T07:30:31.518" v="4668" actId="2711"/>
          <ac:spMkLst>
            <pc:docMk/>
            <pc:sldMk cId="614940156" sldId="438"/>
            <ac:spMk id="11" creationId="{825A1EA7-C8F5-E1F1-FC57-E4F1FE778ED1}"/>
          </ac:spMkLst>
        </pc:spChg>
        <pc:spChg chg="add mod">
          <ac:chgData name="Se-Hoon Han" userId="70263205-781f-48f0-a54e-469ab1d08896" providerId="ADAL" clId="{99A44C34-6DB4-4D28-A878-85AFF787F6DF}" dt="2026-10-27T01:53:27.702" v="8005" actId="20577"/>
          <ac:spMkLst>
            <pc:docMk/>
            <pc:sldMk cId="614940156" sldId="438"/>
            <ac:spMk id="13" creationId="{AB8AD063-1277-368B-D922-FDC36709273B}"/>
          </ac:spMkLst>
        </pc:spChg>
      </pc:sldChg>
      <pc:sldChg chg="modSp mod">
        <pc:chgData name="Se-Hoon Han" userId="70263205-781f-48f0-a54e-469ab1d08896" providerId="ADAL" clId="{99A44C34-6DB4-4D28-A878-85AFF787F6DF}" dt="2026-10-23T07:30:36.231" v="4669" actId="2711"/>
        <pc:sldMkLst>
          <pc:docMk/>
          <pc:sldMk cId="488768465" sldId="439"/>
        </pc:sldMkLst>
        <pc:spChg chg="mod">
          <ac:chgData name="Se-Hoon Han" userId="70263205-781f-48f0-a54e-469ab1d08896" providerId="ADAL" clId="{99A44C34-6DB4-4D28-A878-85AFF787F6DF}" dt="2026-10-23T07:30:36.231" v="4669" actId="2711"/>
          <ac:spMkLst>
            <pc:docMk/>
            <pc:sldMk cId="488768465" sldId="439"/>
            <ac:spMk id="2" creationId="{AE6E3353-3227-9D17-17DE-056494B55360}"/>
          </ac:spMkLst>
        </pc:spChg>
        <pc:spChg chg="mod">
          <ac:chgData name="Se-Hoon Han" userId="70263205-781f-48f0-a54e-469ab1d08896" providerId="ADAL" clId="{99A44C34-6DB4-4D28-A878-85AFF787F6DF}" dt="2026-10-23T07:30:36.231" v="4669" actId="2711"/>
          <ac:spMkLst>
            <pc:docMk/>
            <pc:sldMk cId="488768465" sldId="439"/>
            <ac:spMk id="3" creationId="{34BFE6D7-3823-D11E-4CD0-2DC188FA122A}"/>
          </ac:spMkLst>
        </pc:spChg>
        <pc:spChg chg="mod">
          <ac:chgData name="Se-Hoon Han" userId="70263205-781f-48f0-a54e-469ab1d08896" providerId="ADAL" clId="{99A44C34-6DB4-4D28-A878-85AFF787F6DF}" dt="2026-10-23T07:30:36.231" v="4669" actId="2711"/>
          <ac:spMkLst>
            <pc:docMk/>
            <pc:sldMk cId="488768465" sldId="439"/>
            <ac:spMk id="4" creationId="{FDE9E218-F110-DA3C-DE6D-4687D76AC90D}"/>
          </ac:spMkLst>
        </pc:spChg>
      </pc:sldChg>
      <pc:sldChg chg="addSp delSp modSp mod">
        <pc:chgData name="Se-Hoon Han" userId="70263205-781f-48f0-a54e-469ab1d08896" providerId="ADAL" clId="{99A44C34-6DB4-4D28-A878-85AFF787F6DF}" dt="2026-10-27T12:21:51.631" v="11320" actId="20577"/>
        <pc:sldMkLst>
          <pc:docMk/>
          <pc:sldMk cId="614940156" sldId="441"/>
        </pc:sldMkLst>
        <pc:spChg chg="mod">
          <ac:chgData name="Se-Hoon Han" userId="70263205-781f-48f0-a54e-469ab1d08896" providerId="ADAL" clId="{99A44C34-6DB4-4D28-A878-85AFF787F6DF}" dt="2026-10-23T07:30:40.242" v="4670" actId="2711"/>
          <ac:spMkLst>
            <pc:docMk/>
            <pc:sldMk cId="614940156" sldId="441"/>
            <ac:spMk id="2" creationId="{D7649DCD-4E76-7730-5B23-D4DF5FAF320B}"/>
          </ac:spMkLst>
        </pc:spChg>
        <pc:spChg chg="mod">
          <ac:chgData name="Se-Hoon Han" userId="70263205-781f-48f0-a54e-469ab1d08896" providerId="ADAL" clId="{99A44C34-6DB4-4D28-A878-85AFF787F6DF}" dt="2026-10-23T07:30:40.242" v="4670" actId="2711"/>
          <ac:spMkLst>
            <pc:docMk/>
            <pc:sldMk cId="614940156" sldId="441"/>
            <ac:spMk id="3" creationId="{7B3E529F-5328-DC5D-FAB1-63A89A50A4F6}"/>
          </ac:spMkLst>
        </pc:spChg>
        <pc:spChg chg="mod">
          <ac:chgData name="Se-Hoon Han" userId="70263205-781f-48f0-a54e-469ab1d08896" providerId="ADAL" clId="{99A44C34-6DB4-4D28-A878-85AFF787F6DF}" dt="2026-10-23T07:30:40.242" v="4670" actId="2711"/>
          <ac:spMkLst>
            <pc:docMk/>
            <pc:sldMk cId="614940156" sldId="441"/>
            <ac:spMk id="10" creationId="{A9C99B86-8FD0-2B92-081A-A01291B8038E}"/>
          </ac:spMkLst>
        </pc:spChg>
        <pc:spChg chg="mod">
          <ac:chgData name="Se-Hoon Han" userId="70263205-781f-48f0-a54e-469ab1d08896" providerId="ADAL" clId="{99A44C34-6DB4-4D28-A878-85AFF787F6DF}" dt="2026-10-23T08:08:37.743" v="6587" actId="20577"/>
          <ac:spMkLst>
            <pc:docMk/>
            <pc:sldMk cId="614940156" sldId="441"/>
            <ac:spMk id="11" creationId="{825A1EA7-C8F5-E1F1-FC57-E4F1FE778ED1}"/>
          </ac:spMkLst>
        </pc:spChg>
        <pc:graphicFrameChg chg="add mod modGraphic">
          <ac:chgData name="Se-Hoon Han" userId="70263205-781f-48f0-a54e-469ab1d08896" providerId="ADAL" clId="{99A44C34-6DB4-4D28-A878-85AFF787F6DF}" dt="2026-10-27T12:21:51.631" v="11320" actId="20577"/>
          <ac:graphicFrameMkLst>
            <pc:docMk/>
            <pc:sldMk cId="614940156" sldId="441"/>
            <ac:graphicFrameMk id="23" creationId="{127FBFCC-F30B-562D-460A-C06D2413FAF6}"/>
          </ac:graphicFrameMkLst>
        </pc:graphicFrameChg>
      </pc:sldChg>
      <pc:sldChg chg="modSp mod">
        <pc:chgData name="Se-Hoon Han" userId="70263205-781f-48f0-a54e-469ab1d08896" providerId="ADAL" clId="{99A44C34-6DB4-4D28-A878-85AFF787F6DF}" dt="2026-10-27T11:57:32.983" v="11198" actId="13926"/>
        <pc:sldMkLst>
          <pc:docMk/>
          <pc:sldMk cId="614940156" sldId="444"/>
        </pc:sldMkLst>
        <pc:spChg chg="mod">
          <ac:chgData name="Se-Hoon Han" userId="70263205-781f-48f0-a54e-469ab1d08896" providerId="ADAL" clId="{99A44C34-6DB4-4D28-A878-85AFF787F6DF}" dt="2026-10-23T07:31:06.188" v="4673" actId="2711"/>
          <ac:spMkLst>
            <pc:docMk/>
            <pc:sldMk cId="614940156" sldId="444"/>
            <ac:spMk id="2" creationId="{D7649DCD-4E76-7730-5B23-D4DF5FAF320B}"/>
          </ac:spMkLst>
        </pc:spChg>
        <pc:spChg chg="mod">
          <ac:chgData name="Se-Hoon Han" userId="70263205-781f-48f0-a54e-469ab1d08896" providerId="ADAL" clId="{99A44C34-6DB4-4D28-A878-85AFF787F6DF}" dt="2026-10-23T07:31:06.188" v="4673" actId="2711"/>
          <ac:spMkLst>
            <pc:docMk/>
            <pc:sldMk cId="614940156" sldId="444"/>
            <ac:spMk id="3" creationId="{7B3E529F-5328-DC5D-FAB1-63A89A50A4F6}"/>
          </ac:spMkLst>
        </pc:spChg>
        <pc:spChg chg="mod">
          <ac:chgData name="Se-Hoon Han" userId="70263205-781f-48f0-a54e-469ab1d08896" providerId="ADAL" clId="{99A44C34-6DB4-4D28-A878-85AFF787F6DF}" dt="2026-10-23T07:31:06.188" v="4673" actId="2711"/>
          <ac:spMkLst>
            <pc:docMk/>
            <pc:sldMk cId="614940156" sldId="444"/>
            <ac:spMk id="4" creationId="{F9779939-DF27-B8B3-8AD1-3CF4A0173945}"/>
          </ac:spMkLst>
        </pc:spChg>
        <pc:spChg chg="mod">
          <ac:chgData name="Se-Hoon Han" userId="70263205-781f-48f0-a54e-469ab1d08896" providerId="ADAL" clId="{99A44C34-6DB4-4D28-A878-85AFF787F6DF}" dt="2026-10-23T07:31:06.188" v="4673" actId="2711"/>
          <ac:spMkLst>
            <pc:docMk/>
            <pc:sldMk cId="614940156" sldId="444"/>
            <ac:spMk id="6" creationId="{F93B12F7-0974-78C5-8F4E-DBAA82EF2891}"/>
          </ac:spMkLst>
        </pc:spChg>
        <pc:spChg chg="mod">
          <ac:chgData name="Se-Hoon Han" userId="70263205-781f-48f0-a54e-469ab1d08896" providerId="ADAL" clId="{99A44C34-6DB4-4D28-A878-85AFF787F6DF}" dt="2026-10-27T07:45:17.867" v="10355" actId="13926"/>
          <ac:spMkLst>
            <pc:docMk/>
            <pc:sldMk cId="614940156" sldId="444"/>
            <ac:spMk id="7" creationId="{9DA851A3-E7A5-741E-9E9C-6C2730DC0EC1}"/>
          </ac:spMkLst>
        </pc:spChg>
        <pc:spChg chg="mod">
          <ac:chgData name="Se-Hoon Han" userId="70263205-781f-48f0-a54e-469ab1d08896" providerId="ADAL" clId="{99A44C34-6DB4-4D28-A878-85AFF787F6DF}" dt="2026-10-27T11:57:32.983" v="11198" actId="13926"/>
          <ac:spMkLst>
            <pc:docMk/>
            <pc:sldMk cId="614940156" sldId="444"/>
            <ac:spMk id="8" creationId="{ABF4674E-9223-31E3-9C4E-FE8C39BF3D03}"/>
          </ac:spMkLst>
        </pc:spChg>
        <pc:spChg chg="mod">
          <ac:chgData name="Se-Hoon Han" userId="70263205-781f-48f0-a54e-469ab1d08896" providerId="ADAL" clId="{99A44C34-6DB4-4D28-A878-85AFF787F6DF}" dt="2026-10-23T07:31:06.188" v="4673" actId="2711"/>
          <ac:spMkLst>
            <pc:docMk/>
            <pc:sldMk cId="614940156" sldId="444"/>
            <ac:spMk id="10" creationId="{A9C99B86-8FD0-2B92-081A-A01291B8038E}"/>
          </ac:spMkLst>
        </pc:spChg>
        <pc:spChg chg="mod">
          <ac:chgData name="Se-Hoon Han" userId="70263205-781f-48f0-a54e-469ab1d08896" providerId="ADAL" clId="{99A44C34-6DB4-4D28-A878-85AFF787F6DF}" dt="2026-10-23T07:31:06.188" v="4673" actId="2711"/>
          <ac:spMkLst>
            <pc:docMk/>
            <pc:sldMk cId="614940156" sldId="444"/>
            <ac:spMk id="11" creationId="{825A1EA7-C8F5-E1F1-FC57-E4F1FE778ED1}"/>
          </ac:spMkLst>
        </pc:spChg>
      </pc:sldChg>
      <pc:sldChg chg="modSp mod">
        <pc:chgData name="Se-Hoon Han" userId="70263205-781f-48f0-a54e-469ab1d08896" providerId="ADAL" clId="{99A44C34-6DB4-4D28-A878-85AFF787F6DF}" dt="2026-10-27T11:59:26.405" v="11271" actId="20577"/>
        <pc:sldMkLst>
          <pc:docMk/>
          <pc:sldMk cId="614940156" sldId="447"/>
        </pc:sldMkLst>
        <pc:spChg chg="mod">
          <ac:chgData name="Se-Hoon Han" userId="70263205-781f-48f0-a54e-469ab1d08896" providerId="ADAL" clId="{99A44C34-6DB4-4D28-A878-85AFF787F6DF}" dt="2026-10-23T07:31:11.373" v="4674" actId="2711"/>
          <ac:spMkLst>
            <pc:docMk/>
            <pc:sldMk cId="614940156" sldId="447"/>
            <ac:spMk id="2" creationId="{D7649DCD-4E76-7730-5B23-D4DF5FAF320B}"/>
          </ac:spMkLst>
        </pc:spChg>
        <pc:spChg chg="mod">
          <ac:chgData name="Se-Hoon Han" userId="70263205-781f-48f0-a54e-469ab1d08896" providerId="ADAL" clId="{99A44C34-6DB4-4D28-A878-85AFF787F6DF}" dt="2026-10-23T07:31:11.373" v="4674" actId="2711"/>
          <ac:spMkLst>
            <pc:docMk/>
            <pc:sldMk cId="614940156" sldId="447"/>
            <ac:spMk id="3" creationId="{7B3E529F-5328-DC5D-FAB1-63A89A50A4F6}"/>
          </ac:spMkLst>
        </pc:spChg>
        <pc:spChg chg="mod">
          <ac:chgData name="Se-Hoon Han" userId="70263205-781f-48f0-a54e-469ab1d08896" providerId="ADAL" clId="{99A44C34-6DB4-4D28-A878-85AFF787F6DF}" dt="2026-10-23T07:31:11.373" v="4674" actId="2711"/>
          <ac:spMkLst>
            <pc:docMk/>
            <pc:sldMk cId="614940156" sldId="447"/>
            <ac:spMk id="4" creationId="{F9779939-DF27-B8B3-8AD1-3CF4A0173945}"/>
          </ac:spMkLst>
        </pc:spChg>
        <pc:spChg chg="mod">
          <ac:chgData name="Se-Hoon Han" userId="70263205-781f-48f0-a54e-469ab1d08896" providerId="ADAL" clId="{99A44C34-6DB4-4D28-A878-85AFF787F6DF}" dt="2026-10-23T07:31:11.373" v="4674" actId="2711"/>
          <ac:spMkLst>
            <pc:docMk/>
            <pc:sldMk cId="614940156" sldId="447"/>
            <ac:spMk id="6" creationId="{F93B12F7-0974-78C5-8F4E-DBAA82EF2891}"/>
          </ac:spMkLst>
        </pc:spChg>
        <pc:spChg chg="mod">
          <ac:chgData name="Se-Hoon Han" userId="70263205-781f-48f0-a54e-469ab1d08896" providerId="ADAL" clId="{99A44C34-6DB4-4D28-A878-85AFF787F6DF}" dt="2026-10-27T11:59:26.405" v="11271" actId="20577"/>
          <ac:spMkLst>
            <pc:docMk/>
            <pc:sldMk cId="614940156" sldId="447"/>
            <ac:spMk id="7" creationId="{9DA851A3-E7A5-741E-9E9C-6C2730DC0EC1}"/>
          </ac:spMkLst>
        </pc:spChg>
        <pc:spChg chg="mod">
          <ac:chgData name="Se-Hoon Han" userId="70263205-781f-48f0-a54e-469ab1d08896" providerId="ADAL" clId="{99A44C34-6DB4-4D28-A878-85AFF787F6DF}" dt="2026-10-27T07:46:18.146" v="10379" actId="13926"/>
          <ac:spMkLst>
            <pc:docMk/>
            <pc:sldMk cId="614940156" sldId="447"/>
            <ac:spMk id="8" creationId="{ABF4674E-9223-31E3-9C4E-FE8C39BF3D03}"/>
          </ac:spMkLst>
        </pc:spChg>
        <pc:spChg chg="mod">
          <ac:chgData name="Se-Hoon Han" userId="70263205-781f-48f0-a54e-469ab1d08896" providerId="ADAL" clId="{99A44C34-6DB4-4D28-A878-85AFF787F6DF}" dt="2026-10-23T07:31:11.373" v="4674" actId="2711"/>
          <ac:spMkLst>
            <pc:docMk/>
            <pc:sldMk cId="614940156" sldId="447"/>
            <ac:spMk id="10" creationId="{A9C99B86-8FD0-2B92-081A-A01291B8038E}"/>
          </ac:spMkLst>
        </pc:spChg>
        <pc:spChg chg="mod">
          <ac:chgData name="Se-Hoon Han" userId="70263205-781f-48f0-a54e-469ab1d08896" providerId="ADAL" clId="{99A44C34-6DB4-4D28-A878-85AFF787F6DF}" dt="2026-10-23T07:31:11.373" v="4674" actId="2711"/>
          <ac:spMkLst>
            <pc:docMk/>
            <pc:sldMk cId="614940156" sldId="447"/>
            <ac:spMk id="11" creationId="{825A1EA7-C8F5-E1F1-FC57-E4F1FE778ED1}"/>
          </ac:spMkLst>
        </pc:spChg>
      </pc:sldChg>
      <pc:sldChg chg="modSp mod">
        <pc:chgData name="Se-Hoon Han" userId="70263205-781f-48f0-a54e-469ab1d08896" providerId="ADAL" clId="{99A44C34-6DB4-4D28-A878-85AFF787F6DF}" dt="2026-10-23T07:31:17.634" v="4675" actId="2711"/>
        <pc:sldMkLst>
          <pc:docMk/>
          <pc:sldMk cId="488768465" sldId="451"/>
        </pc:sldMkLst>
        <pc:spChg chg="mod">
          <ac:chgData name="Se-Hoon Han" userId="70263205-781f-48f0-a54e-469ab1d08896" providerId="ADAL" clId="{99A44C34-6DB4-4D28-A878-85AFF787F6DF}" dt="2026-10-23T07:31:17.634" v="4675" actId="2711"/>
          <ac:spMkLst>
            <pc:docMk/>
            <pc:sldMk cId="488768465" sldId="451"/>
            <ac:spMk id="2" creationId="{AE6E3353-3227-9D17-17DE-056494B55360}"/>
          </ac:spMkLst>
        </pc:spChg>
        <pc:spChg chg="mod">
          <ac:chgData name="Se-Hoon Han" userId="70263205-781f-48f0-a54e-469ab1d08896" providerId="ADAL" clId="{99A44C34-6DB4-4D28-A878-85AFF787F6DF}" dt="2026-10-23T07:31:17.634" v="4675" actId="2711"/>
          <ac:spMkLst>
            <pc:docMk/>
            <pc:sldMk cId="488768465" sldId="451"/>
            <ac:spMk id="3" creationId="{34BFE6D7-3823-D11E-4CD0-2DC188FA122A}"/>
          </ac:spMkLst>
        </pc:spChg>
        <pc:spChg chg="mod">
          <ac:chgData name="Se-Hoon Han" userId="70263205-781f-48f0-a54e-469ab1d08896" providerId="ADAL" clId="{99A44C34-6DB4-4D28-A878-85AFF787F6DF}" dt="2026-10-23T07:31:17.634" v="4675" actId="2711"/>
          <ac:spMkLst>
            <pc:docMk/>
            <pc:sldMk cId="488768465" sldId="451"/>
            <ac:spMk id="4" creationId="{FDE9E218-F110-DA3C-DE6D-4687D76AC90D}"/>
          </ac:spMkLst>
        </pc:spChg>
      </pc:sldChg>
      <pc:sldChg chg="modSp mod">
        <pc:chgData name="Se-Hoon Han" userId="70263205-781f-48f0-a54e-469ab1d08896" providerId="ADAL" clId="{99A44C34-6DB4-4D28-A878-85AFF787F6DF}" dt="2026-10-27T05:32:27.507" v="9799" actId="20577"/>
        <pc:sldMkLst>
          <pc:docMk/>
          <pc:sldMk cId="614940156" sldId="452"/>
        </pc:sldMkLst>
        <pc:spChg chg="mod">
          <ac:chgData name="Se-Hoon Han" userId="70263205-781f-48f0-a54e-469ab1d08896" providerId="ADAL" clId="{99A44C34-6DB4-4D28-A878-85AFF787F6DF}" dt="2026-10-23T07:31:25.190" v="4676" actId="2711"/>
          <ac:spMkLst>
            <pc:docMk/>
            <pc:sldMk cId="614940156" sldId="452"/>
            <ac:spMk id="2" creationId="{D7649DCD-4E76-7730-5B23-D4DF5FAF320B}"/>
          </ac:spMkLst>
        </pc:spChg>
        <pc:spChg chg="mod">
          <ac:chgData name="Se-Hoon Han" userId="70263205-781f-48f0-a54e-469ab1d08896" providerId="ADAL" clId="{99A44C34-6DB4-4D28-A878-85AFF787F6DF}" dt="2026-10-23T07:31:25.190" v="4676" actId="2711"/>
          <ac:spMkLst>
            <pc:docMk/>
            <pc:sldMk cId="614940156" sldId="452"/>
            <ac:spMk id="3" creationId="{7B3E529F-5328-DC5D-FAB1-63A89A50A4F6}"/>
          </ac:spMkLst>
        </pc:spChg>
        <pc:spChg chg="mod">
          <ac:chgData name="Se-Hoon Han" userId="70263205-781f-48f0-a54e-469ab1d08896" providerId="ADAL" clId="{99A44C34-6DB4-4D28-A878-85AFF787F6DF}" dt="2026-10-23T07:31:25.190" v="4676" actId="2711"/>
          <ac:spMkLst>
            <pc:docMk/>
            <pc:sldMk cId="614940156" sldId="452"/>
            <ac:spMk id="4" creationId="{F9779939-DF27-B8B3-8AD1-3CF4A0173945}"/>
          </ac:spMkLst>
        </pc:spChg>
        <pc:spChg chg="mod">
          <ac:chgData name="Se-Hoon Han" userId="70263205-781f-48f0-a54e-469ab1d08896" providerId="ADAL" clId="{99A44C34-6DB4-4D28-A878-85AFF787F6DF}" dt="2026-10-23T07:31:25.190" v="4676" actId="2711"/>
          <ac:spMkLst>
            <pc:docMk/>
            <pc:sldMk cId="614940156" sldId="452"/>
            <ac:spMk id="6" creationId="{F93B12F7-0974-78C5-8F4E-DBAA82EF2891}"/>
          </ac:spMkLst>
        </pc:spChg>
        <pc:spChg chg="mod">
          <ac:chgData name="Se-Hoon Han" userId="70263205-781f-48f0-a54e-469ab1d08896" providerId="ADAL" clId="{99A44C34-6DB4-4D28-A878-85AFF787F6DF}" dt="2026-10-23T07:33:27.114" v="4690" actId="255"/>
          <ac:spMkLst>
            <pc:docMk/>
            <pc:sldMk cId="614940156" sldId="452"/>
            <ac:spMk id="7" creationId="{9DA851A3-E7A5-741E-9E9C-6C2730DC0EC1}"/>
          </ac:spMkLst>
        </pc:spChg>
        <pc:spChg chg="mod">
          <ac:chgData name="Se-Hoon Han" userId="70263205-781f-48f0-a54e-469ab1d08896" providerId="ADAL" clId="{99A44C34-6DB4-4D28-A878-85AFF787F6DF}" dt="2026-10-27T05:32:27.507" v="9799" actId="20577"/>
          <ac:spMkLst>
            <pc:docMk/>
            <pc:sldMk cId="614940156" sldId="452"/>
            <ac:spMk id="8" creationId="{ABF4674E-9223-31E3-9C4E-FE8C39BF3D03}"/>
          </ac:spMkLst>
        </pc:spChg>
        <pc:spChg chg="mod">
          <ac:chgData name="Se-Hoon Han" userId="70263205-781f-48f0-a54e-469ab1d08896" providerId="ADAL" clId="{99A44C34-6DB4-4D28-A878-85AFF787F6DF}" dt="2026-10-23T07:33:27.114" v="4690" actId="255"/>
          <ac:spMkLst>
            <pc:docMk/>
            <pc:sldMk cId="614940156" sldId="452"/>
            <ac:spMk id="10" creationId="{A9C99B86-8FD0-2B92-081A-A01291B8038E}"/>
          </ac:spMkLst>
        </pc:spChg>
        <pc:spChg chg="mod">
          <ac:chgData name="Se-Hoon Han" userId="70263205-781f-48f0-a54e-469ab1d08896" providerId="ADAL" clId="{99A44C34-6DB4-4D28-A878-85AFF787F6DF}" dt="2026-10-23T07:31:25.190" v="4676" actId="2711"/>
          <ac:spMkLst>
            <pc:docMk/>
            <pc:sldMk cId="614940156" sldId="452"/>
            <ac:spMk id="11" creationId="{825A1EA7-C8F5-E1F1-FC57-E4F1FE778ED1}"/>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29AAD27-AF1E-3276-F64C-E24DD3C9D69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DC106297-72C7-0612-7611-07394736739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371FD7E-7453-412A-9D9A-67248BEACEC8}" type="datetimeFigureOut">
              <a:rPr lang="en-GB" smtClean="0"/>
              <a:t>27/10/2026</a:t>
            </a:fld>
            <a:endParaRPr lang="en-GB"/>
          </a:p>
        </p:txBody>
      </p:sp>
      <p:sp>
        <p:nvSpPr>
          <p:cNvPr id="4" name="Footer Placeholder 3">
            <a:extLst>
              <a:ext uri="{FF2B5EF4-FFF2-40B4-BE49-F238E27FC236}">
                <a16:creationId xmlns:a16="http://schemas.microsoft.com/office/drawing/2014/main" id="{657DE446-DCD2-634E-6E7D-2B6CC9FA70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96E7209B-478D-FE16-8BB2-A67423D4E2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9D9B360-C774-49CA-835F-5A4EA981ED5F}" type="slidenum">
              <a:rPr lang="en-GB" smtClean="0"/>
              <a:t>‹#›</a:t>
            </a:fld>
            <a:endParaRPr lang="en-GB"/>
          </a:p>
        </p:txBody>
      </p:sp>
    </p:spTree>
    <p:extLst>
      <p:ext uri="{BB962C8B-B14F-4D97-AF65-F5344CB8AC3E}">
        <p14:creationId xmlns:p14="http://schemas.microsoft.com/office/powerpoint/2010/main" val="3705006220"/>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735BF1-9CEA-4069-8947-4F338367F244}"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5652C4-8DDB-4486-9682-2F893AB472AD}" type="slidenum">
              <a:rPr lang="en-GB" smtClean="0"/>
              <a:t>‹#›</a:t>
            </a:fld>
            <a:endParaRPr lang="en-GB"/>
          </a:p>
        </p:txBody>
      </p:sp>
    </p:spTree>
    <p:extLst>
      <p:ext uri="{BB962C8B-B14F-4D97-AF65-F5344CB8AC3E}">
        <p14:creationId xmlns:p14="http://schemas.microsoft.com/office/powerpoint/2010/main" val="15925224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7" Type="http://schemas.openxmlformats.org/officeDocument/2006/relationships/image" Target="../media/image1.wmf"/><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1.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2.xml.rels><?xml version="1.0" encoding="UTF-8" standalone="yes"?>
<Relationships xmlns="http://schemas.openxmlformats.org/package/2006/relationships"><Relationship Id="rId3" Type="http://schemas.openxmlformats.org/officeDocument/2006/relationships/hyperlink" Target="https://twitter.com/ForvisMazarsGrp" TargetMode="External"/><Relationship Id="rId2" Type="http://schemas.openxmlformats.org/officeDocument/2006/relationships/hyperlink" Target="https://www.linkedin.com/company/forvis-mazars-group/" TargetMode="External"/><Relationship Id="rId1" Type="http://schemas.openxmlformats.org/officeDocument/2006/relationships/slideMaster" Target="../slideMasters/slideMaster1.xml"/><Relationship Id="rId6" Type="http://schemas.openxmlformats.org/officeDocument/2006/relationships/hyperlink" Target="https://www.youtube.com/@ForvisMazarsGroup" TargetMode="External"/><Relationship Id="rId5" Type="http://schemas.openxmlformats.org/officeDocument/2006/relationships/hyperlink" Target="https://www.facebook.com/ForvisMazarsGroup/" TargetMode="External"/><Relationship Id="rId4" Type="http://schemas.openxmlformats.org/officeDocument/2006/relationships/hyperlink" Target="https://www.instagram.com/forvismazarsgroup/" TargetMode="Externa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1.wmf"/><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B710B25-B2C0-3F46-B52E-75BA79935CD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65792447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page - large frame - true blu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9" name="Picture Placeholder 8">
            <a:extLst>
              <a:ext uri="{FF2B5EF4-FFF2-40B4-BE49-F238E27FC236}">
                <a16:creationId xmlns:a16="http://schemas.microsoft.com/office/drawing/2014/main" id="{5842C18B-1D7A-8DC7-E58C-751F7B000828}"/>
              </a:ext>
            </a:extLst>
          </p:cNvPr>
          <p:cNvSpPr>
            <a:spLocks noGrp="1"/>
          </p:cNvSpPr>
          <p:nvPr>
            <p:ph type="pic" sz="quarter" idx="10"/>
          </p:nvPr>
        </p:nvSpPr>
        <p:spPr>
          <a:xfrm>
            <a:off x="305400" y="304800"/>
            <a:ext cx="11581200" cy="38808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6" name="TextBox 5">
            <a:extLst>
              <a:ext uri="{FF2B5EF4-FFF2-40B4-BE49-F238E27FC236}">
                <a16:creationId xmlns:a16="http://schemas.microsoft.com/office/drawing/2014/main" id="{26222313-E3E8-84C6-CDEF-E7A032ED39D8}"/>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60F69E8D-6EAC-C523-6D4F-3094B23E4F76}"/>
              </a:ext>
            </a:extLst>
          </p:cNvPr>
          <p:cNvGrpSpPr>
            <a:grpSpLocks noChangeAspect="1"/>
          </p:cNvGrpSpPr>
          <p:nvPr userDrawn="1"/>
        </p:nvGrpSpPr>
        <p:grpSpPr>
          <a:xfrm>
            <a:off x="10811963" y="6165234"/>
            <a:ext cx="1080000" cy="453765"/>
            <a:chOff x="1721984" y="2257682"/>
            <a:chExt cx="7247953" cy="3045250"/>
          </a:xfrm>
        </p:grpSpPr>
        <p:sp>
          <p:nvSpPr>
            <p:cNvPr id="5" name="Freihandform: Form 5">
              <a:extLst>
                <a:ext uri="{FF2B5EF4-FFF2-40B4-BE49-F238E27FC236}">
                  <a16:creationId xmlns:a16="http://schemas.microsoft.com/office/drawing/2014/main" id="{D8CCB833-4D26-6E84-CE0F-C6BDD9B360C0}"/>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7" name="Freihandform: Form 7">
              <a:extLst>
                <a:ext uri="{FF2B5EF4-FFF2-40B4-BE49-F238E27FC236}">
                  <a16:creationId xmlns:a16="http://schemas.microsoft.com/office/drawing/2014/main" id="{9D8EF2C9-8044-BF09-7BD5-FC217FC1C36E}"/>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0" name="Freihandform: Form 9">
              <a:extLst>
                <a:ext uri="{FF2B5EF4-FFF2-40B4-BE49-F238E27FC236}">
                  <a16:creationId xmlns:a16="http://schemas.microsoft.com/office/drawing/2014/main" id="{75FFCF2B-36B1-E9E1-6454-DB5E5126A9E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00229647-D500-1E99-3780-98C950CF9967}"/>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DDE1FB26-5287-29DD-E7CC-ABE2C5D8018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42DD437E-E732-01DD-B08A-1341F623BBD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59FA363-CC0C-311C-EA78-2108E0955EE7}"/>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3B195A27-C87C-7EC1-7C14-C3570A80454C}"/>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6BE52C14-7F20-D492-16F6-2D84936494E8}"/>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626B4A82-B6AC-8F7D-83D9-176D53BF040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B8292199-BEAB-8239-63A7-61A652179638}"/>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D53D3ECF-A5D3-63EF-497C-800A752A791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360976100"/>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variant - white background">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pic>
        <p:nvPicPr>
          <p:cNvPr id="3" name="Grafik 11">
            <a:extLst>
              <a:ext uri="{FF2B5EF4-FFF2-40B4-BE49-F238E27FC236}">
                <a16:creationId xmlns:a16="http://schemas.microsoft.com/office/drawing/2014/main" id="{DA62EBDD-3F1D-BDF5-7D5C-3E151E11F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76670873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variant - true blue">
    <p:bg>
      <p:bgPr>
        <a:solidFill>
          <a:schemeClr val="tx2"/>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9672C7E-019D-FBA3-7F09-750C25D0C1D5}"/>
              </a:ext>
            </a:extLst>
          </p:cNvPr>
          <p:cNvSpPr>
            <a:spLocks noGrp="1"/>
          </p:cNvSpPr>
          <p:nvPr>
            <p:ph type="pic" sz="quarter" idx="13"/>
          </p:nvPr>
        </p:nvSpPr>
        <p:spPr>
          <a:xfrm>
            <a:off x="304800" y="304800"/>
            <a:ext cx="11588400" cy="54612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 name="Title 1">
            <a:extLst>
              <a:ext uri="{FF2B5EF4-FFF2-40B4-BE49-F238E27FC236}">
                <a16:creationId xmlns:a16="http://schemas.microsoft.com/office/drawing/2014/main" id="{F7276053-E50C-CB63-D92A-41737B158C28}"/>
              </a:ext>
            </a:extLst>
          </p:cNvPr>
          <p:cNvSpPr>
            <a:spLocks noGrp="1"/>
          </p:cNvSpPr>
          <p:nvPr>
            <p:ph type="title"/>
          </p:nvPr>
        </p:nvSpPr>
        <p:spPr>
          <a:xfrm>
            <a:off x="630000" y="4410000"/>
            <a:ext cx="9000000" cy="360000"/>
          </a:xfrm>
        </p:spPr>
        <p:txBody>
          <a:bodyPr anchor="t"/>
          <a:lstStyle>
            <a:lvl1pPr>
              <a:defRPr>
                <a:solidFill>
                  <a:schemeClr val="bg1"/>
                </a:solidFill>
              </a:defRPr>
            </a:lvl1pPr>
          </a:lstStyle>
          <a:p>
            <a:r>
              <a:rPr lang="ko-KR" altLang="en-US"/>
              <a:t>마스터 제목 스타일 편집</a:t>
            </a:r>
            <a:endParaRPr lang="en-GB" dirty="0"/>
          </a:p>
        </p:txBody>
      </p:sp>
      <p:sp>
        <p:nvSpPr>
          <p:cNvPr id="9" name="Subtitle 2">
            <a:extLst>
              <a:ext uri="{FF2B5EF4-FFF2-40B4-BE49-F238E27FC236}">
                <a16:creationId xmlns:a16="http://schemas.microsoft.com/office/drawing/2014/main" id="{D3FFB69B-3E28-CA70-1686-15A872805004}"/>
              </a:ext>
            </a:extLst>
          </p:cNvPr>
          <p:cNvSpPr>
            <a:spLocks noGrp="1"/>
          </p:cNvSpPr>
          <p:nvPr>
            <p:ph type="subTitle" idx="1" hasCustomPrompt="1"/>
          </p:nvPr>
        </p:nvSpPr>
        <p:spPr>
          <a:xfrm>
            <a:off x="630000" y="4789050"/>
            <a:ext cx="9000000" cy="360000"/>
          </a:xfrm>
        </p:spPr>
        <p:txBody>
          <a:bodyPr/>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0" name="Text Placeholder 10">
            <a:extLst>
              <a:ext uri="{FF2B5EF4-FFF2-40B4-BE49-F238E27FC236}">
                <a16:creationId xmlns:a16="http://schemas.microsoft.com/office/drawing/2014/main" id="{7D72957C-E4A1-D746-E9BB-011A50F22C01}"/>
              </a:ext>
            </a:extLst>
          </p:cNvPr>
          <p:cNvSpPr>
            <a:spLocks noGrp="1"/>
          </p:cNvSpPr>
          <p:nvPr>
            <p:ph type="body" sz="quarter" idx="11" hasCustomPrompt="1"/>
          </p:nvPr>
        </p:nvSpPr>
        <p:spPr>
          <a:xfrm>
            <a:off x="630000" y="5277525"/>
            <a:ext cx="9000000" cy="360000"/>
          </a:xfrm>
        </p:spPr>
        <p:txBody>
          <a:bodyPr/>
          <a:lstStyle>
            <a:lvl1pPr marL="0" indent="0">
              <a:buNone/>
              <a:defRPr sz="2000">
                <a:solidFill>
                  <a:schemeClr val="bg1"/>
                </a:solidFill>
              </a:defRPr>
            </a:lvl1pPr>
          </a:lstStyle>
          <a:p>
            <a:pPr lvl="0"/>
            <a:r>
              <a:rPr lang="en-US" dirty="0"/>
              <a:t>Name, Date, Year</a:t>
            </a:r>
            <a:endParaRPr lang="en-GB" dirty="0"/>
          </a:p>
        </p:txBody>
      </p:sp>
      <p:sp>
        <p:nvSpPr>
          <p:cNvPr id="3" name="TextBox 2">
            <a:extLst>
              <a:ext uri="{FF2B5EF4-FFF2-40B4-BE49-F238E27FC236}">
                <a16:creationId xmlns:a16="http://schemas.microsoft.com/office/drawing/2014/main" id="{4924260D-B98A-A7AC-8629-E5E4D4C12FBE}"/>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4" name="Gruppieren 4">
            <a:extLst>
              <a:ext uri="{FF2B5EF4-FFF2-40B4-BE49-F238E27FC236}">
                <a16:creationId xmlns:a16="http://schemas.microsoft.com/office/drawing/2014/main" id="{1AF32F02-02F7-7E2F-5EB2-8AB49F02BAA2}"/>
              </a:ext>
            </a:extLst>
          </p:cNvPr>
          <p:cNvGrpSpPr>
            <a:grpSpLocks noChangeAspect="1"/>
          </p:cNvGrpSpPr>
          <p:nvPr userDrawn="1"/>
        </p:nvGrpSpPr>
        <p:grpSpPr>
          <a:xfrm>
            <a:off x="10811963" y="6165234"/>
            <a:ext cx="1080000" cy="453765"/>
            <a:chOff x="1721984" y="2257682"/>
            <a:chExt cx="7247953" cy="3045250"/>
          </a:xfrm>
        </p:grpSpPr>
        <p:sp>
          <p:nvSpPr>
            <p:cNvPr id="6" name="Freihandform: Form 5">
              <a:extLst>
                <a:ext uri="{FF2B5EF4-FFF2-40B4-BE49-F238E27FC236}">
                  <a16:creationId xmlns:a16="http://schemas.microsoft.com/office/drawing/2014/main" id="{A82DF783-91BE-0B1F-594A-9BDE3AF2DF72}"/>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8" name="Freihandform: Form 7">
              <a:extLst>
                <a:ext uri="{FF2B5EF4-FFF2-40B4-BE49-F238E27FC236}">
                  <a16:creationId xmlns:a16="http://schemas.microsoft.com/office/drawing/2014/main" id="{1AE181C6-DF38-3B6A-29DC-0514335710F2}"/>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1" name="Freihandform: Form 9">
              <a:extLst>
                <a:ext uri="{FF2B5EF4-FFF2-40B4-BE49-F238E27FC236}">
                  <a16:creationId xmlns:a16="http://schemas.microsoft.com/office/drawing/2014/main" id="{E556F98D-CF46-F45C-E725-39D4E969D18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2" name="Freihandform: Form 11">
              <a:extLst>
                <a:ext uri="{FF2B5EF4-FFF2-40B4-BE49-F238E27FC236}">
                  <a16:creationId xmlns:a16="http://schemas.microsoft.com/office/drawing/2014/main" id="{DCF7744F-4013-AE3D-AB78-30AC2E721431}"/>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3" name="Freihandform: Form 12">
              <a:extLst>
                <a:ext uri="{FF2B5EF4-FFF2-40B4-BE49-F238E27FC236}">
                  <a16:creationId xmlns:a16="http://schemas.microsoft.com/office/drawing/2014/main" id="{6A8A9A34-FDAA-EC87-ACBD-70DC545FFE68}"/>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4" name="Freihandform: Form 13">
              <a:extLst>
                <a:ext uri="{FF2B5EF4-FFF2-40B4-BE49-F238E27FC236}">
                  <a16:creationId xmlns:a16="http://schemas.microsoft.com/office/drawing/2014/main" id="{F21FE68C-6E55-1882-29D0-5AD972D282CF}"/>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5" name="Freihandform: Form 14">
              <a:extLst>
                <a:ext uri="{FF2B5EF4-FFF2-40B4-BE49-F238E27FC236}">
                  <a16:creationId xmlns:a16="http://schemas.microsoft.com/office/drawing/2014/main" id="{6AF80BBB-B267-E2A9-3663-7BD9FF7A9BAE}"/>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6" name="Freihandform: Form 15">
              <a:extLst>
                <a:ext uri="{FF2B5EF4-FFF2-40B4-BE49-F238E27FC236}">
                  <a16:creationId xmlns:a16="http://schemas.microsoft.com/office/drawing/2014/main" id="{F1986D68-2438-502E-D769-1DE90DD71CE3}"/>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7" name="Freihandform: Form 16">
              <a:extLst>
                <a:ext uri="{FF2B5EF4-FFF2-40B4-BE49-F238E27FC236}">
                  <a16:creationId xmlns:a16="http://schemas.microsoft.com/office/drawing/2014/main" id="{72F092E1-B34B-E0A7-83B2-6614DDCDA1D6}"/>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8" name="Freihandform: Form 17">
              <a:extLst>
                <a:ext uri="{FF2B5EF4-FFF2-40B4-BE49-F238E27FC236}">
                  <a16:creationId xmlns:a16="http://schemas.microsoft.com/office/drawing/2014/main" id="{FE398BD6-EEC5-437E-E55B-C14762FB717A}"/>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19" name="Freihandform: Form 18">
              <a:extLst>
                <a:ext uri="{FF2B5EF4-FFF2-40B4-BE49-F238E27FC236}">
                  <a16:creationId xmlns:a16="http://schemas.microsoft.com/office/drawing/2014/main" id="{31917980-0094-58C0-0C63-F1A3B14E61A7}"/>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0" name="Freihandform: Form 19">
              <a:extLst>
                <a:ext uri="{FF2B5EF4-FFF2-40B4-BE49-F238E27FC236}">
                  <a16:creationId xmlns:a16="http://schemas.microsoft.com/office/drawing/2014/main" id="{03E446E7-776A-D674-727D-F1DC674B357D}"/>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30310002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1 (shape)">
    <p:spTree>
      <p:nvGrpSpPr>
        <p:cNvPr id="1" name=""/>
        <p:cNvGrpSpPr/>
        <p:nvPr/>
      </p:nvGrpSpPr>
      <p:grpSpPr>
        <a:xfrm>
          <a:off x="0" y="0"/>
          <a:ext cx="0" cy="0"/>
          <a:chOff x="0" y="0"/>
          <a:chExt cx="0" cy="0"/>
        </a:xfrm>
      </p:grpSpPr>
      <p:pic>
        <p:nvPicPr>
          <p:cNvPr id="9" name="Picture 8" descr="A city skyline at night&#10;&#10;Description automatically generated">
            <a:extLst>
              <a:ext uri="{FF2B5EF4-FFF2-40B4-BE49-F238E27FC236}">
                <a16:creationId xmlns:a16="http://schemas.microsoft.com/office/drawing/2014/main" id="{8023B119-BF14-0762-F3EF-63C9E5A9C2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3FAD8840-041F-A3D8-1509-F5EADE485C8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BAB0110-FF2C-8EE6-125B-57AD0A5D3266}"/>
              </a:ext>
            </a:extLst>
          </p:cNvPr>
          <p:cNvSpPr/>
          <p:nvPr userDrawn="1"/>
        </p:nvSpPr>
        <p:spPr>
          <a:xfrm>
            <a:off x="25215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6321216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2 (shape)">
    <p:spTree>
      <p:nvGrpSpPr>
        <p:cNvPr id="1" name=""/>
        <p:cNvGrpSpPr/>
        <p:nvPr/>
      </p:nvGrpSpPr>
      <p:grpSpPr>
        <a:xfrm>
          <a:off x="0" y="0"/>
          <a:ext cx="0" cy="0"/>
          <a:chOff x="0" y="0"/>
          <a:chExt cx="0" cy="0"/>
        </a:xfrm>
      </p:grpSpPr>
      <p:pic>
        <p:nvPicPr>
          <p:cNvPr id="9" name="Picture 8" descr="A road with a yellow car on it&#10;&#10;Description automatically generated">
            <a:extLst>
              <a:ext uri="{FF2B5EF4-FFF2-40B4-BE49-F238E27FC236}">
                <a16:creationId xmlns:a16="http://schemas.microsoft.com/office/drawing/2014/main" id="{6DD5C5F7-2A1C-8F92-7E7A-AD378379D6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13235"/>
            <a:ext cx="11581200" cy="3877165"/>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D6BDED7B-DD3A-263E-B8E2-C2EEEA63C33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14" name="Supergraphic - shape">
            <a:extLst>
              <a:ext uri="{FF2B5EF4-FFF2-40B4-BE49-F238E27FC236}">
                <a16:creationId xmlns:a16="http://schemas.microsoft.com/office/drawing/2014/main" id="{13D132C5-29D3-C65F-52CB-42679B23D596}"/>
              </a:ext>
            </a:extLst>
          </p:cNvPr>
          <p:cNvSpPr/>
          <p:nvPr userDrawn="1"/>
        </p:nvSpPr>
        <p:spPr>
          <a:xfrm>
            <a:off x="2973600" y="318792"/>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849648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3 (shape)">
    <p:spTree>
      <p:nvGrpSpPr>
        <p:cNvPr id="1" name=""/>
        <p:cNvGrpSpPr/>
        <p:nvPr/>
      </p:nvGrpSpPr>
      <p:grpSpPr>
        <a:xfrm>
          <a:off x="0" y="0"/>
          <a:ext cx="0" cy="0"/>
          <a:chOff x="0" y="0"/>
          <a:chExt cx="0" cy="0"/>
        </a:xfrm>
      </p:grpSpPr>
      <p:pic>
        <p:nvPicPr>
          <p:cNvPr id="12" name="Picture 11" descr="A close up of a building&#10;&#10;Description automatically generated">
            <a:extLst>
              <a:ext uri="{FF2B5EF4-FFF2-40B4-BE49-F238E27FC236}">
                <a16:creationId xmlns:a16="http://schemas.microsoft.com/office/drawing/2014/main" id="{4B64D943-7426-9A0C-37E7-D0300DE75A6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2004A3E1-9766-D2A9-53F4-1AEC39F0809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7" name="Supergraphic - shape">
            <a:extLst>
              <a:ext uri="{FF2B5EF4-FFF2-40B4-BE49-F238E27FC236}">
                <a16:creationId xmlns:a16="http://schemas.microsoft.com/office/drawing/2014/main" id="{6CF91860-6C86-705F-9C02-E037FF5EF9E3}"/>
              </a:ext>
            </a:extLst>
          </p:cNvPr>
          <p:cNvSpPr/>
          <p:nvPr userDrawn="1"/>
        </p:nvSpPr>
        <p:spPr>
          <a:xfrm>
            <a:off x="5941209" y="314369"/>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07002677"/>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4 (shape)">
    <p:spTree>
      <p:nvGrpSpPr>
        <p:cNvPr id="1" name=""/>
        <p:cNvGrpSpPr/>
        <p:nvPr/>
      </p:nvGrpSpPr>
      <p:grpSpPr>
        <a:xfrm>
          <a:off x="0" y="0"/>
          <a:ext cx="0" cy="0"/>
          <a:chOff x="0" y="0"/>
          <a:chExt cx="0" cy="0"/>
        </a:xfrm>
      </p:grpSpPr>
      <p:pic>
        <p:nvPicPr>
          <p:cNvPr id="9" name="Picture 8" descr="A person looking up to the sky&#10;&#10;Description automatically generated">
            <a:extLst>
              <a:ext uri="{FF2B5EF4-FFF2-40B4-BE49-F238E27FC236}">
                <a16:creationId xmlns:a16="http://schemas.microsoft.com/office/drawing/2014/main" id="{41C57A33-9F00-B0BB-DC5D-FF8CB1EBE99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tx1"/>
                </a:solidFill>
              </a:defRPr>
            </a:lvl1pPr>
          </a:lstStyle>
          <a:p>
            <a:pPr lvl="0"/>
            <a:r>
              <a:rPr lang="en-US" dirty="0"/>
              <a:t>Name, Date, Year</a:t>
            </a:r>
            <a:endParaRPr lang="en-GB" dirty="0"/>
          </a:p>
        </p:txBody>
      </p:sp>
      <p:pic>
        <p:nvPicPr>
          <p:cNvPr id="4" name="Grafik 11">
            <a:extLst>
              <a:ext uri="{FF2B5EF4-FFF2-40B4-BE49-F238E27FC236}">
                <a16:creationId xmlns:a16="http://schemas.microsoft.com/office/drawing/2014/main" id="{5954B60F-7996-FE11-B73E-1414D95F6F88}"/>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
        <p:nvSpPr>
          <p:cNvPr id="5" name="Supergraphic - shape">
            <a:extLst>
              <a:ext uri="{FF2B5EF4-FFF2-40B4-BE49-F238E27FC236}">
                <a16:creationId xmlns:a16="http://schemas.microsoft.com/office/drawing/2014/main" id="{C45D0F22-A111-12FA-7F9B-384BF395E0A1}"/>
              </a:ext>
            </a:extLst>
          </p:cNvPr>
          <p:cNvSpPr/>
          <p:nvPr userDrawn="1"/>
        </p:nvSpPr>
        <p:spPr>
          <a:xfrm>
            <a:off x="3360601" y="306000"/>
            <a:ext cx="4138546" cy="3871608"/>
          </a:xfrm>
          <a:prstGeom prst="parallelogram">
            <a:avLst>
              <a:gd name="adj" fmla="val 36136"/>
            </a:avLst>
          </a:prstGeom>
          <a:solidFill>
            <a:schemeClr val="bg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71614494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Cover with supergraphic_5 (image)">
    <p:bg>
      <p:bgPr>
        <a:solidFill>
          <a:schemeClr val="tx2"/>
        </a:solidFill>
        <a:effectLst/>
      </p:bgPr>
    </p:bg>
    <p:spTree>
      <p:nvGrpSpPr>
        <p:cNvPr id="1" name=""/>
        <p:cNvGrpSpPr/>
        <p:nvPr/>
      </p:nvGrpSpPr>
      <p:grpSpPr>
        <a:xfrm>
          <a:off x="0" y="0"/>
          <a:ext cx="0" cy="0"/>
          <a:chOff x="0" y="0"/>
          <a:chExt cx="0" cy="0"/>
        </a:xfrm>
      </p:grpSpPr>
      <p:pic>
        <p:nvPicPr>
          <p:cNvPr id="10" name="Picture 9" descr="A bridge with arches and a body of water&#10;&#10;Description automatically generated">
            <a:extLst>
              <a:ext uri="{FF2B5EF4-FFF2-40B4-BE49-F238E27FC236}">
                <a16:creationId xmlns:a16="http://schemas.microsoft.com/office/drawing/2014/main" id="{9A13D504-A754-8469-21D4-BBB2BAB76E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4800" y="304800"/>
            <a:ext cx="11581200" cy="3881177"/>
          </a:xfrm>
          <a:prstGeom prst="rect">
            <a:avLst/>
          </a:prstGeom>
        </p:spPr>
      </p:pic>
      <p:sp>
        <p:nvSpPr>
          <p:cNvPr id="2" name="Title 1">
            <a:extLst>
              <a:ext uri="{FF2B5EF4-FFF2-40B4-BE49-F238E27FC236}">
                <a16:creationId xmlns:a16="http://schemas.microsoft.com/office/drawing/2014/main" id="{B6947878-4CC5-2F38-EC5C-CE288DFC692B}"/>
              </a:ext>
            </a:extLst>
          </p:cNvPr>
          <p:cNvSpPr>
            <a:spLocks noGrp="1"/>
          </p:cNvSpPr>
          <p:nvPr>
            <p:ph type="ctrTitle" hasCustomPrompt="1"/>
          </p:nvPr>
        </p:nvSpPr>
        <p:spPr>
          <a:xfrm>
            <a:off x="306000" y="4550400"/>
            <a:ext cx="11581200" cy="360000"/>
          </a:xfrm>
        </p:spPr>
        <p:txBody>
          <a:bodyPr anchor="t"/>
          <a:lstStyle>
            <a:lvl1pPr algn="l">
              <a:defRPr sz="2400">
                <a:solidFill>
                  <a:schemeClr val="bg1"/>
                </a:solidFill>
              </a:defRPr>
            </a:lvl1pPr>
          </a:lstStyle>
          <a:p>
            <a:r>
              <a:rPr lang="en-US" dirty="0"/>
              <a:t>Title</a:t>
            </a:r>
            <a:endParaRPr lang="en-GB" dirty="0"/>
          </a:p>
        </p:txBody>
      </p:sp>
      <p:sp>
        <p:nvSpPr>
          <p:cNvPr id="3" name="Subtitle 2">
            <a:extLst>
              <a:ext uri="{FF2B5EF4-FFF2-40B4-BE49-F238E27FC236}">
                <a16:creationId xmlns:a16="http://schemas.microsoft.com/office/drawing/2014/main" id="{FC404444-F2E0-6C9C-4C6D-05AB61391266}"/>
              </a:ext>
            </a:extLst>
          </p:cNvPr>
          <p:cNvSpPr>
            <a:spLocks noGrp="1"/>
          </p:cNvSpPr>
          <p:nvPr>
            <p:ph type="subTitle" idx="1" hasCustomPrompt="1"/>
          </p:nvPr>
        </p:nvSpPr>
        <p:spPr>
          <a:xfrm>
            <a:off x="306000" y="4910400"/>
            <a:ext cx="11581200" cy="360000"/>
          </a:xfrm>
        </p:spPr>
        <p:txBody>
          <a:bodyPr anchor="t"/>
          <a:lstStyle>
            <a:lvl1pPr marL="0" indent="0" algn="l">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endParaRPr lang="en-GB" dirty="0"/>
          </a:p>
        </p:txBody>
      </p:sp>
      <p:sp>
        <p:nvSpPr>
          <p:cNvPr id="11" name="Text Placeholder 10">
            <a:extLst>
              <a:ext uri="{FF2B5EF4-FFF2-40B4-BE49-F238E27FC236}">
                <a16:creationId xmlns:a16="http://schemas.microsoft.com/office/drawing/2014/main" id="{A4795539-9F7B-3A76-36CE-3A8633FDF0EB}"/>
              </a:ext>
            </a:extLst>
          </p:cNvPr>
          <p:cNvSpPr>
            <a:spLocks noGrp="1"/>
          </p:cNvSpPr>
          <p:nvPr>
            <p:ph type="body" sz="quarter" idx="11" hasCustomPrompt="1"/>
          </p:nvPr>
        </p:nvSpPr>
        <p:spPr>
          <a:xfrm>
            <a:off x="306000" y="6249600"/>
            <a:ext cx="9000000" cy="360000"/>
          </a:xfrm>
        </p:spPr>
        <p:txBody>
          <a:bodyPr anchor="t"/>
          <a:lstStyle>
            <a:lvl1pPr marL="0" indent="0">
              <a:buNone/>
              <a:defRPr sz="2000">
                <a:solidFill>
                  <a:schemeClr val="bg1"/>
                </a:solidFill>
              </a:defRPr>
            </a:lvl1pPr>
          </a:lstStyle>
          <a:p>
            <a:pPr lvl="0"/>
            <a:r>
              <a:rPr lang="en-US" dirty="0"/>
              <a:t>Name, Date, Year</a:t>
            </a:r>
            <a:endParaRPr lang="en-GB" dirty="0"/>
          </a:p>
        </p:txBody>
      </p:sp>
      <p:grpSp>
        <p:nvGrpSpPr>
          <p:cNvPr id="7" name="Gruppieren 4">
            <a:extLst>
              <a:ext uri="{FF2B5EF4-FFF2-40B4-BE49-F238E27FC236}">
                <a16:creationId xmlns:a16="http://schemas.microsoft.com/office/drawing/2014/main" id="{896058C6-59EF-7FF4-FC6F-F9FED024BB3C}"/>
              </a:ext>
            </a:extLst>
          </p:cNvPr>
          <p:cNvGrpSpPr>
            <a:grpSpLocks noChangeAspect="1"/>
          </p:cNvGrpSpPr>
          <p:nvPr userDrawn="1"/>
        </p:nvGrpSpPr>
        <p:grpSpPr>
          <a:xfrm>
            <a:off x="10811963" y="6165234"/>
            <a:ext cx="1080000" cy="453765"/>
            <a:chOff x="1721984" y="2257682"/>
            <a:chExt cx="7247953" cy="3045250"/>
          </a:xfrm>
        </p:grpSpPr>
        <p:sp>
          <p:nvSpPr>
            <p:cNvPr id="8" name="Freihandform: Form 5">
              <a:extLst>
                <a:ext uri="{FF2B5EF4-FFF2-40B4-BE49-F238E27FC236}">
                  <a16:creationId xmlns:a16="http://schemas.microsoft.com/office/drawing/2014/main" id="{F35D3F7C-1E2A-5E1C-BA59-85AFEE7607AB}"/>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9" name="Freihandform: Form 7">
              <a:extLst>
                <a:ext uri="{FF2B5EF4-FFF2-40B4-BE49-F238E27FC236}">
                  <a16:creationId xmlns:a16="http://schemas.microsoft.com/office/drawing/2014/main" id="{602E3AA9-808E-E0E7-18A3-6A189D961178}"/>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2" name="Freihandform: Form 9">
              <a:extLst>
                <a:ext uri="{FF2B5EF4-FFF2-40B4-BE49-F238E27FC236}">
                  <a16:creationId xmlns:a16="http://schemas.microsoft.com/office/drawing/2014/main" id="{C9123806-AB4B-2C2A-0F3E-0E4F98D85578}"/>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3" name="Freihandform: Form 11">
              <a:extLst>
                <a:ext uri="{FF2B5EF4-FFF2-40B4-BE49-F238E27FC236}">
                  <a16:creationId xmlns:a16="http://schemas.microsoft.com/office/drawing/2014/main" id="{41EB2DAB-ACE6-3BBC-F02D-B4945BF49558}"/>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4" name="Freihandform: Form 12">
              <a:extLst>
                <a:ext uri="{FF2B5EF4-FFF2-40B4-BE49-F238E27FC236}">
                  <a16:creationId xmlns:a16="http://schemas.microsoft.com/office/drawing/2014/main" id="{3167F366-62F3-9735-481A-A36AAB4B15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5" name="Freihandform: Form 13">
              <a:extLst>
                <a:ext uri="{FF2B5EF4-FFF2-40B4-BE49-F238E27FC236}">
                  <a16:creationId xmlns:a16="http://schemas.microsoft.com/office/drawing/2014/main" id="{69C920B0-3C6C-3B11-32FC-23FDC2AF68E7}"/>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6" name="Freihandform: Form 14">
              <a:extLst>
                <a:ext uri="{FF2B5EF4-FFF2-40B4-BE49-F238E27FC236}">
                  <a16:creationId xmlns:a16="http://schemas.microsoft.com/office/drawing/2014/main" id="{5B10CF88-A1EA-15AA-8393-69A61075AD9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7" name="Freihandform: Form 15">
              <a:extLst>
                <a:ext uri="{FF2B5EF4-FFF2-40B4-BE49-F238E27FC236}">
                  <a16:creationId xmlns:a16="http://schemas.microsoft.com/office/drawing/2014/main" id="{37DBDD91-7C71-5295-6FBE-4C5334A4C49F}"/>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8" name="Freihandform: Form 16">
              <a:extLst>
                <a:ext uri="{FF2B5EF4-FFF2-40B4-BE49-F238E27FC236}">
                  <a16:creationId xmlns:a16="http://schemas.microsoft.com/office/drawing/2014/main" id="{0C951265-3EB5-5C9C-2173-84E38E5047C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19" name="Freihandform: Form 17">
              <a:extLst>
                <a:ext uri="{FF2B5EF4-FFF2-40B4-BE49-F238E27FC236}">
                  <a16:creationId xmlns:a16="http://schemas.microsoft.com/office/drawing/2014/main" id="{9D70ADE5-F2C3-1B51-8E1C-3F1218919A63}"/>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0" name="Freihandform: Form 18">
              <a:extLst>
                <a:ext uri="{FF2B5EF4-FFF2-40B4-BE49-F238E27FC236}">
                  <a16:creationId xmlns:a16="http://schemas.microsoft.com/office/drawing/2014/main" id="{7C7AB827-C0F9-7C59-1EBB-9EF0B644976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1" name="Freihandform: Form 19">
              <a:extLst>
                <a:ext uri="{FF2B5EF4-FFF2-40B4-BE49-F238E27FC236}">
                  <a16:creationId xmlns:a16="http://schemas.microsoft.com/office/drawing/2014/main" id="{9C59B2AB-0A92-431C-3EBD-0C2A4A6C091E}"/>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4" name="TextBox 3">
            <a:extLst>
              <a:ext uri="{FF2B5EF4-FFF2-40B4-BE49-F238E27FC236}">
                <a16:creationId xmlns:a16="http://schemas.microsoft.com/office/drawing/2014/main" id="{2F23C315-E9D3-E85D-FDA8-A4722F106C10}"/>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6" name="Supergraphic - shape">
            <a:extLst>
              <a:ext uri="{FF2B5EF4-FFF2-40B4-BE49-F238E27FC236}">
                <a16:creationId xmlns:a16="http://schemas.microsoft.com/office/drawing/2014/main" id="{9728FCA0-32CC-388D-0770-807193532C2B}"/>
              </a:ext>
            </a:extLst>
          </p:cNvPr>
          <p:cNvSpPr/>
          <p:nvPr userDrawn="1"/>
        </p:nvSpPr>
        <p:spPr>
          <a:xfrm>
            <a:off x="5770929" y="304800"/>
            <a:ext cx="4138546" cy="3871608"/>
          </a:xfrm>
          <a:prstGeom prst="parallelogram">
            <a:avLst>
              <a:gd name="adj" fmla="val 36136"/>
            </a:avLst>
          </a:prstGeom>
          <a:solidFill>
            <a:schemeClr val="bg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79606491"/>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4361FFC-8E96-EE12-9B5A-F30BC84A0A47}"/>
              </a:ext>
            </a:extLst>
          </p:cNvPr>
          <p:cNvSpPr>
            <a:spLocks noGrp="1"/>
          </p:cNvSpPr>
          <p:nvPr>
            <p:ph type="body" sz="quarter" idx="14"/>
          </p:nvPr>
        </p:nvSpPr>
        <p:spPr>
          <a:xfrm>
            <a:off x="305998" y="1268413"/>
            <a:ext cx="11581199"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4192640319"/>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6000" y="306000"/>
            <a:ext cx="56484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6237601" y="305999"/>
            <a:ext cx="5648400" cy="564395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Text Placeholder 6">
            <a:extLst>
              <a:ext uri="{FF2B5EF4-FFF2-40B4-BE49-F238E27FC236}">
                <a16:creationId xmlns:a16="http://schemas.microsoft.com/office/drawing/2014/main" id="{2C271A1C-536E-3E60-3582-8E73B02B9B84}"/>
              </a:ext>
            </a:extLst>
          </p:cNvPr>
          <p:cNvSpPr>
            <a:spLocks noGrp="1"/>
          </p:cNvSpPr>
          <p:nvPr>
            <p:ph type="body" sz="quarter" idx="13"/>
          </p:nvPr>
        </p:nvSpPr>
        <p:spPr>
          <a:xfrm>
            <a:off x="305999" y="1268413"/>
            <a:ext cx="5648400" cy="4681537"/>
          </a:xfrm>
        </p:spPr>
        <p:txBody>
          <a:bodyPr/>
          <a:lstStyle>
            <a:lvl1pPr marL="271463" indent="-271463">
              <a:spcBef>
                <a:spcPts val="600"/>
              </a:spcBef>
              <a:spcAft>
                <a:spcPts val="600"/>
              </a:spcAft>
              <a:buClr>
                <a:schemeClr val="tx2"/>
              </a:buClr>
              <a:buFont typeface="+mj-lt"/>
              <a:buAutoNum type="arabicPeriod"/>
              <a:defRPr sz="1800"/>
            </a:lvl1pPr>
            <a:lvl2pPr marL="625475" indent="-269875">
              <a:buClr>
                <a:schemeClr val="tx2"/>
              </a:buClr>
              <a:buFont typeface="+mj-lt"/>
              <a:buAutoNum type="arabicPeriod"/>
              <a:defRPr sz="1400"/>
            </a:lvl2pPr>
            <a:lvl3pPr marL="808038" indent="-188913">
              <a:buClr>
                <a:schemeClr val="tx2"/>
              </a:buClr>
              <a:buFont typeface="+mj-lt"/>
              <a:buAutoNum type="arabicPeriod"/>
              <a:defRPr sz="1400"/>
            </a:lvl3pPr>
            <a:lvl4pPr marL="1165225" indent="-276225">
              <a:buClr>
                <a:schemeClr val="tx2"/>
              </a:buClr>
              <a:buFont typeface="+mj-lt"/>
              <a:buAutoNum type="arabicPeriod"/>
              <a:defRPr sz="1400"/>
            </a:lvl4pPr>
            <a:lvl5pPr marL="717550" indent="-361950">
              <a:buClr>
                <a:schemeClr val="tx2"/>
              </a:buClr>
              <a:buFont typeface="+mj-lt"/>
              <a:buAutoNum type="arabicPeriod"/>
              <a:defRPr sz="2400"/>
            </a:lvl5pPr>
          </a:lstStyle>
          <a:p>
            <a:pPr lvl="0"/>
            <a:r>
              <a:rPr lang="ko-KR" altLang="en-US" noProof="0"/>
              <a:t>마스터 텍스트 스타일을 편집하려면 클릭</a:t>
            </a:r>
          </a:p>
          <a:p>
            <a:pPr lvl="1"/>
            <a:r>
              <a:rPr lang="ko-KR" altLang="en-US" noProof="0"/>
              <a:t>두 번째 수준</a:t>
            </a:r>
          </a:p>
          <a:p>
            <a:pPr lvl="2"/>
            <a:r>
              <a:rPr lang="ko-KR" altLang="en-US" noProof="0"/>
              <a:t>세 번째 수준</a:t>
            </a:r>
          </a:p>
          <a:p>
            <a:pPr lvl="3"/>
            <a:r>
              <a:rPr lang="ko-KR" altLang="en-US" noProof="0"/>
              <a:t>네 번째 수준</a:t>
            </a:r>
          </a:p>
        </p:txBody>
      </p:sp>
    </p:spTree>
    <p:extLst>
      <p:ext uri="{BB962C8B-B14F-4D97-AF65-F5344CB8AC3E}">
        <p14:creationId xmlns:p14="http://schemas.microsoft.com/office/powerpoint/2010/main" val="705733031"/>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layou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BC3C2-FA7F-3AF9-8770-2A0C452FB735}"/>
              </a:ext>
            </a:extLst>
          </p:cNvPr>
          <p:cNvSpPr>
            <a:spLocks noGrp="1"/>
          </p:cNvSpPr>
          <p:nvPr>
            <p:ph type="title" hasCustomPrompt="1"/>
          </p:nvPr>
        </p:nvSpPr>
        <p:spPr>
          <a:xfrm>
            <a:off x="305999" y="306000"/>
            <a:ext cx="11581200" cy="360000"/>
          </a:xfrm>
        </p:spPr>
        <p:txBody>
          <a:bodyPr/>
          <a:lstStyle>
            <a:lvl1pPr>
              <a:defRPr/>
            </a:lvl1pPr>
          </a:lstStyle>
          <a:p>
            <a:r>
              <a:rPr lang="en-US" dirty="0"/>
              <a:t>Agenda</a:t>
            </a:r>
            <a:endParaRPr lang="en-GB" dirty="0"/>
          </a:p>
        </p:txBody>
      </p:sp>
      <p:sp>
        <p:nvSpPr>
          <p:cNvPr id="3" name="Date Placeholder 2">
            <a:extLst>
              <a:ext uri="{FF2B5EF4-FFF2-40B4-BE49-F238E27FC236}">
                <a16:creationId xmlns:a16="http://schemas.microsoft.com/office/drawing/2014/main" id="{F430BCF2-B02B-ED34-3CE1-385F370CDD98}"/>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EF124C7-A8E1-C2C4-9251-1FAD4FC4E71C}"/>
              </a:ext>
            </a:extLst>
          </p:cNvPr>
          <p:cNvSpPr>
            <a:spLocks noGrp="1"/>
          </p:cNvSpPr>
          <p:nvPr>
            <p:ph type="ftr" sz="quarter" idx="11"/>
          </p:nvPr>
        </p:nvSpPr>
        <p:spPr/>
        <p:txBody>
          <a:bodyPr/>
          <a:lstStyle/>
          <a:p>
            <a:r>
              <a:rPr lang="en-GB" dirty="0"/>
              <a:t>Title</a:t>
            </a:r>
          </a:p>
        </p:txBody>
      </p:sp>
      <p:sp>
        <p:nvSpPr>
          <p:cNvPr id="5" name="Slide Number Placeholder 4">
            <a:extLst>
              <a:ext uri="{FF2B5EF4-FFF2-40B4-BE49-F238E27FC236}">
                <a16:creationId xmlns:a16="http://schemas.microsoft.com/office/drawing/2014/main" id="{ACC2D7ED-E3D6-D344-4CBF-39C6CFF13EA1}"/>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D6E4DFDC-8584-AECD-0F9B-87A8C0C63B40}"/>
              </a:ext>
            </a:extLst>
          </p:cNvPr>
          <p:cNvSpPr>
            <a:spLocks noGrp="1"/>
          </p:cNvSpPr>
          <p:nvPr>
            <p:ph type="body" sz="quarter" idx="13"/>
          </p:nvPr>
        </p:nvSpPr>
        <p:spPr>
          <a:xfrm>
            <a:off x="305999" y="3688080"/>
            <a:ext cx="11581200" cy="2261870"/>
          </a:xfrm>
        </p:spPr>
        <p:txBody>
          <a:bodyPr numCol="2" spcCol="288000"/>
          <a:lstStyle>
            <a:lvl1pPr marL="271463" indent="-271463">
              <a:spcAft>
                <a:spcPts val="1200"/>
              </a:spcAft>
              <a:buClr>
                <a:schemeClr val="tx2"/>
              </a:buClr>
              <a:buFont typeface="+mj-lt"/>
              <a:buAutoNum type="arabicPeriod"/>
              <a:defRPr sz="1800"/>
            </a:lvl1pPr>
            <a:lvl2pPr marL="717550" indent="-361950">
              <a:buClr>
                <a:schemeClr val="tx2"/>
              </a:buClr>
              <a:buFont typeface="+mj-lt"/>
              <a:buAutoNum type="arabicPeriod"/>
              <a:defRPr sz="2400"/>
            </a:lvl2pPr>
            <a:lvl3pPr marL="717550" indent="-361950">
              <a:buClr>
                <a:schemeClr val="tx2"/>
              </a:buClr>
              <a:buFont typeface="+mj-lt"/>
              <a:buAutoNum type="arabicPeriod"/>
              <a:defRPr sz="2400"/>
            </a:lvl3pPr>
            <a:lvl4pPr marL="717550" indent="-361950">
              <a:buClr>
                <a:schemeClr val="tx2"/>
              </a:buClr>
              <a:buFont typeface="+mj-lt"/>
              <a:buAutoNum type="arabicPeriod"/>
              <a:defRPr sz="2400"/>
            </a:lvl4pPr>
            <a:lvl5pPr marL="717550" indent="-361950">
              <a:buClr>
                <a:schemeClr val="tx2"/>
              </a:buClr>
              <a:buFont typeface="+mj-lt"/>
              <a:buAutoNum type="arabicPeriod"/>
              <a:defRPr sz="2400"/>
            </a:lvl5pPr>
          </a:lstStyle>
          <a:p>
            <a:pPr lvl="0"/>
            <a:r>
              <a:rPr lang="ko-KR" altLang="en-US"/>
              <a:t>마스터 텍스트 스타일을 편집하려면 클릭</a:t>
            </a:r>
          </a:p>
        </p:txBody>
      </p:sp>
      <p:sp>
        <p:nvSpPr>
          <p:cNvPr id="8" name="Picture Placeholder 7">
            <a:extLst>
              <a:ext uri="{FF2B5EF4-FFF2-40B4-BE49-F238E27FC236}">
                <a16:creationId xmlns:a16="http://schemas.microsoft.com/office/drawing/2014/main" id="{75339831-9579-422A-5FD3-167E83B82B34}"/>
              </a:ext>
            </a:extLst>
          </p:cNvPr>
          <p:cNvSpPr>
            <a:spLocks noGrp="1"/>
          </p:cNvSpPr>
          <p:nvPr>
            <p:ph type="pic" sz="quarter" idx="14"/>
          </p:nvPr>
        </p:nvSpPr>
        <p:spPr>
          <a:xfrm>
            <a:off x="0" y="1260000"/>
            <a:ext cx="12192000" cy="2160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532990685"/>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 supergraphic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Espace réservé pour une image  29">
            <a:extLst>
              <a:ext uri="{FF2B5EF4-FFF2-40B4-BE49-F238E27FC236}">
                <a16:creationId xmlns:a16="http://schemas.microsoft.com/office/drawing/2014/main" id="{1F249D4B-1559-45BB-AF54-7D7EB4A9C65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01931976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nchor="t"/>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86EB2104-720E-E8DA-5ACF-98ECE73EA2D9}"/>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3" name="Espace réservé pour une image  29">
            <a:extLst>
              <a:ext uri="{FF2B5EF4-FFF2-40B4-BE49-F238E27FC236}">
                <a16:creationId xmlns:a16="http://schemas.microsoft.com/office/drawing/2014/main" id="{A2053CF4-0553-4808-5E7B-D60BF81A0C9F}"/>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250534878"/>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Divider - supergraphic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6552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655638"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6552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Box 3">
            <a:extLst>
              <a:ext uri="{FF2B5EF4-FFF2-40B4-BE49-F238E27FC236}">
                <a16:creationId xmlns:a16="http://schemas.microsoft.com/office/drawing/2014/main" id="{944686F2-C507-5C4F-D374-7015F44493E8}"/>
              </a:ext>
            </a:extLst>
          </p:cNvPr>
          <p:cNvSpPr txBox="1"/>
          <p:nvPr userDrawn="1"/>
        </p:nvSpPr>
        <p:spPr>
          <a:xfrm>
            <a:off x="-3989272" y="304800"/>
            <a:ext cx="3692939" cy="1938992"/>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
        <p:nvSpPr>
          <p:cNvPr id="5" name="Espace réservé pour une image  29">
            <a:extLst>
              <a:ext uri="{FF2B5EF4-FFF2-40B4-BE49-F238E27FC236}">
                <a16:creationId xmlns:a16="http://schemas.microsoft.com/office/drawing/2014/main" id="{FA749186-1327-A026-901C-A8DCF5562185}"/>
              </a:ext>
            </a:extLst>
          </p:cNvPr>
          <p:cNvSpPr>
            <a:spLocks noGrp="1"/>
          </p:cNvSpPr>
          <p:nvPr>
            <p:ph type="pic" sz="quarter" idx="21"/>
          </p:nvPr>
        </p:nvSpPr>
        <p:spPr>
          <a:xfrm>
            <a:off x="5508000" y="0"/>
            <a:ext cx="6680200" cy="6858000"/>
          </a:xfrm>
          <a:prstGeom prst="parallelogram">
            <a:avLst>
              <a:gd name="adj" fmla="val 37212"/>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370563462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white background">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Tree>
    <p:extLst>
      <p:ext uri="{BB962C8B-B14F-4D97-AF65-F5344CB8AC3E}">
        <p14:creationId xmlns:p14="http://schemas.microsoft.com/office/powerpoint/2010/main" val="21467387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indigo background">
    <p:bg>
      <p:bgPr>
        <a:solidFill>
          <a:schemeClr val="accent3"/>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5D9433A1-C798-63C5-0F11-736B090717E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105653365"/>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 picture layout - true blue background">
    <p:bg>
      <p:bgPr>
        <a:solidFill>
          <a:schemeClr val="tx2"/>
        </a:solidFill>
        <a:effectLst/>
      </p:bgPr>
    </p:bg>
    <p:spTree>
      <p:nvGrpSpPr>
        <p:cNvPr id="1" name=""/>
        <p:cNvGrpSpPr/>
        <p:nvPr/>
      </p:nvGrpSpPr>
      <p:grpSpPr>
        <a:xfrm>
          <a:off x="0" y="0"/>
          <a:ext cx="0" cy="0"/>
          <a:chOff x="0" y="0"/>
          <a:chExt cx="0" cy="0"/>
        </a:xfrm>
      </p:grpSpPr>
      <p:sp>
        <p:nvSpPr>
          <p:cNvPr id="14" name="Espace réservé pour une image  29">
            <a:extLst>
              <a:ext uri="{FF2B5EF4-FFF2-40B4-BE49-F238E27FC236}">
                <a16:creationId xmlns:a16="http://schemas.microsoft.com/office/drawing/2014/main" id="{CF959CCD-D15E-897A-1772-7A00E3555B6B}"/>
              </a:ext>
            </a:extLst>
          </p:cNvPr>
          <p:cNvSpPr>
            <a:spLocks noGrp="1"/>
          </p:cNvSpPr>
          <p:nvPr>
            <p:ph type="pic" sz="quarter" idx="21"/>
          </p:nvPr>
        </p:nvSpPr>
        <p:spPr>
          <a:xfrm>
            <a:off x="6243562" y="306393"/>
            <a:ext cx="5648400" cy="6249600"/>
          </a:xfrm>
          <a:prstGeom prst="rect">
            <a:avLst/>
          </a:prstGeom>
          <a:solidFill>
            <a:schemeClr val="bg1">
              <a:lumMod val="95000"/>
            </a:schemeClr>
          </a:solidFill>
          <a:effectLst/>
        </p:spPr>
        <p:txBody>
          <a:bodyPr anchor="ctr"/>
          <a:lstStyle>
            <a:lvl1pPr marL="0" indent="0" algn="ctr">
              <a:buNone/>
              <a:defRPr/>
            </a:lvl1pPr>
          </a:lstStyle>
          <a:p>
            <a:r>
              <a:rPr lang="ko-KR" altLang="en-US"/>
              <a:t>그림을 추가하려면 아이콘을 클릭하십시오</a:t>
            </a:r>
            <a:endParaRPr lang="fr-CA" dirty="0"/>
          </a:p>
        </p:txBody>
      </p:sp>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314800"/>
            <a:ext cx="4852800" cy="360000"/>
          </a:xfrm>
        </p:spPr>
        <p:txBody>
          <a:bodyPr/>
          <a:lstStyle>
            <a:lvl1pPr>
              <a:defRPr>
                <a:solidFill>
                  <a:schemeClr val="bg1"/>
                </a:solidFill>
              </a:defRPr>
            </a:lvl1pPr>
          </a:lstStyle>
          <a:p>
            <a:r>
              <a:rPr lang="ko-KR" altLang="en-US"/>
              <a:t>마스터 제목 스타일 편집</a:t>
            </a:r>
            <a:endParaRPr lang="en-GB"/>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4852800"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306000" y="1270800"/>
            <a:ext cx="1800000" cy="900000"/>
          </a:xfrm>
        </p:spPr>
        <p:txBody>
          <a:bodyPr/>
          <a:lstStyle>
            <a:lvl1pPr marL="0" indent="0">
              <a:buNone/>
              <a:defRPr sz="64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3" name="TextBox 2">
            <a:extLst>
              <a:ext uri="{FF2B5EF4-FFF2-40B4-BE49-F238E27FC236}">
                <a16:creationId xmlns:a16="http://schemas.microsoft.com/office/drawing/2014/main" id="{7EEB3325-FA9F-F961-C408-CA2D663ECC82}"/>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302962279"/>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white backgroun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lvl1pPr>
            <a:lvl2pPr>
              <a:defRPr sz="2400"/>
            </a:lvl2pPr>
            <a:lvl3pPr>
              <a:defRPr sz="2400"/>
            </a:lvl3pPr>
            <a:lvl4pPr>
              <a:defRPr sz="2400"/>
            </a:lvl4pPr>
            <a:lvl5pPr>
              <a:defRPr sz="2400"/>
            </a:lvl5pPr>
          </a:lstStyle>
          <a:p>
            <a:pPr lvl="0"/>
            <a:r>
              <a:rPr lang="en-US" dirty="0"/>
              <a:t>Section XX</a:t>
            </a:r>
            <a:endParaRPr lang="en-GB" dirty="0"/>
          </a:p>
        </p:txBody>
      </p:sp>
    </p:spTree>
    <p:extLst>
      <p:ext uri="{BB962C8B-B14F-4D97-AF65-F5344CB8AC3E}">
        <p14:creationId xmlns:p14="http://schemas.microsoft.com/office/powerpoint/2010/main" val="746372785"/>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indigo background">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155FDC82-2799-FF42-DE43-87A47E4814D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342829667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Divider - basic layout - true blue background">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4AA5D7-8C76-E536-D354-F45FBD125C3D}"/>
              </a:ext>
            </a:extLst>
          </p:cNvPr>
          <p:cNvSpPr>
            <a:spLocks noGrp="1"/>
          </p:cNvSpPr>
          <p:nvPr>
            <p:ph type="title"/>
          </p:nvPr>
        </p:nvSpPr>
        <p:spPr>
          <a:xfrm>
            <a:off x="306000" y="2023200"/>
            <a:ext cx="5642487" cy="360000"/>
          </a:xfrm>
        </p:spPr>
        <p:txBody>
          <a:bodyPr anchor="t"/>
          <a:lstStyle>
            <a:lvl1pPr>
              <a:defRPr b="1">
                <a:solidFill>
                  <a:schemeClr val="bg1"/>
                </a:solidFill>
              </a:defRPr>
            </a:lvl1pPr>
          </a:lstStyle>
          <a:p>
            <a:r>
              <a:rPr lang="ko-KR" altLang="en-US"/>
              <a:t>마스터 제목 스타일 편집</a:t>
            </a:r>
            <a:endParaRPr lang="en-GB" dirty="0"/>
          </a:p>
        </p:txBody>
      </p:sp>
      <p:sp>
        <p:nvSpPr>
          <p:cNvPr id="7" name="Text Placeholder 6">
            <a:extLst>
              <a:ext uri="{FF2B5EF4-FFF2-40B4-BE49-F238E27FC236}">
                <a16:creationId xmlns:a16="http://schemas.microsoft.com/office/drawing/2014/main" id="{B069A028-AA9B-8F80-07A9-6EAC40213764}"/>
              </a:ext>
            </a:extLst>
          </p:cNvPr>
          <p:cNvSpPr>
            <a:spLocks noGrp="1"/>
          </p:cNvSpPr>
          <p:nvPr>
            <p:ph type="body" sz="quarter" idx="10"/>
          </p:nvPr>
        </p:nvSpPr>
        <p:spPr>
          <a:xfrm>
            <a:off x="306000" y="3067200"/>
            <a:ext cx="5642048" cy="25884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12" name="Text Placeholder 11">
            <a:extLst>
              <a:ext uri="{FF2B5EF4-FFF2-40B4-BE49-F238E27FC236}">
                <a16:creationId xmlns:a16="http://schemas.microsoft.com/office/drawing/2014/main" id="{8B9F687E-4233-724F-96C8-BFA57712F30F}"/>
              </a:ext>
            </a:extLst>
          </p:cNvPr>
          <p:cNvSpPr>
            <a:spLocks noGrp="1"/>
          </p:cNvSpPr>
          <p:nvPr>
            <p:ph type="body" sz="quarter" idx="11" hasCustomPrompt="1"/>
          </p:nvPr>
        </p:nvSpPr>
        <p:spPr>
          <a:xfrm>
            <a:off x="9012163" y="215900"/>
            <a:ext cx="2886150" cy="1602000"/>
          </a:xfrm>
        </p:spPr>
        <p:txBody>
          <a:bodyPr anchor="ctr"/>
          <a:lstStyle>
            <a:lvl1pPr marL="0" indent="0" algn="r">
              <a:buNone/>
              <a:defRPr sz="13800" b="1">
                <a:solidFill>
                  <a:schemeClr val="bg1"/>
                </a:solidFill>
              </a:defRPr>
            </a:lvl1pPr>
            <a:lvl2pPr marL="176213" indent="0">
              <a:buNone/>
              <a:defRPr sz="6400" b="1"/>
            </a:lvl2pPr>
            <a:lvl3pPr marL="357188" indent="0">
              <a:buNone/>
              <a:defRPr sz="6400" b="1"/>
            </a:lvl3pPr>
            <a:lvl4pPr marL="534988" indent="0">
              <a:buNone/>
              <a:defRPr sz="6400" b="1"/>
            </a:lvl4pPr>
            <a:lvl5pPr marL="715963" indent="0">
              <a:buNone/>
              <a:defRPr sz="6400" b="1"/>
            </a:lvl5pPr>
          </a:lstStyle>
          <a:p>
            <a:pPr lvl="0"/>
            <a:r>
              <a:rPr lang="en-US" dirty="0"/>
              <a:t>XX</a:t>
            </a:r>
            <a:endParaRPr lang="en-GB" dirty="0"/>
          </a:p>
        </p:txBody>
      </p:sp>
      <p:sp>
        <p:nvSpPr>
          <p:cNvPr id="4" name="Text Placeholder 3">
            <a:extLst>
              <a:ext uri="{FF2B5EF4-FFF2-40B4-BE49-F238E27FC236}">
                <a16:creationId xmlns:a16="http://schemas.microsoft.com/office/drawing/2014/main" id="{FC9983F1-ACEA-BDAB-C2D4-50FBD45F23A3}"/>
              </a:ext>
            </a:extLst>
          </p:cNvPr>
          <p:cNvSpPr>
            <a:spLocks noGrp="1"/>
          </p:cNvSpPr>
          <p:nvPr>
            <p:ph type="body" sz="quarter" idx="12" hasCustomPrompt="1"/>
          </p:nvPr>
        </p:nvSpPr>
        <p:spPr>
          <a:xfrm>
            <a:off x="306000" y="1557338"/>
            <a:ext cx="5648400" cy="360000"/>
          </a:xfrm>
        </p:spPr>
        <p:txBody>
          <a:bodyPr anchor="t"/>
          <a:lstStyle>
            <a:lvl1pPr marL="0" indent="0">
              <a:buNone/>
              <a:defRPr sz="2400">
                <a:solidFill>
                  <a:schemeClr val="bg1"/>
                </a:solidFill>
              </a:defRPr>
            </a:lvl1pPr>
            <a:lvl2pPr>
              <a:defRPr sz="2400"/>
            </a:lvl2pPr>
            <a:lvl3pPr>
              <a:defRPr sz="2400"/>
            </a:lvl3pPr>
            <a:lvl4pPr>
              <a:defRPr sz="2400"/>
            </a:lvl4pPr>
            <a:lvl5pPr>
              <a:defRPr sz="2400"/>
            </a:lvl5pPr>
          </a:lstStyle>
          <a:p>
            <a:pPr lvl="0"/>
            <a:r>
              <a:rPr lang="en-US" dirty="0"/>
              <a:t>Section XX</a:t>
            </a:r>
            <a:endParaRPr lang="en-GB" dirty="0"/>
          </a:p>
        </p:txBody>
      </p:sp>
      <p:sp>
        <p:nvSpPr>
          <p:cNvPr id="3" name="TextBox 2">
            <a:extLst>
              <a:ext uri="{FF2B5EF4-FFF2-40B4-BE49-F238E27FC236}">
                <a16:creationId xmlns:a16="http://schemas.microsoft.com/office/drawing/2014/main" id="{30F88A7D-E20D-9C04-1C87-655FE2CB09F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spTree>
    <p:extLst>
      <p:ext uri="{BB962C8B-B14F-4D97-AF65-F5344CB8AC3E}">
        <p14:creationId xmlns:p14="http://schemas.microsoft.com/office/powerpoint/2010/main" val="2632303633"/>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320344218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lternative content layou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1999"/>
            <a:ext cx="11581200" cy="205836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3930364"/>
            <a:ext cx="12193200" cy="2019587"/>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6" name="Freeform 15">
            <a:extLst>
              <a:ext uri="{FF2B5EF4-FFF2-40B4-BE49-F238E27FC236}">
                <a16:creationId xmlns:a16="http://schemas.microsoft.com/office/drawing/2014/main" id="{29C4CBDD-B2F4-6DA2-44F3-F538A967B265}"/>
              </a:ext>
            </a:extLst>
          </p:cNvPr>
          <p:cNvSpPr/>
          <p:nvPr userDrawn="1"/>
        </p:nvSpPr>
        <p:spPr>
          <a:xfrm>
            <a:off x="7999036" y="3930364"/>
            <a:ext cx="3019540" cy="2019586"/>
          </a:xfrm>
          <a:custGeom>
            <a:avLst/>
            <a:gdLst>
              <a:gd name="connsiteX0" fmla="*/ 742160 w 3019540"/>
              <a:gd name="connsiteY0" fmla="*/ 0 h 2019586"/>
              <a:gd name="connsiteX1" fmla="*/ 3019540 w 3019540"/>
              <a:gd name="connsiteY1" fmla="*/ 0 h 2019586"/>
              <a:gd name="connsiteX2" fmla="*/ 2277379 w 3019540"/>
              <a:gd name="connsiteY2" fmla="*/ 2019586 h 2019586"/>
              <a:gd name="connsiteX3" fmla="*/ 0 w 3019540"/>
              <a:gd name="connsiteY3" fmla="*/ 2019586 h 2019586"/>
            </a:gdLst>
            <a:ahLst/>
            <a:cxnLst>
              <a:cxn ang="0">
                <a:pos x="connsiteX0" y="connsiteY0"/>
              </a:cxn>
              <a:cxn ang="0">
                <a:pos x="connsiteX1" y="connsiteY1"/>
              </a:cxn>
              <a:cxn ang="0">
                <a:pos x="connsiteX2" y="connsiteY2"/>
              </a:cxn>
              <a:cxn ang="0">
                <a:pos x="connsiteX3" y="connsiteY3"/>
              </a:cxn>
            </a:cxnLst>
            <a:rect l="l" t="t" r="r" b="b"/>
            <a:pathLst>
              <a:path w="3019540" h="2019586">
                <a:moveTo>
                  <a:pt x="742160" y="0"/>
                </a:moveTo>
                <a:lnTo>
                  <a:pt x="3019540" y="0"/>
                </a:lnTo>
                <a:lnTo>
                  <a:pt x="2277379" y="2019586"/>
                </a:lnTo>
                <a:lnTo>
                  <a:pt x="0" y="2019586"/>
                </a:lnTo>
                <a:close/>
              </a:path>
            </a:pathLst>
          </a:custGeom>
          <a:solidFill>
            <a:schemeClr val="bg1">
              <a:alpha val="2451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Tree>
    <p:extLst>
      <p:ext uri="{BB962C8B-B14F-4D97-AF65-F5344CB8AC3E}">
        <p14:creationId xmlns:p14="http://schemas.microsoft.com/office/powerpoint/2010/main" val="82416022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lternative content layou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61621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4035136"/>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Picture Placeholder 7">
            <a:extLst>
              <a:ext uri="{FF2B5EF4-FFF2-40B4-BE49-F238E27FC236}">
                <a16:creationId xmlns:a16="http://schemas.microsoft.com/office/drawing/2014/main" id="{88B080B3-7B7C-93B4-F84D-78B5211F63C3}"/>
              </a:ext>
            </a:extLst>
          </p:cNvPr>
          <p:cNvSpPr>
            <a:spLocks noGrp="1"/>
          </p:cNvSpPr>
          <p:nvPr>
            <p:ph type="pic" sz="quarter" idx="16"/>
          </p:nvPr>
        </p:nvSpPr>
        <p:spPr>
          <a:xfrm>
            <a:off x="0" y="1258888"/>
            <a:ext cx="12193200" cy="2165701"/>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39613820"/>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1260000"/>
            <a:ext cx="12192000" cy="2169000"/>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428355"/>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860355"/>
            <a:ext cx="11581200" cy="137052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38079256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Alternative content layout 3">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A13211F2-5B55-5E50-F363-A425A297920F}"/>
              </a:ext>
            </a:extLst>
          </p:cNvPr>
          <p:cNvSpPr/>
          <p:nvPr userDrawn="1"/>
        </p:nvSpPr>
        <p:spPr>
          <a:xfrm>
            <a:off x="0" y="3429000"/>
            <a:ext cx="12192000" cy="2526512"/>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R" dirty="0"/>
          </a:p>
        </p:txBody>
      </p:sp>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11581200" cy="1568645"/>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05999" y="3618000"/>
            <a:ext cx="115812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06000" y="4035600"/>
            <a:ext cx="11581200" cy="1683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342509005"/>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wo columns - bas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3"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1692000"/>
            <a:ext cx="5648400" cy="3969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37168096"/>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58888"/>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1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2592000"/>
            <a:ext cx="5648400" cy="3091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16" name="Text Placeholder 15">
            <a:extLst>
              <a:ext uri="{FF2B5EF4-FFF2-40B4-BE49-F238E27FC236}">
                <a16:creationId xmlns:a16="http://schemas.microsoft.com/office/drawing/2014/main" id="{37F87247-C211-9AF7-A6A0-806395C2060A}"/>
              </a:ext>
            </a:extLst>
          </p:cNvPr>
          <p:cNvSpPr>
            <a:spLocks noGrp="1"/>
          </p:cNvSpPr>
          <p:nvPr>
            <p:ph type="body" sz="quarter" idx="21"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82309636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lumns -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C47A1A32-9B66-B905-F948-4DE7A7AAA25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6BB42F8-260B-C2A0-C544-9462945F47FD}"/>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5C2021A9-5D3A-1D7B-BB26-EE053C89D1DC}"/>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6243562" y="270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6243563" y="3132000"/>
            <a:ext cx="5648400" cy="281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Picture Placeholder 11">
            <a:extLst>
              <a:ext uri="{FF2B5EF4-FFF2-40B4-BE49-F238E27FC236}">
                <a16:creationId xmlns:a16="http://schemas.microsoft.com/office/drawing/2014/main" id="{3C8821C5-A6FB-D49F-DDED-113327453D83}"/>
              </a:ext>
            </a:extLst>
          </p:cNvPr>
          <p:cNvSpPr>
            <a:spLocks noGrp="1"/>
          </p:cNvSpPr>
          <p:nvPr>
            <p:ph type="pic" sz="quarter" idx="18"/>
          </p:nvPr>
        </p:nvSpPr>
        <p:spPr>
          <a:xfrm>
            <a:off x="305999"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4" name="Picture Placeholder 11">
            <a:extLst>
              <a:ext uri="{FF2B5EF4-FFF2-40B4-BE49-F238E27FC236}">
                <a16:creationId xmlns:a16="http://schemas.microsoft.com/office/drawing/2014/main" id="{1137409A-77D2-E7C9-7EDA-FC9F06F8DB9E}"/>
              </a:ext>
            </a:extLst>
          </p:cNvPr>
          <p:cNvSpPr>
            <a:spLocks noGrp="1"/>
          </p:cNvSpPr>
          <p:nvPr>
            <p:ph type="pic" sz="quarter" idx="19"/>
          </p:nvPr>
        </p:nvSpPr>
        <p:spPr>
          <a:xfrm>
            <a:off x="6237601" y="1263305"/>
            <a:ext cx="5648400" cy="1242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24459045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333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3762000"/>
            <a:ext cx="3668400" cy="179467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4264781"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8223563" y="1258888"/>
            <a:ext cx="366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30645141"/>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ree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58888"/>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57718173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hree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165029375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Four columns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3330141"/>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3762000"/>
            <a:ext cx="2678400" cy="218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58888"/>
            <a:ext cx="2678400" cy="1881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440006690"/>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Four columns with banner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B4DCCE1F-07CA-AB40-F546-DC01E18A40D4}"/>
              </a:ext>
            </a:extLst>
          </p:cNvPr>
          <p:cNvSpPr>
            <a:spLocks noGrp="1"/>
          </p:cNvSpPr>
          <p:nvPr>
            <p:ph type="pic" sz="quarter" idx="23"/>
          </p:nvPr>
        </p:nvSpPr>
        <p:spPr>
          <a:xfrm>
            <a:off x="305999"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7" name="Picture Placeholder 14">
            <a:extLst>
              <a:ext uri="{FF2B5EF4-FFF2-40B4-BE49-F238E27FC236}">
                <a16:creationId xmlns:a16="http://schemas.microsoft.com/office/drawing/2014/main" id="{12ADB6C8-AFC8-960F-E3B0-DC264E1965A1}"/>
              </a:ext>
            </a:extLst>
          </p:cNvPr>
          <p:cNvSpPr>
            <a:spLocks noGrp="1"/>
          </p:cNvSpPr>
          <p:nvPr>
            <p:ph type="pic" sz="quarter" idx="24"/>
          </p:nvPr>
        </p:nvSpPr>
        <p:spPr>
          <a:xfrm>
            <a:off x="3275187"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6C1568C1-CB71-7803-639B-A505F707EFA1}"/>
              </a:ext>
            </a:extLst>
          </p:cNvPr>
          <p:cNvSpPr>
            <a:spLocks noGrp="1"/>
          </p:cNvSpPr>
          <p:nvPr>
            <p:ph type="pic" sz="quarter" idx="25"/>
          </p:nvPr>
        </p:nvSpPr>
        <p:spPr>
          <a:xfrm>
            <a:off x="6244375"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Picture Placeholder 14">
            <a:extLst>
              <a:ext uri="{FF2B5EF4-FFF2-40B4-BE49-F238E27FC236}">
                <a16:creationId xmlns:a16="http://schemas.microsoft.com/office/drawing/2014/main" id="{A4852636-0F70-E002-0651-FFDDB11BF955}"/>
              </a:ext>
            </a:extLst>
          </p:cNvPr>
          <p:cNvSpPr>
            <a:spLocks noGrp="1"/>
          </p:cNvSpPr>
          <p:nvPr>
            <p:ph type="pic" sz="quarter" idx="28"/>
          </p:nvPr>
        </p:nvSpPr>
        <p:spPr>
          <a:xfrm>
            <a:off x="9213562" y="1260000"/>
            <a:ext cx="2678400" cy="72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13019745"/>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Four column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21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2592000"/>
            <a:ext cx="26784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Tree>
    <p:extLst>
      <p:ext uri="{BB962C8B-B14F-4D97-AF65-F5344CB8AC3E}">
        <p14:creationId xmlns:p14="http://schemas.microsoft.com/office/powerpoint/2010/main" val="2919984231"/>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lumn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275187"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275188"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244375"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244376"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213562" y="1260000"/>
            <a:ext cx="267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213563" y="1692000"/>
            <a:ext cx="2678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3466112710"/>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11584794"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115848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9" name="Content Placeholder 10">
            <a:extLst>
              <a:ext uri="{FF2B5EF4-FFF2-40B4-BE49-F238E27FC236}">
                <a16:creationId xmlns:a16="http://schemas.microsoft.com/office/drawing/2014/main" id="{635868A0-C8FD-A3D7-C412-F83A19CD08B3}"/>
              </a:ext>
            </a:extLst>
          </p:cNvPr>
          <p:cNvSpPr>
            <a:spLocks noGrp="1"/>
          </p:cNvSpPr>
          <p:nvPr>
            <p:ph sz="quarter" idx="15"/>
          </p:nvPr>
        </p:nvSpPr>
        <p:spPr>
          <a:xfrm>
            <a:off x="305999" y="2592000"/>
            <a:ext cx="5648399"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1260000"/>
            <a:ext cx="5648400" cy="46899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529038357"/>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AF889219-A9F0-B3B8-3D29-8F315E414812}"/>
              </a:ext>
            </a:extLst>
          </p:cNvPr>
          <p:cNvSpPr>
            <a:spLocks noGrp="1"/>
          </p:cNvSpPr>
          <p:nvPr>
            <p:ph type="pic" sz="quarter" idx="24"/>
          </p:nvPr>
        </p:nvSpPr>
        <p:spPr>
          <a:xfrm>
            <a:off x="6242400" y="304800"/>
            <a:ext cx="5648400" cy="564515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Tree>
    <p:extLst>
      <p:ext uri="{BB962C8B-B14F-4D97-AF65-F5344CB8AC3E}">
        <p14:creationId xmlns:p14="http://schemas.microsoft.com/office/powerpoint/2010/main" val="342458644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Key facts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1991F-3718-8448-0675-092878A5CA7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ADBAFB1-EC08-DFF0-0E3C-E581CEA34D9B}"/>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037809E4-8B49-BFC9-B2E3-764C3CAE9A52}"/>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EA599B82-FC53-E52D-11E6-576CBA45918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F62F6C93-9039-61F9-A223-35A55C82FD3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15">
            <a:extLst>
              <a:ext uri="{FF2B5EF4-FFF2-40B4-BE49-F238E27FC236}">
                <a16:creationId xmlns:a16="http://schemas.microsoft.com/office/drawing/2014/main" id="{E4CF0ECA-EE5C-4248-6024-E2419A195DD1}"/>
              </a:ext>
            </a:extLst>
          </p:cNvPr>
          <p:cNvSpPr>
            <a:spLocks noGrp="1"/>
          </p:cNvSpPr>
          <p:nvPr>
            <p:ph type="body" sz="quarter" idx="23" hasCustomPrompt="1"/>
          </p:nvPr>
        </p:nvSpPr>
        <p:spPr>
          <a:xfrm>
            <a:off x="305999" y="1260000"/>
            <a:ext cx="56484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4EBE3D16-79BC-145D-104A-8871C7542EF4}"/>
              </a:ext>
            </a:extLst>
          </p:cNvPr>
          <p:cNvSpPr>
            <a:spLocks noGrp="1"/>
          </p:cNvSpPr>
          <p:nvPr>
            <p:ph type="body" sz="quarter" idx="14" hasCustomPrompt="1"/>
          </p:nvPr>
        </p:nvSpPr>
        <p:spPr>
          <a:xfrm>
            <a:off x="305998" y="2160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2" name="Text Placeholder 11">
            <a:extLst>
              <a:ext uri="{FF2B5EF4-FFF2-40B4-BE49-F238E27FC236}">
                <a16:creationId xmlns:a16="http://schemas.microsoft.com/office/drawing/2014/main" id="{E2439DE8-BAC6-1132-9C68-89C2D648A13A}"/>
              </a:ext>
            </a:extLst>
          </p:cNvPr>
          <p:cNvSpPr>
            <a:spLocks noGrp="1"/>
          </p:cNvSpPr>
          <p:nvPr>
            <p:ph type="body" sz="quarter" idx="25" hasCustomPrompt="1"/>
          </p:nvPr>
        </p:nvSpPr>
        <p:spPr>
          <a:xfrm>
            <a:off x="306000"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4" name="Text Placeholder 13">
            <a:extLst>
              <a:ext uri="{FF2B5EF4-FFF2-40B4-BE49-F238E27FC236}">
                <a16:creationId xmlns:a16="http://schemas.microsoft.com/office/drawing/2014/main" id="{B883744B-F36D-8700-9654-01B67F49DCB9}"/>
              </a:ext>
            </a:extLst>
          </p:cNvPr>
          <p:cNvSpPr>
            <a:spLocks noGrp="1"/>
          </p:cNvSpPr>
          <p:nvPr>
            <p:ph type="body" sz="quarter" idx="26"/>
          </p:nvPr>
        </p:nvSpPr>
        <p:spPr>
          <a:xfrm>
            <a:off x="306000"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6" name="Text Placeholder 11">
            <a:extLst>
              <a:ext uri="{FF2B5EF4-FFF2-40B4-BE49-F238E27FC236}">
                <a16:creationId xmlns:a16="http://schemas.microsoft.com/office/drawing/2014/main" id="{51514F61-BD65-F287-0158-FE1E635CA310}"/>
              </a:ext>
            </a:extLst>
          </p:cNvPr>
          <p:cNvSpPr>
            <a:spLocks noGrp="1"/>
          </p:cNvSpPr>
          <p:nvPr>
            <p:ph type="body" sz="quarter" idx="27" hasCustomPrompt="1"/>
          </p:nvPr>
        </p:nvSpPr>
        <p:spPr>
          <a:xfrm>
            <a:off x="3272397" y="2592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17" name="Text Placeholder 13">
            <a:extLst>
              <a:ext uri="{FF2B5EF4-FFF2-40B4-BE49-F238E27FC236}">
                <a16:creationId xmlns:a16="http://schemas.microsoft.com/office/drawing/2014/main" id="{B9D29752-2CDB-6A63-C2F8-9A45E5BA0A9D}"/>
              </a:ext>
            </a:extLst>
          </p:cNvPr>
          <p:cNvSpPr>
            <a:spLocks noGrp="1"/>
          </p:cNvSpPr>
          <p:nvPr>
            <p:ph type="body" sz="quarter" idx="28"/>
          </p:nvPr>
        </p:nvSpPr>
        <p:spPr>
          <a:xfrm>
            <a:off x="3272397" y="3294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E4A55E5F-94F9-02B6-D5BF-BB64FCC807DB}"/>
              </a:ext>
            </a:extLst>
          </p:cNvPr>
          <p:cNvSpPr>
            <a:spLocks noGrp="1"/>
          </p:cNvSpPr>
          <p:nvPr>
            <p:ph type="body" sz="quarter" idx="29" hasCustomPrompt="1"/>
          </p:nvPr>
        </p:nvSpPr>
        <p:spPr>
          <a:xfrm>
            <a:off x="305998" y="4068000"/>
            <a:ext cx="5648399"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Text Placeholder 11">
            <a:extLst>
              <a:ext uri="{FF2B5EF4-FFF2-40B4-BE49-F238E27FC236}">
                <a16:creationId xmlns:a16="http://schemas.microsoft.com/office/drawing/2014/main" id="{0BE7F8DB-0BE1-7B02-DE2F-3FD6C246656E}"/>
              </a:ext>
            </a:extLst>
          </p:cNvPr>
          <p:cNvSpPr>
            <a:spLocks noGrp="1"/>
          </p:cNvSpPr>
          <p:nvPr>
            <p:ph type="body" sz="quarter" idx="30" hasCustomPrompt="1"/>
          </p:nvPr>
        </p:nvSpPr>
        <p:spPr>
          <a:xfrm>
            <a:off x="306000"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0" name="Text Placeholder 13">
            <a:extLst>
              <a:ext uri="{FF2B5EF4-FFF2-40B4-BE49-F238E27FC236}">
                <a16:creationId xmlns:a16="http://schemas.microsoft.com/office/drawing/2014/main" id="{D19DCBF7-FA68-3F27-5043-B2A09AA01ED5}"/>
              </a:ext>
            </a:extLst>
          </p:cNvPr>
          <p:cNvSpPr>
            <a:spLocks noGrp="1"/>
          </p:cNvSpPr>
          <p:nvPr>
            <p:ph type="body" sz="quarter" idx="31"/>
          </p:nvPr>
        </p:nvSpPr>
        <p:spPr>
          <a:xfrm>
            <a:off x="306000"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21" name="Text Placeholder 11">
            <a:extLst>
              <a:ext uri="{FF2B5EF4-FFF2-40B4-BE49-F238E27FC236}">
                <a16:creationId xmlns:a16="http://schemas.microsoft.com/office/drawing/2014/main" id="{A0F35B88-6ACA-37E3-019C-B70CD5D6FF76}"/>
              </a:ext>
            </a:extLst>
          </p:cNvPr>
          <p:cNvSpPr>
            <a:spLocks noGrp="1"/>
          </p:cNvSpPr>
          <p:nvPr>
            <p:ph type="body" sz="quarter" idx="32" hasCustomPrompt="1"/>
          </p:nvPr>
        </p:nvSpPr>
        <p:spPr>
          <a:xfrm>
            <a:off x="3272397" y="4500000"/>
            <a:ext cx="2682000" cy="702000"/>
          </a:xfrm>
        </p:spPr>
        <p:txBody>
          <a:bodyPr/>
          <a:lstStyle>
            <a:lvl1pPr marL="0" indent="0">
              <a:buNone/>
              <a:defRPr sz="4800" b="1"/>
            </a:lvl1pPr>
            <a:lvl2pPr marL="176213" indent="0">
              <a:buNone/>
              <a:defRPr sz="4800" b="1"/>
            </a:lvl2pPr>
            <a:lvl3pPr marL="357188" indent="0">
              <a:buNone/>
              <a:defRPr sz="4800" b="1"/>
            </a:lvl3pPr>
            <a:lvl4pPr marL="534988" indent="0">
              <a:buNone/>
              <a:defRPr sz="4800" b="1"/>
            </a:lvl4pPr>
            <a:lvl5pPr marL="715963" indent="0">
              <a:buNone/>
              <a:defRPr sz="4800" b="1"/>
            </a:lvl5pPr>
          </a:lstStyle>
          <a:p>
            <a:pPr lvl="0"/>
            <a:r>
              <a:rPr lang="en-US" dirty="0"/>
              <a:t>XX%</a:t>
            </a:r>
            <a:endParaRPr lang="en-GB" dirty="0"/>
          </a:p>
        </p:txBody>
      </p:sp>
      <p:sp>
        <p:nvSpPr>
          <p:cNvPr id="22" name="Text Placeholder 13">
            <a:extLst>
              <a:ext uri="{FF2B5EF4-FFF2-40B4-BE49-F238E27FC236}">
                <a16:creationId xmlns:a16="http://schemas.microsoft.com/office/drawing/2014/main" id="{F1908FB4-6C1F-E2A9-2C17-0800D5C45C5F}"/>
              </a:ext>
            </a:extLst>
          </p:cNvPr>
          <p:cNvSpPr>
            <a:spLocks noGrp="1"/>
          </p:cNvSpPr>
          <p:nvPr>
            <p:ph type="body" sz="quarter" idx="33"/>
          </p:nvPr>
        </p:nvSpPr>
        <p:spPr>
          <a:xfrm>
            <a:off x="3272397" y="5202000"/>
            <a:ext cx="2682000" cy="702000"/>
          </a:xfrm>
        </p:spPr>
        <p:txBody>
          <a:bodyPr/>
          <a:lstStyle>
            <a:lvl1pPr marL="0" indent="0">
              <a:buNone/>
              <a:defRPr/>
            </a:lvl1pPr>
            <a:lvl2pPr marL="176213" indent="0">
              <a:buNone/>
              <a:defRPr/>
            </a:lvl2pPr>
            <a:lvl3pPr marL="357188" indent="0">
              <a:buNone/>
              <a:defRPr/>
            </a:lvl3pPr>
            <a:lvl4pPr marL="534988" indent="0">
              <a:buNone/>
              <a:defRPr/>
            </a:lvl4pPr>
            <a:lvl5pPr marL="715963" indent="0">
              <a:buNone/>
              <a:defRPr/>
            </a:lvl5pPr>
          </a:lstStyle>
          <a:p>
            <a:pPr lvl="0"/>
            <a:r>
              <a:rPr lang="ko-KR" altLang="en-US"/>
              <a:t>마스터 텍스트 스타일을 편집하려면 클릭</a:t>
            </a:r>
          </a:p>
        </p:txBody>
      </p:sp>
      <p:sp>
        <p:nvSpPr>
          <p:cNvPr id="9" name="Espace réservé pour une image  29">
            <a:extLst>
              <a:ext uri="{FF2B5EF4-FFF2-40B4-BE49-F238E27FC236}">
                <a16:creationId xmlns:a16="http://schemas.microsoft.com/office/drawing/2014/main" id="{ED358CFF-706E-64A6-81F1-82F7B43F79A4}"/>
              </a:ext>
            </a:extLst>
          </p:cNvPr>
          <p:cNvSpPr>
            <a:spLocks noGrp="1" noChangeAspect="1"/>
          </p:cNvSpPr>
          <p:nvPr>
            <p:ph type="pic" sz="quarter" idx="21"/>
          </p:nvPr>
        </p:nvSpPr>
        <p:spPr>
          <a:xfrm>
            <a:off x="6387206" y="304800"/>
            <a:ext cx="5498794" cy="5645150"/>
          </a:xfrm>
          <a:prstGeom prst="parallelogram">
            <a:avLst>
              <a:gd name="adj" fmla="val 34601"/>
            </a:avLst>
          </a:prstGeom>
          <a:solidFill>
            <a:schemeClr val="bg1">
              <a:lumMod val="95000"/>
            </a:schemeClr>
          </a:solidFill>
          <a:ln>
            <a:noFill/>
          </a:ln>
          <a:effectLst/>
        </p:spPr>
        <p:txBody>
          <a:bodyPr anchor="ctr"/>
          <a:lstStyle>
            <a:lvl1pPr marL="0" indent="0" algn="ctr">
              <a:buNone/>
              <a:defRPr/>
            </a:lvl1pPr>
          </a:lstStyle>
          <a:p>
            <a:r>
              <a:rPr lang="ko-KR" altLang="en-US"/>
              <a:t>그림을 추가하려면 아이콘을 클릭하십시오</a:t>
            </a:r>
            <a:endParaRPr lang="fr-CA" dirty="0"/>
          </a:p>
        </p:txBody>
      </p:sp>
    </p:spTree>
    <p:extLst>
      <p:ext uri="{BB962C8B-B14F-4D97-AF65-F5344CB8AC3E}">
        <p14:creationId xmlns:p14="http://schemas.microsoft.com/office/powerpoint/2010/main" val="2336214639"/>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ix blocks with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21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259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414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572000"/>
            <a:ext cx="36684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4221137537"/>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ix blocks no 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305999"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306000"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264781"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264782"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223563" y="1260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223564" y="1692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305999"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306000"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264781"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264782"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223563" y="3672000"/>
            <a:ext cx="366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223564" y="4104000"/>
            <a:ext cx="36684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080330976"/>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09634"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09635"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68416"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68417"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271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27199" y="2592000"/>
            <a:ext cx="3060000"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D13B656-6467-C073-C26F-9B2F8CE5D052}"/>
              </a:ext>
            </a:extLst>
          </p:cNvPr>
          <p:cNvSpPr>
            <a:spLocks noGrp="1"/>
          </p:cNvSpPr>
          <p:nvPr>
            <p:ph type="pic" sz="quarter" idx="24"/>
          </p:nvPr>
        </p:nvSpPr>
        <p:spPr>
          <a:xfrm>
            <a:off x="304801" y="19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16" name="Picture Placeholder 14">
            <a:extLst>
              <a:ext uri="{FF2B5EF4-FFF2-40B4-BE49-F238E27FC236}">
                <a16:creationId xmlns:a16="http://schemas.microsoft.com/office/drawing/2014/main" id="{730BD01E-9314-90AA-551D-128BC858C47A}"/>
              </a:ext>
            </a:extLst>
          </p:cNvPr>
          <p:cNvSpPr>
            <a:spLocks noGrp="1"/>
          </p:cNvSpPr>
          <p:nvPr>
            <p:ph type="pic" sz="quarter" idx="25"/>
          </p:nvPr>
        </p:nvSpPr>
        <p:spPr>
          <a:xfrm>
            <a:off x="42635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85CF624A-A380-99FE-C23C-D960C6B51AC7}"/>
              </a:ext>
            </a:extLst>
          </p:cNvPr>
          <p:cNvSpPr>
            <a:spLocks noGrp="1"/>
          </p:cNvSpPr>
          <p:nvPr>
            <p:ph type="pic" sz="quarter" idx="26"/>
          </p:nvPr>
        </p:nvSpPr>
        <p:spPr>
          <a:xfrm>
            <a:off x="822236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419179238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ree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F0581416-50E1-E82F-8528-2CE457CD0CB0}"/>
              </a:ext>
            </a:extLst>
          </p:cNvPr>
          <p:cNvSpPr>
            <a:spLocks noGrp="1"/>
          </p:cNvSpPr>
          <p:nvPr>
            <p:ph type="pic" sz="quarter" idx="24"/>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8" name="Picture Placeholder 14">
            <a:extLst>
              <a:ext uri="{FF2B5EF4-FFF2-40B4-BE49-F238E27FC236}">
                <a16:creationId xmlns:a16="http://schemas.microsoft.com/office/drawing/2014/main" id="{5E2DCBAF-B731-246B-C848-100C8423D66B}"/>
              </a:ext>
            </a:extLst>
          </p:cNvPr>
          <p:cNvSpPr>
            <a:spLocks noGrp="1"/>
          </p:cNvSpPr>
          <p:nvPr>
            <p:ph type="pic" sz="quarter" idx="25"/>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5" name="Picture Placeholder 14">
            <a:extLst>
              <a:ext uri="{FF2B5EF4-FFF2-40B4-BE49-F238E27FC236}">
                <a16:creationId xmlns:a16="http://schemas.microsoft.com/office/drawing/2014/main" id="{DA4814D1-B27E-08F8-FDF9-168771E12799}"/>
              </a:ext>
            </a:extLst>
          </p:cNvPr>
          <p:cNvSpPr>
            <a:spLocks noGrp="1"/>
          </p:cNvSpPr>
          <p:nvPr>
            <p:ph type="pic" sz="quarter" idx="26"/>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402215640"/>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Four column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3831"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3832"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849"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850"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3866" y="2160000"/>
            <a:ext cx="219333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3867" y="2592000"/>
            <a:ext cx="2193332" cy="33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9" name="Text Placeholder 15">
            <a:extLst>
              <a:ext uri="{FF2B5EF4-FFF2-40B4-BE49-F238E27FC236}">
                <a16:creationId xmlns:a16="http://schemas.microsoft.com/office/drawing/2014/main" id="{54804556-2CA6-A3C1-67A1-CB3B7D4C84B0}"/>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15" name="Picture Placeholder 14">
            <a:extLst>
              <a:ext uri="{FF2B5EF4-FFF2-40B4-BE49-F238E27FC236}">
                <a16:creationId xmlns:a16="http://schemas.microsoft.com/office/drawing/2014/main" id="{386439A7-3822-1290-CAC9-BD96F35F8684}"/>
              </a:ext>
            </a:extLst>
          </p:cNvPr>
          <p:cNvSpPr>
            <a:spLocks noGrp="1"/>
          </p:cNvSpPr>
          <p:nvPr>
            <p:ph type="pic" sz="quarter" idx="24"/>
          </p:nvPr>
        </p:nvSpPr>
        <p:spPr>
          <a:xfrm>
            <a:off x="304800"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8881FA82-625B-3A61-C9A7-4B9BB4F3F6E0}"/>
              </a:ext>
            </a:extLst>
          </p:cNvPr>
          <p:cNvSpPr>
            <a:spLocks noGrp="1"/>
          </p:cNvSpPr>
          <p:nvPr>
            <p:ph type="pic" sz="quarter" idx="25"/>
          </p:nvPr>
        </p:nvSpPr>
        <p:spPr>
          <a:xfrm>
            <a:off x="3231184"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18288754-EC19-10D6-B558-74DB97EA1BE7}"/>
              </a:ext>
            </a:extLst>
          </p:cNvPr>
          <p:cNvSpPr>
            <a:spLocks noGrp="1"/>
          </p:cNvSpPr>
          <p:nvPr>
            <p:ph type="pic" sz="quarter" idx="28"/>
          </p:nvPr>
        </p:nvSpPr>
        <p:spPr>
          <a:xfrm>
            <a:off x="6157886"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D44BD020-479D-FBFB-D346-B67666EB3AEE}"/>
              </a:ext>
            </a:extLst>
          </p:cNvPr>
          <p:cNvSpPr>
            <a:spLocks noGrp="1"/>
          </p:cNvSpPr>
          <p:nvPr>
            <p:ph type="pic" sz="quarter" idx="29"/>
          </p:nvPr>
        </p:nvSpPr>
        <p:spPr>
          <a:xfrm>
            <a:off x="9088687" y="19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629189387"/>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lumn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4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4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38412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38412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6768000"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67680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8">
            <a:extLst>
              <a:ext uri="{FF2B5EF4-FFF2-40B4-BE49-F238E27FC236}">
                <a16:creationId xmlns:a16="http://schemas.microsoft.com/office/drawing/2014/main" id="{97754957-74D7-D0D5-848B-39C3E526E658}"/>
              </a:ext>
            </a:extLst>
          </p:cNvPr>
          <p:cNvSpPr>
            <a:spLocks noGrp="1"/>
          </p:cNvSpPr>
          <p:nvPr>
            <p:ph type="body" sz="quarter" idx="26" hasCustomPrompt="1"/>
          </p:nvPr>
        </p:nvSpPr>
        <p:spPr>
          <a:xfrm>
            <a:off x="9694799" y="1260000"/>
            <a:ext cx="2192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Content Placeholder 10">
            <a:extLst>
              <a:ext uri="{FF2B5EF4-FFF2-40B4-BE49-F238E27FC236}">
                <a16:creationId xmlns:a16="http://schemas.microsoft.com/office/drawing/2014/main" id="{AE165B66-0E91-F9C6-89CF-10EFF86FB3F5}"/>
              </a:ext>
            </a:extLst>
          </p:cNvPr>
          <p:cNvSpPr>
            <a:spLocks noGrp="1"/>
          </p:cNvSpPr>
          <p:nvPr>
            <p:ph sz="quarter" idx="27"/>
          </p:nvPr>
        </p:nvSpPr>
        <p:spPr>
          <a:xfrm>
            <a:off x="9694800" y="1692000"/>
            <a:ext cx="21924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5" name="Picture Placeholder 14">
            <a:extLst>
              <a:ext uri="{FF2B5EF4-FFF2-40B4-BE49-F238E27FC236}">
                <a16:creationId xmlns:a16="http://schemas.microsoft.com/office/drawing/2014/main" id="{FA82684E-299D-151D-AC01-7693B8AF2DFC}"/>
              </a:ext>
            </a:extLst>
          </p:cNvPr>
          <p:cNvSpPr>
            <a:spLocks noGrp="1"/>
          </p:cNvSpPr>
          <p:nvPr>
            <p:ph type="pic" sz="quarter" idx="24"/>
          </p:nvPr>
        </p:nvSpPr>
        <p:spPr>
          <a:xfrm>
            <a:off x="304800"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6" name="Picture Placeholder 14">
            <a:extLst>
              <a:ext uri="{FF2B5EF4-FFF2-40B4-BE49-F238E27FC236}">
                <a16:creationId xmlns:a16="http://schemas.microsoft.com/office/drawing/2014/main" id="{9A680C2D-DE0C-2BE6-C4C1-167AED08BBA8}"/>
              </a:ext>
            </a:extLst>
          </p:cNvPr>
          <p:cNvSpPr>
            <a:spLocks noGrp="1"/>
          </p:cNvSpPr>
          <p:nvPr>
            <p:ph type="pic" sz="quarter" idx="25"/>
          </p:nvPr>
        </p:nvSpPr>
        <p:spPr>
          <a:xfrm>
            <a:off x="32311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7" name="Picture Placeholder 14">
            <a:extLst>
              <a:ext uri="{FF2B5EF4-FFF2-40B4-BE49-F238E27FC236}">
                <a16:creationId xmlns:a16="http://schemas.microsoft.com/office/drawing/2014/main" id="{9DE299DF-DBF8-3F0A-5C70-620983CABF25}"/>
              </a:ext>
            </a:extLst>
          </p:cNvPr>
          <p:cNvSpPr>
            <a:spLocks noGrp="1"/>
          </p:cNvSpPr>
          <p:nvPr>
            <p:ph type="pic" sz="quarter" idx="28"/>
          </p:nvPr>
        </p:nvSpPr>
        <p:spPr>
          <a:xfrm>
            <a:off x="6157886"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18" name="Picture Placeholder 14">
            <a:extLst>
              <a:ext uri="{FF2B5EF4-FFF2-40B4-BE49-F238E27FC236}">
                <a16:creationId xmlns:a16="http://schemas.microsoft.com/office/drawing/2014/main" id="{328CB566-8AC7-665C-FAB0-976D393A95D7}"/>
              </a:ext>
            </a:extLst>
          </p:cNvPr>
          <p:cNvSpPr>
            <a:spLocks noGrp="1"/>
          </p:cNvSpPr>
          <p:nvPr>
            <p:ph type="pic" sz="quarter" idx="29"/>
          </p:nvPr>
        </p:nvSpPr>
        <p:spPr>
          <a:xfrm>
            <a:off x="9088687"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2265753799"/>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ix blocks with introduction and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259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21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2592000"/>
            <a:ext cx="3060000" cy="12555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Text Placeholder 15">
            <a:extLst>
              <a:ext uri="{FF2B5EF4-FFF2-40B4-BE49-F238E27FC236}">
                <a16:creationId xmlns:a16="http://schemas.microsoft.com/office/drawing/2014/main" id="{C37BD24B-0050-8906-E9F3-CBBB1D82894E}"/>
              </a:ext>
            </a:extLst>
          </p:cNvPr>
          <p:cNvSpPr>
            <a:spLocks noGrp="1"/>
          </p:cNvSpPr>
          <p:nvPr>
            <p:ph type="body" sz="quarter" idx="23" hasCustomPrompt="1"/>
          </p:nvPr>
        </p:nvSpPr>
        <p:spPr>
          <a:xfrm>
            <a:off x="305999" y="1260000"/>
            <a:ext cx="11581200" cy="720000"/>
          </a:xfrm>
        </p:spPr>
        <p:txBody>
          <a:bodyPr/>
          <a:lstStyle>
            <a:lvl1pPr marL="0" indent="0">
              <a:buNone/>
              <a:defRPr sz="1800"/>
            </a:lvl1pPr>
            <a:lvl2pPr marL="176213" indent="0">
              <a:buNone/>
              <a:defRPr sz="2000"/>
            </a:lvl2pPr>
            <a:lvl3pPr marL="357188" indent="0">
              <a:buNone/>
              <a:defRPr sz="2000"/>
            </a:lvl3pPr>
            <a:lvl4pPr marL="534988" indent="0">
              <a:buNone/>
              <a:defRPr sz="2000"/>
            </a:lvl4pPr>
            <a:lvl5pPr marL="715963" indent="0">
              <a:buNone/>
              <a:defRPr sz="2000"/>
            </a:lvl5pPr>
          </a:lstStyle>
          <a:p>
            <a:pPr lvl="0"/>
            <a:r>
              <a:rPr lang="en-US" dirty="0"/>
              <a:t>Room for introductory text (2 lines maximum)</a:t>
            </a:r>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414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572000"/>
            <a:ext cx="3060000" cy="136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20" name="Picture Placeholder 14">
            <a:extLst>
              <a:ext uri="{FF2B5EF4-FFF2-40B4-BE49-F238E27FC236}">
                <a16:creationId xmlns:a16="http://schemas.microsoft.com/office/drawing/2014/main" id="{9591626B-58F0-DFE6-D291-D1F74A047BE7}"/>
              </a:ext>
            </a:extLst>
          </p:cNvPr>
          <p:cNvSpPr>
            <a:spLocks noGrp="1"/>
          </p:cNvSpPr>
          <p:nvPr>
            <p:ph type="pic" sz="quarter" idx="30"/>
          </p:nvPr>
        </p:nvSpPr>
        <p:spPr>
          <a:xfrm>
            <a:off x="304801" y="1991016"/>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1" name="Picture Placeholder 14">
            <a:extLst>
              <a:ext uri="{FF2B5EF4-FFF2-40B4-BE49-F238E27FC236}">
                <a16:creationId xmlns:a16="http://schemas.microsoft.com/office/drawing/2014/main" id="{419217D5-9389-E4D4-C7C1-076CA234E5B7}"/>
              </a:ext>
            </a:extLst>
          </p:cNvPr>
          <p:cNvSpPr>
            <a:spLocks noGrp="1"/>
          </p:cNvSpPr>
          <p:nvPr>
            <p:ph type="pic" sz="quarter" idx="31"/>
          </p:nvPr>
        </p:nvSpPr>
        <p:spPr>
          <a:xfrm>
            <a:off x="4263584"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ECD36A1E-7B2E-2134-533F-C023B8AFBE3A}"/>
              </a:ext>
            </a:extLst>
          </p:cNvPr>
          <p:cNvSpPr>
            <a:spLocks noGrp="1"/>
          </p:cNvSpPr>
          <p:nvPr>
            <p:ph type="pic" sz="quarter" idx="32"/>
          </p:nvPr>
        </p:nvSpPr>
        <p:spPr>
          <a:xfrm>
            <a:off x="8222367" y="199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3" name="Picture Placeholder 14">
            <a:extLst>
              <a:ext uri="{FF2B5EF4-FFF2-40B4-BE49-F238E27FC236}">
                <a16:creationId xmlns:a16="http://schemas.microsoft.com/office/drawing/2014/main" id="{3AEC8FD1-28A6-3231-B7EC-2C76E3CBF03A}"/>
              </a:ext>
            </a:extLst>
          </p:cNvPr>
          <p:cNvSpPr>
            <a:spLocks noGrp="1"/>
          </p:cNvSpPr>
          <p:nvPr>
            <p:ph type="pic" sz="quarter" idx="33"/>
          </p:nvPr>
        </p:nvSpPr>
        <p:spPr>
          <a:xfrm>
            <a:off x="304801"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A67A67F9-C4E6-257B-32E3-A57F1190942C}"/>
              </a:ext>
            </a:extLst>
          </p:cNvPr>
          <p:cNvSpPr>
            <a:spLocks noGrp="1"/>
          </p:cNvSpPr>
          <p:nvPr>
            <p:ph type="pic" sz="quarter" idx="34"/>
          </p:nvPr>
        </p:nvSpPr>
        <p:spPr>
          <a:xfrm>
            <a:off x="4263584"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5" name="Picture Placeholder 14">
            <a:extLst>
              <a:ext uri="{FF2B5EF4-FFF2-40B4-BE49-F238E27FC236}">
                <a16:creationId xmlns:a16="http://schemas.microsoft.com/office/drawing/2014/main" id="{38AAB764-B8CC-20D4-676B-A928F053992B}"/>
              </a:ext>
            </a:extLst>
          </p:cNvPr>
          <p:cNvSpPr>
            <a:spLocks noGrp="1"/>
          </p:cNvSpPr>
          <p:nvPr>
            <p:ph type="pic" sz="quarter" idx="35"/>
          </p:nvPr>
        </p:nvSpPr>
        <p:spPr>
          <a:xfrm>
            <a:off x="8222367" y="3971016"/>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374388073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ix blocks no introduction with ic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C6B2A-25FD-97FA-B587-E577F9D470CC}"/>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7" name="Text Placeholder 6">
            <a:extLst>
              <a:ext uri="{FF2B5EF4-FFF2-40B4-BE49-F238E27FC236}">
                <a16:creationId xmlns:a16="http://schemas.microsoft.com/office/drawing/2014/main" id="{33009D2C-48BF-EB93-E681-83623E88F751}"/>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ABBC92C-2804-6021-2D01-52726E0959A3}"/>
              </a:ext>
            </a:extLst>
          </p:cNvPr>
          <p:cNvSpPr>
            <a:spLocks noGrp="1"/>
          </p:cNvSpPr>
          <p:nvPr>
            <p:ph type="body" sz="quarter" idx="14" hasCustomPrompt="1"/>
          </p:nvPr>
        </p:nvSpPr>
        <p:spPr>
          <a:xfrm>
            <a:off x="914398"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58FF356F-9046-C28C-B595-84F1BF6B7746}"/>
              </a:ext>
            </a:extLst>
          </p:cNvPr>
          <p:cNvSpPr>
            <a:spLocks noGrp="1"/>
          </p:cNvSpPr>
          <p:nvPr>
            <p:ph sz="quarter" idx="15"/>
          </p:nvPr>
        </p:nvSpPr>
        <p:spPr>
          <a:xfrm>
            <a:off x="914399"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6" name="Text Placeholder 8">
            <a:extLst>
              <a:ext uri="{FF2B5EF4-FFF2-40B4-BE49-F238E27FC236}">
                <a16:creationId xmlns:a16="http://schemas.microsoft.com/office/drawing/2014/main" id="{AF7A2340-BCCE-BAE4-1543-D93A1CF20ABA}"/>
              </a:ext>
            </a:extLst>
          </p:cNvPr>
          <p:cNvSpPr>
            <a:spLocks noGrp="1"/>
          </p:cNvSpPr>
          <p:nvPr>
            <p:ph type="body" sz="quarter" idx="16" hasCustomPrompt="1"/>
          </p:nvPr>
        </p:nvSpPr>
        <p:spPr>
          <a:xfrm>
            <a:off x="4873180"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0" name="Content Placeholder 10">
            <a:extLst>
              <a:ext uri="{FF2B5EF4-FFF2-40B4-BE49-F238E27FC236}">
                <a16:creationId xmlns:a16="http://schemas.microsoft.com/office/drawing/2014/main" id="{3104CEC1-3049-629D-2BFB-508568609B5F}"/>
              </a:ext>
            </a:extLst>
          </p:cNvPr>
          <p:cNvSpPr>
            <a:spLocks noGrp="1"/>
          </p:cNvSpPr>
          <p:nvPr>
            <p:ph sz="quarter" idx="17"/>
          </p:nvPr>
        </p:nvSpPr>
        <p:spPr>
          <a:xfrm>
            <a:off x="4873181"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2" name="Date Placeholder 11">
            <a:extLst>
              <a:ext uri="{FF2B5EF4-FFF2-40B4-BE49-F238E27FC236}">
                <a16:creationId xmlns:a16="http://schemas.microsoft.com/office/drawing/2014/main" id="{B443A3FF-0F18-EB95-B1F7-C0D79AC924F3}"/>
              </a:ext>
            </a:extLst>
          </p:cNvPr>
          <p:cNvSpPr>
            <a:spLocks noGrp="1"/>
          </p:cNvSpPr>
          <p:nvPr>
            <p:ph type="dt" sz="half" idx="18"/>
          </p:nvPr>
        </p:nvSpPr>
        <p:spPr/>
        <p:txBody>
          <a:bodyPr/>
          <a:lstStyle/>
          <a:p>
            <a:r>
              <a:rPr lang="en-US"/>
              <a:t>Date</a:t>
            </a:r>
            <a:endParaRPr lang="en-GB" dirty="0"/>
          </a:p>
        </p:txBody>
      </p:sp>
      <p:sp>
        <p:nvSpPr>
          <p:cNvPr id="13" name="Footer Placeholder 12">
            <a:extLst>
              <a:ext uri="{FF2B5EF4-FFF2-40B4-BE49-F238E27FC236}">
                <a16:creationId xmlns:a16="http://schemas.microsoft.com/office/drawing/2014/main" id="{C9DCABAC-5282-175F-09B8-FD8020331035}"/>
              </a:ext>
            </a:extLst>
          </p:cNvPr>
          <p:cNvSpPr>
            <a:spLocks noGrp="1"/>
          </p:cNvSpPr>
          <p:nvPr>
            <p:ph type="ftr" sz="quarter" idx="19"/>
          </p:nvPr>
        </p:nvSpPr>
        <p:spPr/>
        <p:txBody>
          <a:bodyPr/>
          <a:lstStyle/>
          <a:p>
            <a:r>
              <a:rPr lang="en-GB"/>
              <a:t>Title</a:t>
            </a:r>
            <a:endParaRPr lang="en-GB" dirty="0"/>
          </a:p>
        </p:txBody>
      </p:sp>
      <p:sp>
        <p:nvSpPr>
          <p:cNvPr id="14" name="Slide Number Placeholder 13">
            <a:extLst>
              <a:ext uri="{FF2B5EF4-FFF2-40B4-BE49-F238E27FC236}">
                <a16:creationId xmlns:a16="http://schemas.microsoft.com/office/drawing/2014/main" id="{12BB74EE-C12E-99A7-A96E-0DC8CC0DBDFD}"/>
              </a:ext>
            </a:extLst>
          </p:cNvPr>
          <p:cNvSpPr>
            <a:spLocks noGrp="1"/>
          </p:cNvSpPr>
          <p:nvPr>
            <p:ph type="sldNum" sz="quarter" idx="20"/>
          </p:nvPr>
        </p:nvSpPr>
        <p:spPr/>
        <p:txBody>
          <a:bodyPr/>
          <a:lstStyle/>
          <a:p>
            <a:fld id="{721C06D9-4617-44B0-8711-1EF1C439A609}" type="slidenum">
              <a:rPr lang="en-GB" smtClean="0"/>
              <a:pPr/>
              <a:t>‹#›</a:t>
            </a:fld>
            <a:endParaRPr lang="en-GB" dirty="0"/>
          </a:p>
        </p:txBody>
      </p:sp>
      <p:sp>
        <p:nvSpPr>
          <p:cNvPr id="3" name="Text Placeholder 8">
            <a:extLst>
              <a:ext uri="{FF2B5EF4-FFF2-40B4-BE49-F238E27FC236}">
                <a16:creationId xmlns:a16="http://schemas.microsoft.com/office/drawing/2014/main" id="{6EDC2CE6-943D-F3EA-85E0-34B37E4168FE}"/>
              </a:ext>
            </a:extLst>
          </p:cNvPr>
          <p:cNvSpPr>
            <a:spLocks noGrp="1"/>
          </p:cNvSpPr>
          <p:nvPr>
            <p:ph type="body" sz="quarter" idx="21" hasCustomPrompt="1"/>
          </p:nvPr>
        </p:nvSpPr>
        <p:spPr>
          <a:xfrm>
            <a:off x="8831962" y="1260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4" name="Content Placeholder 10">
            <a:extLst>
              <a:ext uri="{FF2B5EF4-FFF2-40B4-BE49-F238E27FC236}">
                <a16:creationId xmlns:a16="http://schemas.microsoft.com/office/drawing/2014/main" id="{25DA77E7-7077-8025-921A-3EF4A5F2BCD1}"/>
              </a:ext>
            </a:extLst>
          </p:cNvPr>
          <p:cNvSpPr>
            <a:spLocks noGrp="1"/>
          </p:cNvSpPr>
          <p:nvPr>
            <p:ph sz="quarter" idx="22"/>
          </p:nvPr>
        </p:nvSpPr>
        <p:spPr>
          <a:xfrm>
            <a:off x="8831963" y="1692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8" name="Text Placeholder 8">
            <a:extLst>
              <a:ext uri="{FF2B5EF4-FFF2-40B4-BE49-F238E27FC236}">
                <a16:creationId xmlns:a16="http://schemas.microsoft.com/office/drawing/2014/main" id="{0F9EC305-D440-2893-E906-ADC1D8E23E03}"/>
              </a:ext>
            </a:extLst>
          </p:cNvPr>
          <p:cNvSpPr>
            <a:spLocks noGrp="1"/>
          </p:cNvSpPr>
          <p:nvPr>
            <p:ph type="body" sz="quarter" idx="24" hasCustomPrompt="1"/>
          </p:nvPr>
        </p:nvSpPr>
        <p:spPr>
          <a:xfrm>
            <a:off x="914398"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6CD011D2-5F4B-4DEF-F30B-8FC238AC94FA}"/>
              </a:ext>
            </a:extLst>
          </p:cNvPr>
          <p:cNvSpPr>
            <a:spLocks noGrp="1"/>
          </p:cNvSpPr>
          <p:nvPr>
            <p:ph sz="quarter" idx="25"/>
          </p:nvPr>
        </p:nvSpPr>
        <p:spPr>
          <a:xfrm>
            <a:off x="914399"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6" name="Text Placeholder 8">
            <a:extLst>
              <a:ext uri="{FF2B5EF4-FFF2-40B4-BE49-F238E27FC236}">
                <a16:creationId xmlns:a16="http://schemas.microsoft.com/office/drawing/2014/main" id="{981CE925-E43A-C6B5-7D72-760559783A2D}"/>
              </a:ext>
            </a:extLst>
          </p:cNvPr>
          <p:cNvSpPr>
            <a:spLocks noGrp="1"/>
          </p:cNvSpPr>
          <p:nvPr>
            <p:ph type="body" sz="quarter" idx="26" hasCustomPrompt="1"/>
          </p:nvPr>
        </p:nvSpPr>
        <p:spPr>
          <a:xfrm>
            <a:off x="4873180"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7" name="Content Placeholder 10">
            <a:extLst>
              <a:ext uri="{FF2B5EF4-FFF2-40B4-BE49-F238E27FC236}">
                <a16:creationId xmlns:a16="http://schemas.microsoft.com/office/drawing/2014/main" id="{84984A5E-0770-D103-58A3-E1A2F46867D8}"/>
              </a:ext>
            </a:extLst>
          </p:cNvPr>
          <p:cNvSpPr>
            <a:spLocks noGrp="1"/>
          </p:cNvSpPr>
          <p:nvPr>
            <p:ph sz="quarter" idx="27"/>
          </p:nvPr>
        </p:nvSpPr>
        <p:spPr>
          <a:xfrm>
            <a:off x="4873181"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8" name="Text Placeholder 8">
            <a:extLst>
              <a:ext uri="{FF2B5EF4-FFF2-40B4-BE49-F238E27FC236}">
                <a16:creationId xmlns:a16="http://schemas.microsoft.com/office/drawing/2014/main" id="{E81A2E33-5F45-E755-BFA5-7E84A36AF197}"/>
              </a:ext>
            </a:extLst>
          </p:cNvPr>
          <p:cNvSpPr>
            <a:spLocks noGrp="1"/>
          </p:cNvSpPr>
          <p:nvPr>
            <p:ph type="body" sz="quarter" idx="28" hasCustomPrompt="1"/>
          </p:nvPr>
        </p:nvSpPr>
        <p:spPr>
          <a:xfrm>
            <a:off x="8831962" y="3672000"/>
            <a:ext cx="30600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9" name="Content Placeholder 10">
            <a:extLst>
              <a:ext uri="{FF2B5EF4-FFF2-40B4-BE49-F238E27FC236}">
                <a16:creationId xmlns:a16="http://schemas.microsoft.com/office/drawing/2014/main" id="{33061B88-6B81-FDAF-ED9E-74D088634BC0}"/>
              </a:ext>
            </a:extLst>
          </p:cNvPr>
          <p:cNvSpPr>
            <a:spLocks noGrp="1"/>
          </p:cNvSpPr>
          <p:nvPr>
            <p:ph sz="quarter" idx="29"/>
          </p:nvPr>
        </p:nvSpPr>
        <p:spPr>
          <a:xfrm>
            <a:off x="8831963" y="4104000"/>
            <a:ext cx="3060000" cy="1800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5" name="Picture Placeholder 14">
            <a:extLst>
              <a:ext uri="{FF2B5EF4-FFF2-40B4-BE49-F238E27FC236}">
                <a16:creationId xmlns:a16="http://schemas.microsoft.com/office/drawing/2014/main" id="{2BF23F95-2673-FE84-66E7-82097451E463}"/>
              </a:ext>
            </a:extLst>
          </p:cNvPr>
          <p:cNvSpPr>
            <a:spLocks noGrp="1"/>
          </p:cNvSpPr>
          <p:nvPr>
            <p:ph type="pic" sz="quarter" idx="30"/>
          </p:nvPr>
        </p:nvSpPr>
        <p:spPr>
          <a:xfrm>
            <a:off x="304801" y="1090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0" name="Picture Placeholder 14">
            <a:extLst>
              <a:ext uri="{FF2B5EF4-FFF2-40B4-BE49-F238E27FC236}">
                <a16:creationId xmlns:a16="http://schemas.microsoft.com/office/drawing/2014/main" id="{C7CCFC2C-8E49-1CD8-E77D-05EC46161534}"/>
              </a:ext>
            </a:extLst>
          </p:cNvPr>
          <p:cNvSpPr>
            <a:spLocks noGrp="1"/>
          </p:cNvSpPr>
          <p:nvPr>
            <p:ph type="pic" sz="quarter" idx="31"/>
          </p:nvPr>
        </p:nvSpPr>
        <p:spPr>
          <a:xfrm>
            <a:off x="4263584"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1" name="Picture Placeholder 14">
            <a:extLst>
              <a:ext uri="{FF2B5EF4-FFF2-40B4-BE49-F238E27FC236}">
                <a16:creationId xmlns:a16="http://schemas.microsoft.com/office/drawing/2014/main" id="{99383212-5E56-5076-CADC-AE74C2E23549}"/>
              </a:ext>
            </a:extLst>
          </p:cNvPr>
          <p:cNvSpPr>
            <a:spLocks noGrp="1"/>
          </p:cNvSpPr>
          <p:nvPr>
            <p:ph type="pic" sz="quarter" idx="32"/>
          </p:nvPr>
        </p:nvSpPr>
        <p:spPr>
          <a:xfrm>
            <a:off x="8222367" y="1090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2" name="Picture Placeholder 14">
            <a:extLst>
              <a:ext uri="{FF2B5EF4-FFF2-40B4-BE49-F238E27FC236}">
                <a16:creationId xmlns:a16="http://schemas.microsoft.com/office/drawing/2014/main" id="{B23A623D-583C-7275-793F-72445CF17BC5}"/>
              </a:ext>
            </a:extLst>
          </p:cNvPr>
          <p:cNvSpPr>
            <a:spLocks noGrp="1"/>
          </p:cNvSpPr>
          <p:nvPr>
            <p:ph type="pic" sz="quarter" idx="33"/>
          </p:nvPr>
        </p:nvSpPr>
        <p:spPr>
          <a:xfrm>
            <a:off x="304801" y="3502800"/>
            <a:ext cx="502962" cy="504000"/>
          </a:xfrm>
        </p:spPr>
        <p:txBody>
          <a:bodyPr anchor="ctr"/>
          <a:lstStyle>
            <a:lvl1pPr marL="0" indent="0" algn="ctr">
              <a:buNone/>
              <a:defRPr sz="800"/>
            </a:lvl1pPr>
          </a:lstStyle>
          <a:p>
            <a:r>
              <a:rPr lang="ko-KR" altLang="en-US"/>
              <a:t>그림을 추가하려면 아이콘을 클릭하십시오</a:t>
            </a:r>
            <a:endParaRPr lang="en-GB" dirty="0"/>
          </a:p>
        </p:txBody>
      </p:sp>
      <p:sp>
        <p:nvSpPr>
          <p:cNvPr id="23" name="Picture Placeholder 14">
            <a:extLst>
              <a:ext uri="{FF2B5EF4-FFF2-40B4-BE49-F238E27FC236}">
                <a16:creationId xmlns:a16="http://schemas.microsoft.com/office/drawing/2014/main" id="{85ECF528-F4CD-11DE-C52B-74C6A0536CB6}"/>
              </a:ext>
            </a:extLst>
          </p:cNvPr>
          <p:cNvSpPr>
            <a:spLocks noGrp="1"/>
          </p:cNvSpPr>
          <p:nvPr>
            <p:ph type="pic" sz="quarter" idx="34"/>
          </p:nvPr>
        </p:nvSpPr>
        <p:spPr>
          <a:xfrm>
            <a:off x="4263584"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
        <p:nvSpPr>
          <p:cNvPr id="24" name="Picture Placeholder 14">
            <a:extLst>
              <a:ext uri="{FF2B5EF4-FFF2-40B4-BE49-F238E27FC236}">
                <a16:creationId xmlns:a16="http://schemas.microsoft.com/office/drawing/2014/main" id="{770DC091-DD84-E985-38FC-1D5ACA0845A1}"/>
              </a:ext>
            </a:extLst>
          </p:cNvPr>
          <p:cNvSpPr>
            <a:spLocks noGrp="1"/>
          </p:cNvSpPr>
          <p:nvPr>
            <p:ph type="pic" sz="quarter" idx="35"/>
          </p:nvPr>
        </p:nvSpPr>
        <p:spPr>
          <a:xfrm>
            <a:off x="8222367" y="3502800"/>
            <a:ext cx="502962" cy="504000"/>
          </a:xfrm>
        </p:spPr>
        <p:txBody>
          <a:bodyPr anchor="ctr"/>
          <a:lstStyle>
            <a:lvl1pPr marL="0" indent="0" algn="ctr">
              <a:buNone/>
              <a:defRPr sz="800"/>
            </a:lvl1pPr>
          </a:lstStyle>
          <a:p>
            <a:r>
              <a:rPr lang="ko-KR" altLang="en-US"/>
              <a:t>그림을 추가하려면 아이콘을 클릭하십시오</a:t>
            </a:r>
            <a:endParaRPr lang="en-GB"/>
          </a:p>
        </p:txBody>
      </p:sp>
    </p:spTree>
    <p:extLst>
      <p:ext uri="{BB962C8B-B14F-4D97-AF65-F5344CB8AC3E}">
        <p14:creationId xmlns:p14="http://schemas.microsoft.com/office/powerpoint/2010/main" val="29325756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AD6B1-3EFA-DC15-FA38-C5DFFE8BD92E}"/>
              </a:ext>
            </a:extLst>
          </p:cNvPr>
          <p:cNvSpPr>
            <a:spLocks noGrp="1"/>
          </p:cNvSpPr>
          <p:nvPr>
            <p:ph type="title"/>
          </p:nvPr>
        </p:nvSpPr>
        <p:spPr>
          <a:xfrm>
            <a:off x="306000" y="2422800"/>
            <a:ext cx="11581200" cy="360000"/>
          </a:xfrm>
        </p:spPr>
        <p:txBody>
          <a:bodyPr anchor="t"/>
          <a:lstStyle/>
          <a:p>
            <a:r>
              <a:rPr lang="ko-KR" altLang="en-US"/>
              <a:t>마스터 제목 스타일 편집</a:t>
            </a:r>
            <a:endParaRPr lang="en-GB" dirty="0"/>
          </a:p>
        </p:txBody>
      </p:sp>
      <p:sp>
        <p:nvSpPr>
          <p:cNvPr id="3" name="Date Placeholder 2">
            <a:extLst>
              <a:ext uri="{FF2B5EF4-FFF2-40B4-BE49-F238E27FC236}">
                <a16:creationId xmlns:a16="http://schemas.microsoft.com/office/drawing/2014/main" id="{84823C6B-F584-EFF0-D4B2-F50D4DEE6D6D}"/>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0E8608B-C9BE-0115-D98A-80D843DB3C2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C8BE60D8-D1AB-0B88-66B3-B28585C5AA28}"/>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7" name="Text Placeholder 6">
            <a:extLst>
              <a:ext uri="{FF2B5EF4-FFF2-40B4-BE49-F238E27FC236}">
                <a16:creationId xmlns:a16="http://schemas.microsoft.com/office/drawing/2014/main" id="{A9594359-489A-D8EC-A63B-358473973D9E}"/>
              </a:ext>
            </a:extLst>
          </p:cNvPr>
          <p:cNvSpPr>
            <a:spLocks noGrp="1"/>
          </p:cNvSpPr>
          <p:nvPr>
            <p:ph type="body" sz="quarter" idx="13"/>
          </p:nvPr>
        </p:nvSpPr>
        <p:spPr>
          <a:xfrm>
            <a:off x="304800" y="2869248"/>
            <a:ext cx="11581200" cy="1590675"/>
          </a:xfrm>
        </p:spPr>
        <p:txBody>
          <a:bodyPr anchor="t"/>
          <a:lstStyle>
            <a:lvl1pPr marL="0" indent="0">
              <a:buNone/>
              <a:defRPr sz="3600" b="1"/>
            </a:lvl1pPr>
            <a:lvl2pPr marL="176213" indent="0">
              <a:buNone/>
              <a:defRPr sz="3600" b="1"/>
            </a:lvl2pPr>
            <a:lvl3pPr marL="357188" indent="0">
              <a:buNone/>
              <a:defRPr sz="3600" b="1"/>
            </a:lvl3pPr>
            <a:lvl4pPr marL="534988" indent="0">
              <a:buNone/>
              <a:defRPr sz="3600" b="1"/>
            </a:lvl4pPr>
            <a:lvl5pPr marL="715963" indent="0">
              <a:buNone/>
              <a:defRPr sz="3600" b="1"/>
            </a:lvl5pPr>
          </a:lstStyle>
          <a:p>
            <a:pPr lvl="0"/>
            <a:r>
              <a:rPr lang="ko-KR" altLang="en-US"/>
              <a:t>마스터 텍스트 스타일을 편집하려면 클릭</a:t>
            </a:r>
          </a:p>
        </p:txBody>
      </p:sp>
    </p:spTree>
    <p:extLst>
      <p:ext uri="{BB962C8B-B14F-4D97-AF65-F5344CB8AC3E}">
        <p14:creationId xmlns:p14="http://schemas.microsoft.com/office/powerpoint/2010/main" val="212432708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7">
            <a:extLst>
              <a:ext uri="{FF2B5EF4-FFF2-40B4-BE49-F238E27FC236}">
                <a16:creationId xmlns:a16="http://schemas.microsoft.com/office/drawing/2014/main" id="{7AC093CF-9094-42B3-E644-4B1D722C8086}"/>
              </a:ext>
            </a:extLst>
          </p:cNvPr>
          <p:cNvSpPr>
            <a:spLocks noGrp="1"/>
          </p:cNvSpPr>
          <p:nvPr>
            <p:ph type="pic" sz="quarter" idx="14"/>
          </p:nvPr>
        </p:nvSpPr>
        <p:spPr>
          <a:xfrm>
            <a:off x="306000" y="1258889"/>
            <a:ext cx="5648400" cy="4691062"/>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p:nvPr>
        </p:nvSpPr>
        <p:spPr>
          <a:xfrm>
            <a:off x="6243563" y="1258888"/>
            <a:ext cx="5648400" cy="4240212"/>
          </a:xfrm>
        </p:spPr>
        <p:txBody>
          <a:bodyPr anchor="t"/>
          <a:lstStyle>
            <a:lvl1pPr marL="157163" indent="-157163">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8" name="Text Placeholder 12">
            <a:extLst>
              <a:ext uri="{FF2B5EF4-FFF2-40B4-BE49-F238E27FC236}">
                <a16:creationId xmlns:a16="http://schemas.microsoft.com/office/drawing/2014/main" id="{DD79567B-BA61-21E3-EB1B-6B95C8E88DE1}"/>
              </a:ext>
            </a:extLst>
          </p:cNvPr>
          <p:cNvSpPr>
            <a:spLocks noGrp="1"/>
          </p:cNvSpPr>
          <p:nvPr>
            <p:ph type="body" sz="quarter" idx="19" hasCustomPrompt="1"/>
          </p:nvPr>
        </p:nvSpPr>
        <p:spPr>
          <a:xfrm>
            <a:off x="6237602" y="5499100"/>
            <a:ext cx="5648398"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40916460"/>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lternative_Quote layout 1">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E644ABC-A943-3ED6-C41B-5AFF1F1E01A8}"/>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75E81BA9-7009-A36E-9F02-FC2536F7D46E}"/>
              </a:ext>
            </a:extLst>
          </p:cNvPr>
          <p:cNvSpPr>
            <a:spLocks noGrp="1"/>
          </p:cNvSpPr>
          <p:nvPr>
            <p:ph type="body" sz="quarter" idx="15" hasCustomPrompt="1"/>
          </p:nvPr>
        </p:nvSpPr>
        <p:spPr>
          <a:xfrm>
            <a:off x="7997735" y="1260000"/>
            <a:ext cx="3748720" cy="4239100"/>
          </a:xfrm>
        </p:spPr>
        <p:txBody>
          <a:bodyPr/>
          <a:lstStyle>
            <a:lvl1pPr marL="120650" indent="-120650">
              <a:buNone/>
              <a:defRPr sz="2400" b="0"/>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en-US" dirty="0"/>
              <a:t>“Click to edit Master text styles</a:t>
            </a:r>
          </a:p>
        </p:txBody>
      </p:sp>
      <p:sp>
        <p:nvSpPr>
          <p:cNvPr id="8" name="Text Placeholder 8">
            <a:extLst>
              <a:ext uri="{FF2B5EF4-FFF2-40B4-BE49-F238E27FC236}">
                <a16:creationId xmlns:a16="http://schemas.microsoft.com/office/drawing/2014/main" id="{F8DBE469-FA96-A611-CE98-0F2F91BDD651}"/>
              </a:ext>
            </a:extLst>
          </p:cNvPr>
          <p:cNvSpPr>
            <a:spLocks noGrp="1"/>
          </p:cNvSpPr>
          <p:nvPr>
            <p:ph type="body" sz="quarter" idx="14" hasCustomPrompt="1"/>
          </p:nvPr>
        </p:nvSpPr>
        <p:spPr>
          <a:xfrm>
            <a:off x="305997" y="1260000"/>
            <a:ext cx="72000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Content Placeholder 10">
            <a:extLst>
              <a:ext uri="{FF2B5EF4-FFF2-40B4-BE49-F238E27FC236}">
                <a16:creationId xmlns:a16="http://schemas.microsoft.com/office/drawing/2014/main" id="{F390D26B-A5B3-53AF-787D-CA185DA722E3}"/>
              </a:ext>
            </a:extLst>
          </p:cNvPr>
          <p:cNvSpPr>
            <a:spLocks noGrp="1"/>
          </p:cNvSpPr>
          <p:nvPr>
            <p:ph sz="quarter" idx="18"/>
          </p:nvPr>
        </p:nvSpPr>
        <p:spPr>
          <a:xfrm>
            <a:off x="305998" y="1692000"/>
            <a:ext cx="7200000"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pic>
        <p:nvPicPr>
          <p:cNvPr id="10" name="Picture 9" descr="Blue letters on a black background&#10;&#10;Description automatically generated">
            <a:extLst>
              <a:ext uri="{FF2B5EF4-FFF2-40B4-BE49-F238E27FC236}">
                <a16:creationId xmlns:a16="http://schemas.microsoft.com/office/drawing/2014/main" id="{A695A264-93AA-CE06-BF63-CD04C406C7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2" name="Text Placeholder 12">
            <a:extLst>
              <a:ext uri="{FF2B5EF4-FFF2-40B4-BE49-F238E27FC236}">
                <a16:creationId xmlns:a16="http://schemas.microsoft.com/office/drawing/2014/main" id="{29C61118-65C4-E1C5-E036-604CF0B059E8}"/>
              </a:ext>
            </a:extLst>
          </p:cNvPr>
          <p:cNvSpPr>
            <a:spLocks noGrp="1"/>
          </p:cNvSpPr>
          <p:nvPr>
            <p:ph type="body" sz="quarter" idx="19" hasCustomPrompt="1"/>
          </p:nvPr>
        </p:nvSpPr>
        <p:spPr>
          <a:xfrm>
            <a:off x="7997735" y="5499100"/>
            <a:ext cx="3748720" cy="450850"/>
          </a:xfrm>
        </p:spPr>
        <p:txBody>
          <a:bodyPr/>
          <a:lstStyle>
            <a:lvl1pPr marL="0" indent="0">
              <a:buNone/>
              <a:defRPr sz="1200" b="1"/>
            </a:lvl1pPr>
            <a:lvl2pPr>
              <a:defRPr sz="1200" b="1"/>
            </a:lvl2pPr>
            <a:lvl3pPr>
              <a:defRPr sz="1200" b="1"/>
            </a:lvl3pPr>
            <a:lvl4pPr>
              <a:defRPr sz="1200" b="1"/>
            </a:lvl4pPr>
            <a:lvl5pPr>
              <a:defRPr sz="1200" b="1"/>
            </a:lvl5pPr>
          </a:lstStyle>
          <a:p>
            <a:pPr lvl="0"/>
            <a:r>
              <a:rPr lang="en-US" dirty="0"/>
              <a:t>Name, Job Title</a:t>
            </a:r>
          </a:p>
        </p:txBody>
      </p:sp>
    </p:spTree>
    <p:extLst>
      <p:ext uri="{BB962C8B-B14F-4D97-AF65-F5344CB8AC3E}">
        <p14:creationId xmlns:p14="http://schemas.microsoft.com/office/powerpoint/2010/main" val="2651509866"/>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lumns with right highligh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959F930D-35CB-01D0-4761-E9A6692624F6}"/>
              </a:ext>
            </a:extLst>
          </p:cNvPr>
          <p:cNvSpPr/>
          <p:nvPr userDrawn="1"/>
        </p:nvSpPr>
        <p:spPr>
          <a:xfrm>
            <a:off x="7569201" y="1"/>
            <a:ext cx="4622800" cy="685481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132FAA43-049E-0EDB-73E3-7ED4429EAC2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BB65ECB-6708-A610-4029-A91BD50C7BF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E33E1FAB-C451-E465-8500-00AEE22D82FB}"/>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EB4D2BA-FFC1-18C8-F9F3-DBECD87DE18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5F5A8C2-A4E5-0B25-09CD-E49B87376758}"/>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pic>
        <p:nvPicPr>
          <p:cNvPr id="8" name="Picture 7" descr="Blue letters on a black background&#10;&#10;Description automatically generated">
            <a:extLst>
              <a:ext uri="{FF2B5EF4-FFF2-40B4-BE49-F238E27FC236}">
                <a16:creationId xmlns:a16="http://schemas.microsoft.com/office/drawing/2014/main" id="{C31CD433-4D6D-8EAB-439A-3F97BE7866B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997"/>
            <a:ext cx="1080000" cy="454003"/>
          </a:xfrm>
          <a:prstGeom prst="rect">
            <a:avLst/>
          </a:prstGeom>
        </p:spPr>
      </p:pic>
      <p:sp>
        <p:nvSpPr>
          <p:cNvPr id="11" name="Content Placeholder 9">
            <a:extLst>
              <a:ext uri="{FF2B5EF4-FFF2-40B4-BE49-F238E27FC236}">
                <a16:creationId xmlns:a16="http://schemas.microsoft.com/office/drawing/2014/main" id="{92E247C2-C9E4-83C5-F04A-E5EA50CF0DAD}"/>
              </a:ext>
            </a:extLst>
          </p:cNvPr>
          <p:cNvSpPr>
            <a:spLocks noGrp="1"/>
          </p:cNvSpPr>
          <p:nvPr>
            <p:ph sz="quarter" idx="15"/>
          </p:nvPr>
        </p:nvSpPr>
        <p:spPr>
          <a:xfrm>
            <a:off x="7876131" y="1258888"/>
            <a:ext cx="4011069" cy="4691062"/>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14" name="Text Placeholder 8">
            <a:extLst>
              <a:ext uri="{FF2B5EF4-FFF2-40B4-BE49-F238E27FC236}">
                <a16:creationId xmlns:a16="http://schemas.microsoft.com/office/drawing/2014/main" id="{DFC463AB-4BD2-49D5-767F-54FC8EA65B16}"/>
              </a:ext>
            </a:extLst>
          </p:cNvPr>
          <p:cNvSpPr>
            <a:spLocks noGrp="1"/>
          </p:cNvSpPr>
          <p:nvPr>
            <p:ph type="body" sz="quarter" idx="14" hasCustomPrompt="1"/>
          </p:nvPr>
        </p:nvSpPr>
        <p:spPr>
          <a:xfrm>
            <a:off x="305997" y="1260000"/>
            <a:ext cx="6958402"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5" name="Content Placeholder 10">
            <a:extLst>
              <a:ext uri="{FF2B5EF4-FFF2-40B4-BE49-F238E27FC236}">
                <a16:creationId xmlns:a16="http://schemas.microsoft.com/office/drawing/2014/main" id="{271815FF-0161-8C49-AB75-C04614AA1BB6}"/>
              </a:ext>
            </a:extLst>
          </p:cNvPr>
          <p:cNvSpPr>
            <a:spLocks noGrp="1"/>
          </p:cNvSpPr>
          <p:nvPr>
            <p:ph sz="quarter" idx="18"/>
          </p:nvPr>
        </p:nvSpPr>
        <p:spPr>
          <a:xfrm>
            <a:off x="305998" y="1692000"/>
            <a:ext cx="6958402" cy="425795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270010850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D6774D-425F-4BC0-2A89-D4FFAD2D27AF}"/>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ECD2A33-8FED-378E-7CD7-17B365A7EE5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4581165-1F65-1CE8-67D1-821449075D5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BEC5859-8CFE-67C8-1FC8-66D5E71B983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D3BA3C3-C7E2-5DDF-A5DF-F098DEE555F9}"/>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1330838445"/>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Contac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BEE27-6D9E-2EA1-121A-B2BD253AB8CA}"/>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78A4EC3D-D47F-716A-A151-ADE5FB2C0D15}"/>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12C25ECD-39EC-4E11-7048-B8F19CE2AAFA}"/>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37252932-21A5-5D5D-CBD0-B1D05162BFF2}"/>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0202DCC5-A246-1BAC-FE34-93992F42C806}"/>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15" name="Text Placeholder 14">
            <a:extLst>
              <a:ext uri="{FF2B5EF4-FFF2-40B4-BE49-F238E27FC236}">
                <a16:creationId xmlns:a16="http://schemas.microsoft.com/office/drawing/2014/main" id="{672A2661-F0D3-EA1A-1204-1F0DD202305C}"/>
              </a:ext>
            </a:extLst>
          </p:cNvPr>
          <p:cNvSpPr>
            <a:spLocks noGrp="1"/>
          </p:cNvSpPr>
          <p:nvPr>
            <p:ph type="body" sz="quarter" idx="14" hasCustomPrompt="1"/>
          </p:nvPr>
        </p:nvSpPr>
        <p:spPr>
          <a:xfrm>
            <a:off x="306000" y="1260000"/>
            <a:ext cx="3276128" cy="360000"/>
          </a:xfrm>
        </p:spPr>
        <p:txBody>
          <a:bodyPr anchor="t"/>
          <a:lstStyle>
            <a:lvl1pPr marL="0" indent="0">
              <a:buNone/>
              <a:defRPr/>
            </a:lvl1pPr>
          </a:lstStyle>
          <a:p>
            <a:pPr lvl="0"/>
            <a:r>
              <a:rPr lang="en-US" dirty="0"/>
              <a:t>Our team</a:t>
            </a:r>
            <a:endParaRPr lang="en-GB" dirty="0"/>
          </a:p>
        </p:txBody>
      </p:sp>
      <p:sp>
        <p:nvSpPr>
          <p:cNvPr id="17" name="Text Placeholder 16">
            <a:extLst>
              <a:ext uri="{FF2B5EF4-FFF2-40B4-BE49-F238E27FC236}">
                <a16:creationId xmlns:a16="http://schemas.microsoft.com/office/drawing/2014/main" id="{06AAF7BD-B690-19AE-85DD-D64C07178B94}"/>
              </a:ext>
            </a:extLst>
          </p:cNvPr>
          <p:cNvSpPr>
            <a:spLocks noGrp="1"/>
          </p:cNvSpPr>
          <p:nvPr>
            <p:ph type="body" sz="quarter" idx="15"/>
          </p:nvPr>
        </p:nvSpPr>
        <p:spPr>
          <a:xfrm>
            <a:off x="304800" y="1692000"/>
            <a:ext cx="3277200" cy="1501775"/>
          </a:xfrm>
        </p:spPr>
        <p:txBody>
          <a:bodyPr anchor="t"/>
          <a:lstStyle>
            <a:lvl1pPr marL="0" indent="0">
              <a:buNone/>
              <a:defRPr sz="2400" b="1"/>
            </a:lvl1pPr>
            <a:lvl2pPr marL="176213" indent="0">
              <a:buNone/>
              <a:defRPr sz="2400" b="1"/>
            </a:lvl2pPr>
            <a:lvl3pPr marL="357188" indent="0">
              <a:buNone/>
              <a:defRPr sz="2400" b="1"/>
            </a:lvl3pPr>
            <a:lvl4pPr marL="534988" indent="0">
              <a:buNone/>
              <a:defRPr sz="2400" b="1"/>
            </a:lvl4pPr>
            <a:lvl5pPr marL="715963" indent="0">
              <a:buNone/>
              <a:defRPr sz="2400" b="1"/>
            </a:lvl5pPr>
          </a:lstStyle>
          <a:p>
            <a:pPr lvl="0"/>
            <a:r>
              <a:rPr lang="ko-KR" altLang="en-US"/>
              <a:t>마스터 텍스트 스타일을 편집하려면 클릭</a:t>
            </a:r>
          </a:p>
        </p:txBody>
      </p:sp>
      <p:sp>
        <p:nvSpPr>
          <p:cNvPr id="20" name="Picture Placeholder 19">
            <a:extLst>
              <a:ext uri="{FF2B5EF4-FFF2-40B4-BE49-F238E27FC236}">
                <a16:creationId xmlns:a16="http://schemas.microsoft.com/office/drawing/2014/main" id="{8D23521A-6BFC-0413-2BE0-68637565C490}"/>
              </a:ext>
            </a:extLst>
          </p:cNvPr>
          <p:cNvSpPr>
            <a:spLocks noGrp="1"/>
          </p:cNvSpPr>
          <p:nvPr>
            <p:ph type="pic" sz="quarter" idx="16"/>
          </p:nvPr>
        </p:nvSpPr>
        <p:spPr>
          <a:xfrm>
            <a:off x="3821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1" name="Picture Placeholder 19">
            <a:extLst>
              <a:ext uri="{FF2B5EF4-FFF2-40B4-BE49-F238E27FC236}">
                <a16:creationId xmlns:a16="http://schemas.microsoft.com/office/drawing/2014/main" id="{777DA299-DF9F-AA0B-EBD9-B89A2B27B94D}"/>
              </a:ext>
            </a:extLst>
          </p:cNvPr>
          <p:cNvSpPr>
            <a:spLocks noGrp="1"/>
          </p:cNvSpPr>
          <p:nvPr>
            <p:ph type="pic" sz="quarter" idx="17"/>
          </p:nvPr>
        </p:nvSpPr>
        <p:spPr>
          <a:xfrm>
            <a:off x="7973498" y="1260000"/>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Picture Placeholder 19">
            <a:extLst>
              <a:ext uri="{FF2B5EF4-FFF2-40B4-BE49-F238E27FC236}">
                <a16:creationId xmlns:a16="http://schemas.microsoft.com/office/drawing/2014/main" id="{9EDEE6B0-32AE-5C3F-B6C7-53332D9C70E4}"/>
              </a:ext>
            </a:extLst>
          </p:cNvPr>
          <p:cNvSpPr>
            <a:spLocks noGrp="1"/>
          </p:cNvSpPr>
          <p:nvPr>
            <p:ph type="pic" sz="quarter" idx="18"/>
          </p:nvPr>
        </p:nvSpPr>
        <p:spPr>
          <a:xfrm>
            <a:off x="3821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3" name="Picture Placeholder 19">
            <a:extLst>
              <a:ext uri="{FF2B5EF4-FFF2-40B4-BE49-F238E27FC236}">
                <a16:creationId xmlns:a16="http://schemas.microsoft.com/office/drawing/2014/main" id="{62F9F762-D9F9-DA71-29D1-C79016D1A8D0}"/>
              </a:ext>
            </a:extLst>
          </p:cNvPr>
          <p:cNvSpPr>
            <a:spLocks noGrp="1"/>
          </p:cNvSpPr>
          <p:nvPr>
            <p:ph type="pic" sz="quarter" idx="19"/>
          </p:nvPr>
        </p:nvSpPr>
        <p:spPr>
          <a:xfrm>
            <a:off x="7973498" y="3652524"/>
            <a:ext cx="1638000" cy="1638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24">
            <a:extLst>
              <a:ext uri="{FF2B5EF4-FFF2-40B4-BE49-F238E27FC236}">
                <a16:creationId xmlns:a16="http://schemas.microsoft.com/office/drawing/2014/main" id="{E33872C5-04BF-F8E7-4D24-9D0D57B1BB24}"/>
              </a:ext>
            </a:extLst>
          </p:cNvPr>
          <p:cNvSpPr>
            <a:spLocks noGrp="1"/>
          </p:cNvSpPr>
          <p:nvPr>
            <p:ph type="body" sz="quarter" idx="20" hasCustomPrompt="1"/>
          </p:nvPr>
        </p:nvSpPr>
        <p:spPr>
          <a:xfrm>
            <a:off x="5706949" y="2117664"/>
            <a:ext cx="2027051" cy="360000"/>
          </a:xfrm>
        </p:spPr>
        <p:txBody>
          <a:bodyPr/>
          <a:lstStyle>
            <a:lvl1pPr marL="0" indent="0">
              <a:buNone/>
              <a:defRPr b="1"/>
            </a:lvl1pPr>
          </a:lstStyle>
          <a:p>
            <a:pPr lvl="0"/>
            <a:r>
              <a:rPr lang="en-US" dirty="0"/>
              <a:t>Name surname</a:t>
            </a:r>
            <a:endParaRPr lang="en-GB" dirty="0"/>
          </a:p>
        </p:txBody>
      </p:sp>
      <p:sp>
        <p:nvSpPr>
          <p:cNvPr id="26" name="Text Placeholder 24">
            <a:extLst>
              <a:ext uri="{FF2B5EF4-FFF2-40B4-BE49-F238E27FC236}">
                <a16:creationId xmlns:a16="http://schemas.microsoft.com/office/drawing/2014/main" id="{FBD4C676-D3A0-7C78-8E0C-1156D9E4EFC2}"/>
              </a:ext>
            </a:extLst>
          </p:cNvPr>
          <p:cNvSpPr>
            <a:spLocks noGrp="1"/>
          </p:cNvSpPr>
          <p:nvPr>
            <p:ph type="body" sz="quarter" idx="21" hasCustomPrompt="1"/>
          </p:nvPr>
        </p:nvSpPr>
        <p:spPr>
          <a:xfrm>
            <a:off x="5706949" y="2538000"/>
            <a:ext cx="2027051" cy="360000"/>
          </a:xfrm>
        </p:spPr>
        <p:txBody>
          <a:bodyPr/>
          <a:lstStyle>
            <a:lvl1pPr marL="0" indent="0">
              <a:buNone/>
              <a:defRPr b="0"/>
            </a:lvl1pPr>
          </a:lstStyle>
          <a:p>
            <a:pPr lvl="0"/>
            <a:r>
              <a:rPr lang="en-US" dirty="0"/>
              <a:t>Job title</a:t>
            </a:r>
            <a:endParaRPr lang="en-GB" dirty="0"/>
          </a:p>
        </p:txBody>
      </p:sp>
      <p:sp>
        <p:nvSpPr>
          <p:cNvPr id="27" name="Text Placeholder 24">
            <a:extLst>
              <a:ext uri="{FF2B5EF4-FFF2-40B4-BE49-F238E27FC236}">
                <a16:creationId xmlns:a16="http://schemas.microsoft.com/office/drawing/2014/main" id="{5A2D47DF-6C80-9D62-8F40-BED8626C265A}"/>
              </a:ext>
            </a:extLst>
          </p:cNvPr>
          <p:cNvSpPr>
            <a:spLocks noGrp="1"/>
          </p:cNvSpPr>
          <p:nvPr>
            <p:ph type="body" sz="quarter" idx="22" hasCustomPrompt="1"/>
          </p:nvPr>
        </p:nvSpPr>
        <p:spPr>
          <a:xfrm>
            <a:off x="9858949" y="2117664"/>
            <a:ext cx="2027051" cy="360000"/>
          </a:xfrm>
        </p:spPr>
        <p:txBody>
          <a:bodyPr/>
          <a:lstStyle>
            <a:lvl1pPr marL="0" indent="0">
              <a:buNone/>
              <a:defRPr b="1"/>
            </a:lvl1pPr>
          </a:lstStyle>
          <a:p>
            <a:pPr lvl="0"/>
            <a:r>
              <a:rPr lang="en-US" dirty="0"/>
              <a:t>Name surname</a:t>
            </a:r>
            <a:endParaRPr lang="en-GB" dirty="0"/>
          </a:p>
        </p:txBody>
      </p:sp>
      <p:sp>
        <p:nvSpPr>
          <p:cNvPr id="28" name="Text Placeholder 24">
            <a:extLst>
              <a:ext uri="{FF2B5EF4-FFF2-40B4-BE49-F238E27FC236}">
                <a16:creationId xmlns:a16="http://schemas.microsoft.com/office/drawing/2014/main" id="{124E0AA2-5A10-C4F8-7FF7-3331E936DA95}"/>
              </a:ext>
            </a:extLst>
          </p:cNvPr>
          <p:cNvSpPr>
            <a:spLocks noGrp="1"/>
          </p:cNvSpPr>
          <p:nvPr>
            <p:ph type="body" sz="quarter" idx="23" hasCustomPrompt="1"/>
          </p:nvPr>
        </p:nvSpPr>
        <p:spPr>
          <a:xfrm>
            <a:off x="9858949" y="2538000"/>
            <a:ext cx="2027051" cy="360000"/>
          </a:xfrm>
        </p:spPr>
        <p:txBody>
          <a:bodyPr/>
          <a:lstStyle>
            <a:lvl1pPr marL="0" indent="0">
              <a:buNone/>
              <a:defRPr b="0"/>
            </a:lvl1pPr>
          </a:lstStyle>
          <a:p>
            <a:pPr lvl="0"/>
            <a:r>
              <a:rPr lang="en-US" dirty="0"/>
              <a:t>Job title</a:t>
            </a:r>
            <a:endParaRPr lang="en-GB" dirty="0"/>
          </a:p>
        </p:txBody>
      </p:sp>
      <p:sp>
        <p:nvSpPr>
          <p:cNvPr id="29" name="Text Placeholder 24">
            <a:extLst>
              <a:ext uri="{FF2B5EF4-FFF2-40B4-BE49-F238E27FC236}">
                <a16:creationId xmlns:a16="http://schemas.microsoft.com/office/drawing/2014/main" id="{8BDB34A3-36A9-DFDC-3C94-2120F1A7EB46}"/>
              </a:ext>
            </a:extLst>
          </p:cNvPr>
          <p:cNvSpPr>
            <a:spLocks noGrp="1"/>
          </p:cNvSpPr>
          <p:nvPr>
            <p:ph type="body" sz="quarter" idx="24" hasCustomPrompt="1"/>
          </p:nvPr>
        </p:nvSpPr>
        <p:spPr>
          <a:xfrm>
            <a:off x="5706949" y="4510188"/>
            <a:ext cx="2027051" cy="360000"/>
          </a:xfrm>
        </p:spPr>
        <p:txBody>
          <a:bodyPr/>
          <a:lstStyle>
            <a:lvl1pPr marL="0" indent="0">
              <a:buNone/>
              <a:defRPr b="1"/>
            </a:lvl1pPr>
          </a:lstStyle>
          <a:p>
            <a:pPr lvl="0"/>
            <a:r>
              <a:rPr lang="en-US" dirty="0"/>
              <a:t>Name surname</a:t>
            </a:r>
            <a:endParaRPr lang="en-GB" dirty="0"/>
          </a:p>
        </p:txBody>
      </p:sp>
      <p:sp>
        <p:nvSpPr>
          <p:cNvPr id="30" name="Text Placeholder 24">
            <a:extLst>
              <a:ext uri="{FF2B5EF4-FFF2-40B4-BE49-F238E27FC236}">
                <a16:creationId xmlns:a16="http://schemas.microsoft.com/office/drawing/2014/main" id="{A3717ED6-BDEA-E997-D0EF-C7FC7E6B0A2F}"/>
              </a:ext>
            </a:extLst>
          </p:cNvPr>
          <p:cNvSpPr>
            <a:spLocks noGrp="1"/>
          </p:cNvSpPr>
          <p:nvPr>
            <p:ph type="body" sz="quarter" idx="25" hasCustomPrompt="1"/>
          </p:nvPr>
        </p:nvSpPr>
        <p:spPr>
          <a:xfrm>
            <a:off x="5706949" y="4930524"/>
            <a:ext cx="2027051" cy="360000"/>
          </a:xfrm>
        </p:spPr>
        <p:txBody>
          <a:bodyPr/>
          <a:lstStyle>
            <a:lvl1pPr marL="0" indent="0">
              <a:buNone/>
              <a:defRPr b="0"/>
            </a:lvl1pPr>
          </a:lstStyle>
          <a:p>
            <a:pPr lvl="0"/>
            <a:r>
              <a:rPr lang="en-US" dirty="0"/>
              <a:t>Job title</a:t>
            </a:r>
            <a:endParaRPr lang="en-GB" dirty="0"/>
          </a:p>
        </p:txBody>
      </p:sp>
      <p:sp>
        <p:nvSpPr>
          <p:cNvPr id="31" name="Text Placeholder 24">
            <a:extLst>
              <a:ext uri="{FF2B5EF4-FFF2-40B4-BE49-F238E27FC236}">
                <a16:creationId xmlns:a16="http://schemas.microsoft.com/office/drawing/2014/main" id="{46608C4E-A3D0-8547-0277-9E3C281776B0}"/>
              </a:ext>
            </a:extLst>
          </p:cNvPr>
          <p:cNvSpPr>
            <a:spLocks noGrp="1"/>
          </p:cNvSpPr>
          <p:nvPr>
            <p:ph type="body" sz="quarter" idx="26" hasCustomPrompt="1"/>
          </p:nvPr>
        </p:nvSpPr>
        <p:spPr>
          <a:xfrm>
            <a:off x="9858949" y="4510188"/>
            <a:ext cx="2027051" cy="360000"/>
          </a:xfrm>
        </p:spPr>
        <p:txBody>
          <a:bodyPr/>
          <a:lstStyle>
            <a:lvl1pPr marL="0" indent="0">
              <a:buNone/>
              <a:defRPr b="1"/>
            </a:lvl1pPr>
          </a:lstStyle>
          <a:p>
            <a:pPr lvl="0"/>
            <a:r>
              <a:rPr lang="en-US" dirty="0"/>
              <a:t>Name surname</a:t>
            </a:r>
            <a:endParaRPr lang="en-GB" dirty="0"/>
          </a:p>
        </p:txBody>
      </p:sp>
      <p:sp>
        <p:nvSpPr>
          <p:cNvPr id="32" name="Text Placeholder 24">
            <a:extLst>
              <a:ext uri="{FF2B5EF4-FFF2-40B4-BE49-F238E27FC236}">
                <a16:creationId xmlns:a16="http://schemas.microsoft.com/office/drawing/2014/main" id="{2F90C55D-5300-4742-EBF6-164AB6B4FC38}"/>
              </a:ext>
            </a:extLst>
          </p:cNvPr>
          <p:cNvSpPr>
            <a:spLocks noGrp="1"/>
          </p:cNvSpPr>
          <p:nvPr>
            <p:ph type="body" sz="quarter" idx="27" hasCustomPrompt="1"/>
          </p:nvPr>
        </p:nvSpPr>
        <p:spPr>
          <a:xfrm>
            <a:off x="9858949" y="4930524"/>
            <a:ext cx="2027051" cy="360000"/>
          </a:xfrm>
        </p:spPr>
        <p:txBody>
          <a:bodyPr/>
          <a:lstStyle>
            <a:lvl1pPr marL="0" indent="0">
              <a:buNone/>
              <a:defRPr b="0"/>
            </a:lvl1pPr>
          </a:lstStyle>
          <a:p>
            <a:pPr lvl="0"/>
            <a:r>
              <a:rPr lang="en-US" dirty="0"/>
              <a:t>Job title</a:t>
            </a:r>
            <a:endParaRPr lang="en-GB" dirty="0"/>
          </a:p>
        </p:txBody>
      </p:sp>
    </p:spTree>
    <p:extLst>
      <p:ext uri="{BB962C8B-B14F-4D97-AF65-F5344CB8AC3E}">
        <p14:creationId xmlns:p14="http://schemas.microsoft.com/office/powerpoint/2010/main" val="257740249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am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610393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715010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7150100" y="2355729"/>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610393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715010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715010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610393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dirty="0"/>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7150100" y="47870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7150100" y="50727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705978506"/>
      </p:ext>
    </p:extLst>
  </p:cSld>
  <p:clrMapOvr>
    <a:masterClrMapping/>
  </p:clrMapOvr>
  <p:transition>
    <p:fade/>
  </p:transition>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am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9D119A-5205-549D-6A59-CF6BFED54E12}"/>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52C064FE-D615-C9B5-75EB-0193E382BF59}"/>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AFE10F5C-6B52-D19B-BD1F-10CBDAB3DF61}"/>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8CE66C31-CED2-A64E-05C1-0BADF0DA9BA3}"/>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8" name="Text Placeholder 6">
            <a:extLst>
              <a:ext uri="{FF2B5EF4-FFF2-40B4-BE49-F238E27FC236}">
                <a16:creationId xmlns:a16="http://schemas.microsoft.com/office/drawing/2014/main" id="{98E2DB3B-3EB6-21F1-DD6A-DB825E3FBF02}"/>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9" name="Text Placeholder 8">
            <a:extLst>
              <a:ext uri="{FF2B5EF4-FFF2-40B4-BE49-F238E27FC236}">
                <a16:creationId xmlns:a16="http://schemas.microsoft.com/office/drawing/2014/main" id="{D5A7CD79-A047-3B0B-707A-9346E33EB891}"/>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11" name="Picture Placeholder 10">
            <a:extLst>
              <a:ext uri="{FF2B5EF4-FFF2-40B4-BE49-F238E27FC236}">
                <a16:creationId xmlns:a16="http://schemas.microsoft.com/office/drawing/2014/main" id="{4B40880E-2441-2036-7E0C-9AF61B5CE48A}"/>
              </a:ext>
            </a:extLst>
          </p:cNvPr>
          <p:cNvSpPr>
            <a:spLocks noGrp="1"/>
          </p:cNvSpPr>
          <p:nvPr>
            <p:ph type="pic" sz="quarter" idx="24"/>
          </p:nvPr>
        </p:nvSpPr>
        <p:spPr>
          <a:xfrm>
            <a:off x="306388"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3" name="Text Placeholder 12">
            <a:extLst>
              <a:ext uri="{FF2B5EF4-FFF2-40B4-BE49-F238E27FC236}">
                <a16:creationId xmlns:a16="http://schemas.microsoft.com/office/drawing/2014/main" id="{011E5CD3-DC74-79A2-F9C5-9B34E0A4C000}"/>
              </a:ext>
            </a:extLst>
          </p:cNvPr>
          <p:cNvSpPr>
            <a:spLocks noGrp="1"/>
          </p:cNvSpPr>
          <p:nvPr>
            <p:ph type="body" sz="quarter" idx="25" hasCustomPrompt="1"/>
          </p:nvPr>
        </p:nvSpPr>
        <p:spPr>
          <a:xfrm>
            <a:off x="1352550"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4" name="Text Placeholder 12">
            <a:extLst>
              <a:ext uri="{FF2B5EF4-FFF2-40B4-BE49-F238E27FC236}">
                <a16:creationId xmlns:a16="http://schemas.microsoft.com/office/drawing/2014/main" id="{42D45A9F-31F5-55C8-2DA7-272DC34A4FDC}"/>
              </a:ext>
            </a:extLst>
          </p:cNvPr>
          <p:cNvSpPr>
            <a:spLocks noGrp="1"/>
          </p:cNvSpPr>
          <p:nvPr>
            <p:ph type="body" sz="quarter" idx="26" hasCustomPrompt="1"/>
          </p:nvPr>
        </p:nvSpPr>
        <p:spPr>
          <a:xfrm>
            <a:off x="1352550"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5" name="Picture Placeholder 10">
            <a:extLst>
              <a:ext uri="{FF2B5EF4-FFF2-40B4-BE49-F238E27FC236}">
                <a16:creationId xmlns:a16="http://schemas.microsoft.com/office/drawing/2014/main" id="{0EB16D30-D682-728D-096A-539D025158CE}"/>
              </a:ext>
            </a:extLst>
          </p:cNvPr>
          <p:cNvSpPr>
            <a:spLocks noGrp="1"/>
          </p:cNvSpPr>
          <p:nvPr>
            <p:ph type="pic" sz="quarter" idx="27"/>
          </p:nvPr>
        </p:nvSpPr>
        <p:spPr>
          <a:xfrm>
            <a:off x="306388"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6" name="Text Placeholder 12">
            <a:extLst>
              <a:ext uri="{FF2B5EF4-FFF2-40B4-BE49-F238E27FC236}">
                <a16:creationId xmlns:a16="http://schemas.microsoft.com/office/drawing/2014/main" id="{51516F45-D716-2ECB-DE30-47451F44508D}"/>
              </a:ext>
            </a:extLst>
          </p:cNvPr>
          <p:cNvSpPr>
            <a:spLocks noGrp="1"/>
          </p:cNvSpPr>
          <p:nvPr>
            <p:ph type="body" sz="quarter" idx="28" hasCustomPrompt="1"/>
          </p:nvPr>
        </p:nvSpPr>
        <p:spPr>
          <a:xfrm>
            <a:off x="1352550"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7" name="Text Placeholder 12">
            <a:extLst>
              <a:ext uri="{FF2B5EF4-FFF2-40B4-BE49-F238E27FC236}">
                <a16:creationId xmlns:a16="http://schemas.microsoft.com/office/drawing/2014/main" id="{F9034FFE-349E-57E0-A97B-B0259AF286CC}"/>
              </a:ext>
            </a:extLst>
          </p:cNvPr>
          <p:cNvSpPr>
            <a:spLocks noGrp="1"/>
          </p:cNvSpPr>
          <p:nvPr>
            <p:ph type="body" sz="quarter" idx="29" hasCustomPrompt="1"/>
          </p:nvPr>
        </p:nvSpPr>
        <p:spPr>
          <a:xfrm>
            <a:off x="1352550"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8" name="Picture Placeholder 10">
            <a:extLst>
              <a:ext uri="{FF2B5EF4-FFF2-40B4-BE49-F238E27FC236}">
                <a16:creationId xmlns:a16="http://schemas.microsoft.com/office/drawing/2014/main" id="{BC84830A-754F-D374-A275-A566E5B2F199}"/>
              </a:ext>
            </a:extLst>
          </p:cNvPr>
          <p:cNvSpPr>
            <a:spLocks noGrp="1"/>
          </p:cNvSpPr>
          <p:nvPr>
            <p:ph type="pic" sz="quarter" idx="30"/>
          </p:nvPr>
        </p:nvSpPr>
        <p:spPr>
          <a:xfrm>
            <a:off x="306388"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19" name="Text Placeholder 12">
            <a:extLst>
              <a:ext uri="{FF2B5EF4-FFF2-40B4-BE49-F238E27FC236}">
                <a16:creationId xmlns:a16="http://schemas.microsoft.com/office/drawing/2014/main" id="{87A6012A-D91F-C88E-5F6A-A0C9D7978C3C}"/>
              </a:ext>
            </a:extLst>
          </p:cNvPr>
          <p:cNvSpPr>
            <a:spLocks noGrp="1"/>
          </p:cNvSpPr>
          <p:nvPr>
            <p:ph type="body" sz="quarter" idx="31" hasCustomPrompt="1"/>
          </p:nvPr>
        </p:nvSpPr>
        <p:spPr>
          <a:xfrm>
            <a:off x="1352550"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D799F34D-A198-85E8-B6FA-D894213C8C52}"/>
              </a:ext>
            </a:extLst>
          </p:cNvPr>
          <p:cNvSpPr>
            <a:spLocks noGrp="1"/>
          </p:cNvSpPr>
          <p:nvPr>
            <p:ph type="body" sz="quarter" idx="32" hasCustomPrompt="1"/>
          </p:nvPr>
        </p:nvSpPr>
        <p:spPr>
          <a:xfrm>
            <a:off x="1352550"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Picture Placeholder 10">
            <a:extLst>
              <a:ext uri="{FF2B5EF4-FFF2-40B4-BE49-F238E27FC236}">
                <a16:creationId xmlns:a16="http://schemas.microsoft.com/office/drawing/2014/main" id="{F6A0002E-ADB8-E7E8-623B-31F88EBD7456}"/>
              </a:ext>
            </a:extLst>
          </p:cNvPr>
          <p:cNvSpPr>
            <a:spLocks noGrp="1"/>
          </p:cNvSpPr>
          <p:nvPr>
            <p:ph type="pic" sz="quarter" idx="33"/>
          </p:nvPr>
        </p:nvSpPr>
        <p:spPr>
          <a:xfrm>
            <a:off x="4153694"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2" name="Text Placeholder 12">
            <a:extLst>
              <a:ext uri="{FF2B5EF4-FFF2-40B4-BE49-F238E27FC236}">
                <a16:creationId xmlns:a16="http://schemas.microsoft.com/office/drawing/2014/main" id="{D831397A-CDEC-9164-A6D0-2344B10DA3CC}"/>
              </a:ext>
            </a:extLst>
          </p:cNvPr>
          <p:cNvSpPr>
            <a:spLocks noGrp="1"/>
          </p:cNvSpPr>
          <p:nvPr>
            <p:ph type="body" sz="quarter" idx="34" hasCustomPrompt="1"/>
          </p:nvPr>
        </p:nvSpPr>
        <p:spPr>
          <a:xfrm>
            <a:off x="5199856"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3" name="Text Placeholder 12">
            <a:extLst>
              <a:ext uri="{FF2B5EF4-FFF2-40B4-BE49-F238E27FC236}">
                <a16:creationId xmlns:a16="http://schemas.microsoft.com/office/drawing/2014/main" id="{92CEEA47-9458-21D6-F801-54AF0CCF87EC}"/>
              </a:ext>
            </a:extLst>
          </p:cNvPr>
          <p:cNvSpPr>
            <a:spLocks noGrp="1"/>
          </p:cNvSpPr>
          <p:nvPr>
            <p:ph type="body" sz="quarter" idx="35" hasCustomPrompt="1"/>
          </p:nvPr>
        </p:nvSpPr>
        <p:spPr>
          <a:xfrm>
            <a:off x="5199856"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4" name="Picture Placeholder 10">
            <a:extLst>
              <a:ext uri="{FF2B5EF4-FFF2-40B4-BE49-F238E27FC236}">
                <a16:creationId xmlns:a16="http://schemas.microsoft.com/office/drawing/2014/main" id="{B59B1DAC-4F74-27F5-E442-B0BF36F38D40}"/>
              </a:ext>
            </a:extLst>
          </p:cNvPr>
          <p:cNvSpPr>
            <a:spLocks noGrp="1"/>
          </p:cNvSpPr>
          <p:nvPr>
            <p:ph type="pic" sz="quarter" idx="36"/>
          </p:nvPr>
        </p:nvSpPr>
        <p:spPr>
          <a:xfrm>
            <a:off x="4153694"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5" name="Text Placeholder 12">
            <a:extLst>
              <a:ext uri="{FF2B5EF4-FFF2-40B4-BE49-F238E27FC236}">
                <a16:creationId xmlns:a16="http://schemas.microsoft.com/office/drawing/2014/main" id="{68FB1F47-A580-6EF2-B61C-7D815366968E}"/>
              </a:ext>
            </a:extLst>
          </p:cNvPr>
          <p:cNvSpPr>
            <a:spLocks noGrp="1"/>
          </p:cNvSpPr>
          <p:nvPr>
            <p:ph type="body" sz="quarter" idx="37" hasCustomPrompt="1"/>
          </p:nvPr>
        </p:nvSpPr>
        <p:spPr>
          <a:xfrm>
            <a:off x="5199856"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6" name="Text Placeholder 12">
            <a:extLst>
              <a:ext uri="{FF2B5EF4-FFF2-40B4-BE49-F238E27FC236}">
                <a16:creationId xmlns:a16="http://schemas.microsoft.com/office/drawing/2014/main" id="{8106A885-6035-680F-D7B6-51F11F3E359D}"/>
              </a:ext>
            </a:extLst>
          </p:cNvPr>
          <p:cNvSpPr>
            <a:spLocks noGrp="1"/>
          </p:cNvSpPr>
          <p:nvPr>
            <p:ph type="body" sz="quarter" idx="38" hasCustomPrompt="1"/>
          </p:nvPr>
        </p:nvSpPr>
        <p:spPr>
          <a:xfrm>
            <a:off x="5199856"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7" name="Picture Placeholder 10">
            <a:extLst>
              <a:ext uri="{FF2B5EF4-FFF2-40B4-BE49-F238E27FC236}">
                <a16:creationId xmlns:a16="http://schemas.microsoft.com/office/drawing/2014/main" id="{92B06F5C-A2A7-FCFF-5C59-BFDF8B42917B}"/>
              </a:ext>
            </a:extLst>
          </p:cNvPr>
          <p:cNvSpPr>
            <a:spLocks noGrp="1"/>
          </p:cNvSpPr>
          <p:nvPr>
            <p:ph type="pic" sz="quarter" idx="39"/>
          </p:nvPr>
        </p:nvSpPr>
        <p:spPr>
          <a:xfrm>
            <a:off x="4153694"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28" name="Text Placeholder 12">
            <a:extLst>
              <a:ext uri="{FF2B5EF4-FFF2-40B4-BE49-F238E27FC236}">
                <a16:creationId xmlns:a16="http://schemas.microsoft.com/office/drawing/2014/main" id="{F992B224-4A32-4EEF-BF74-6290FB9D35AC}"/>
              </a:ext>
            </a:extLst>
          </p:cNvPr>
          <p:cNvSpPr>
            <a:spLocks noGrp="1"/>
          </p:cNvSpPr>
          <p:nvPr>
            <p:ph type="body" sz="quarter" idx="40" hasCustomPrompt="1"/>
          </p:nvPr>
        </p:nvSpPr>
        <p:spPr>
          <a:xfrm>
            <a:off x="5199856"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9" name="Text Placeholder 12">
            <a:extLst>
              <a:ext uri="{FF2B5EF4-FFF2-40B4-BE49-F238E27FC236}">
                <a16:creationId xmlns:a16="http://schemas.microsoft.com/office/drawing/2014/main" id="{7BCB4226-7823-5B28-3999-86D0EBB94FC1}"/>
              </a:ext>
            </a:extLst>
          </p:cNvPr>
          <p:cNvSpPr>
            <a:spLocks noGrp="1"/>
          </p:cNvSpPr>
          <p:nvPr>
            <p:ph type="body" sz="quarter" idx="41" hasCustomPrompt="1"/>
          </p:nvPr>
        </p:nvSpPr>
        <p:spPr>
          <a:xfrm>
            <a:off x="5199856"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6" name="Picture Placeholder 10">
            <a:extLst>
              <a:ext uri="{FF2B5EF4-FFF2-40B4-BE49-F238E27FC236}">
                <a16:creationId xmlns:a16="http://schemas.microsoft.com/office/drawing/2014/main" id="{D00DC641-42E9-0B66-3D72-9F709D811A21}"/>
              </a:ext>
            </a:extLst>
          </p:cNvPr>
          <p:cNvSpPr>
            <a:spLocks noGrp="1"/>
          </p:cNvSpPr>
          <p:nvPr>
            <p:ph type="pic" sz="quarter" idx="42"/>
          </p:nvPr>
        </p:nvSpPr>
        <p:spPr>
          <a:xfrm>
            <a:off x="8001001" y="190999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7" name="Text Placeholder 12">
            <a:extLst>
              <a:ext uri="{FF2B5EF4-FFF2-40B4-BE49-F238E27FC236}">
                <a16:creationId xmlns:a16="http://schemas.microsoft.com/office/drawing/2014/main" id="{4A1F38BA-66D9-41A9-F343-8B2F5D9A9AC4}"/>
              </a:ext>
            </a:extLst>
          </p:cNvPr>
          <p:cNvSpPr>
            <a:spLocks noGrp="1"/>
          </p:cNvSpPr>
          <p:nvPr>
            <p:ph type="body" sz="quarter" idx="43" hasCustomPrompt="1"/>
          </p:nvPr>
        </p:nvSpPr>
        <p:spPr>
          <a:xfrm>
            <a:off x="9047163" y="2069979"/>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0" name="Text Placeholder 12">
            <a:extLst>
              <a:ext uri="{FF2B5EF4-FFF2-40B4-BE49-F238E27FC236}">
                <a16:creationId xmlns:a16="http://schemas.microsoft.com/office/drawing/2014/main" id="{6AEB60AC-335C-9000-1BA5-FDB62E7A9EE0}"/>
              </a:ext>
            </a:extLst>
          </p:cNvPr>
          <p:cNvSpPr>
            <a:spLocks noGrp="1"/>
          </p:cNvSpPr>
          <p:nvPr>
            <p:ph type="body" sz="quarter" idx="44" hasCustomPrompt="1"/>
          </p:nvPr>
        </p:nvSpPr>
        <p:spPr>
          <a:xfrm>
            <a:off x="9047163" y="23589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2" name="Picture Placeholder 10">
            <a:extLst>
              <a:ext uri="{FF2B5EF4-FFF2-40B4-BE49-F238E27FC236}">
                <a16:creationId xmlns:a16="http://schemas.microsoft.com/office/drawing/2014/main" id="{E6F84F8C-66B2-BD9D-43C9-974D44F94EC1}"/>
              </a:ext>
            </a:extLst>
          </p:cNvPr>
          <p:cNvSpPr>
            <a:spLocks noGrp="1"/>
          </p:cNvSpPr>
          <p:nvPr>
            <p:ph type="pic" sz="quarter" idx="45"/>
          </p:nvPr>
        </p:nvSpPr>
        <p:spPr>
          <a:xfrm>
            <a:off x="8001001" y="3263224"/>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0" name="Text Placeholder 12">
            <a:extLst>
              <a:ext uri="{FF2B5EF4-FFF2-40B4-BE49-F238E27FC236}">
                <a16:creationId xmlns:a16="http://schemas.microsoft.com/office/drawing/2014/main" id="{0114D6F8-B9A3-ED71-9813-52BAF652A7B8}"/>
              </a:ext>
            </a:extLst>
          </p:cNvPr>
          <p:cNvSpPr>
            <a:spLocks noGrp="1"/>
          </p:cNvSpPr>
          <p:nvPr>
            <p:ph type="body" sz="quarter" idx="46" hasCustomPrompt="1"/>
          </p:nvPr>
        </p:nvSpPr>
        <p:spPr>
          <a:xfrm>
            <a:off x="9047163" y="3435428"/>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1" name="Text Placeholder 12">
            <a:extLst>
              <a:ext uri="{FF2B5EF4-FFF2-40B4-BE49-F238E27FC236}">
                <a16:creationId xmlns:a16="http://schemas.microsoft.com/office/drawing/2014/main" id="{39C04260-C8BE-71ED-EA47-703038E90683}"/>
              </a:ext>
            </a:extLst>
          </p:cNvPr>
          <p:cNvSpPr>
            <a:spLocks noGrp="1"/>
          </p:cNvSpPr>
          <p:nvPr>
            <p:ph type="body" sz="quarter" idx="47" hasCustomPrompt="1"/>
          </p:nvPr>
        </p:nvSpPr>
        <p:spPr>
          <a:xfrm>
            <a:off x="9047163" y="3721178"/>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32" name="Picture Placeholder 10">
            <a:extLst>
              <a:ext uri="{FF2B5EF4-FFF2-40B4-BE49-F238E27FC236}">
                <a16:creationId xmlns:a16="http://schemas.microsoft.com/office/drawing/2014/main" id="{944BF7B4-5DAC-1321-A9A6-C9816D8B397D}"/>
              </a:ext>
            </a:extLst>
          </p:cNvPr>
          <p:cNvSpPr>
            <a:spLocks noGrp="1"/>
          </p:cNvSpPr>
          <p:nvPr>
            <p:ph type="pic" sz="quarter" idx="48"/>
          </p:nvPr>
        </p:nvSpPr>
        <p:spPr>
          <a:xfrm>
            <a:off x="8001001" y="4616449"/>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sp>
        <p:nvSpPr>
          <p:cNvPr id="33" name="Text Placeholder 12">
            <a:extLst>
              <a:ext uri="{FF2B5EF4-FFF2-40B4-BE49-F238E27FC236}">
                <a16:creationId xmlns:a16="http://schemas.microsoft.com/office/drawing/2014/main" id="{11F34BF6-57E4-2668-8C65-E480F3A59139}"/>
              </a:ext>
            </a:extLst>
          </p:cNvPr>
          <p:cNvSpPr>
            <a:spLocks noGrp="1"/>
          </p:cNvSpPr>
          <p:nvPr>
            <p:ph type="body" sz="quarter" idx="49" hasCustomPrompt="1"/>
          </p:nvPr>
        </p:nvSpPr>
        <p:spPr>
          <a:xfrm>
            <a:off x="9047163" y="4774302"/>
            <a:ext cx="252000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34" name="Text Placeholder 12">
            <a:extLst>
              <a:ext uri="{FF2B5EF4-FFF2-40B4-BE49-F238E27FC236}">
                <a16:creationId xmlns:a16="http://schemas.microsoft.com/office/drawing/2014/main" id="{8623A0F5-2495-FFA9-60F0-C91A0FF02736}"/>
              </a:ext>
            </a:extLst>
          </p:cNvPr>
          <p:cNvSpPr>
            <a:spLocks noGrp="1"/>
          </p:cNvSpPr>
          <p:nvPr>
            <p:ph type="body" sz="quarter" idx="50" hasCustomPrompt="1"/>
          </p:nvPr>
        </p:nvSpPr>
        <p:spPr>
          <a:xfrm>
            <a:off x="9047163" y="5060052"/>
            <a:ext cx="252000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Tree>
    <p:extLst>
      <p:ext uri="{BB962C8B-B14F-4D97-AF65-F5344CB8AC3E}">
        <p14:creationId xmlns:p14="http://schemas.microsoft.com/office/powerpoint/2010/main" val="35319686"/>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iograph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744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25" name="Text Placeholder 24">
            <a:extLst>
              <a:ext uri="{FF2B5EF4-FFF2-40B4-BE49-F238E27FC236}">
                <a16:creationId xmlns:a16="http://schemas.microsoft.com/office/drawing/2014/main" id="{3DCBBC23-DAC0-91A1-1B44-DF768098FB37}"/>
              </a:ext>
            </a:extLst>
          </p:cNvPr>
          <p:cNvSpPr>
            <a:spLocks noGrp="1"/>
          </p:cNvSpPr>
          <p:nvPr>
            <p:ph type="body" sz="quarter" idx="29"/>
          </p:nvPr>
        </p:nvSpPr>
        <p:spPr>
          <a:xfrm>
            <a:off x="1352550" y="2052982"/>
            <a:ext cx="10533063" cy="3896963"/>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Tree>
    <p:extLst>
      <p:ext uri="{BB962C8B-B14F-4D97-AF65-F5344CB8AC3E}">
        <p14:creationId xmlns:p14="http://schemas.microsoft.com/office/powerpoint/2010/main" val="53692523"/>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_Two biography entri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639DBD-1C80-9434-61C2-BF800372ADA0}"/>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8F4D6F4-7201-D735-D3B3-216FF790888E}"/>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C2C7F9CC-6282-CDBE-05BD-D05AF463668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A21F1CFB-88CF-58EB-DF8B-2B62A5D20DEF}"/>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81704BAE-4588-79BC-83D2-40594032A0B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fr-FR" dirty="0" err="1"/>
              <a:t>Subtitle</a:t>
            </a:r>
            <a:endParaRPr lang="en-GB" dirty="0"/>
          </a:p>
        </p:txBody>
      </p:sp>
      <p:sp>
        <p:nvSpPr>
          <p:cNvPr id="7" name="Picture Placeholder 10">
            <a:extLst>
              <a:ext uri="{FF2B5EF4-FFF2-40B4-BE49-F238E27FC236}">
                <a16:creationId xmlns:a16="http://schemas.microsoft.com/office/drawing/2014/main" id="{5D577385-0486-30CD-9591-DF5CA8E9F42A}"/>
              </a:ext>
            </a:extLst>
          </p:cNvPr>
          <p:cNvSpPr>
            <a:spLocks noGrp="1"/>
          </p:cNvSpPr>
          <p:nvPr>
            <p:ph type="pic" sz="quarter" idx="24"/>
          </p:nvPr>
        </p:nvSpPr>
        <p:spPr>
          <a:xfrm>
            <a:off x="306388" y="1260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0" name="Straight Connector 9">
            <a:extLst>
              <a:ext uri="{FF2B5EF4-FFF2-40B4-BE49-F238E27FC236}">
                <a16:creationId xmlns:a16="http://schemas.microsoft.com/office/drawing/2014/main" id="{51CC4BDD-95AC-F534-49C7-7F39B914F4BB}"/>
              </a:ext>
            </a:extLst>
          </p:cNvPr>
          <p:cNvCxnSpPr>
            <a:cxnSpLocks/>
          </p:cNvCxnSpPr>
          <p:nvPr userDrawn="1"/>
        </p:nvCxnSpPr>
        <p:spPr>
          <a:xfrm>
            <a:off x="1352550" y="193680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Text Placeholder 12">
            <a:extLst>
              <a:ext uri="{FF2B5EF4-FFF2-40B4-BE49-F238E27FC236}">
                <a16:creationId xmlns:a16="http://schemas.microsoft.com/office/drawing/2014/main" id="{23EC4540-66CE-AE24-3D97-903139C81346}"/>
              </a:ext>
            </a:extLst>
          </p:cNvPr>
          <p:cNvSpPr>
            <a:spLocks noGrp="1"/>
          </p:cNvSpPr>
          <p:nvPr>
            <p:ph type="body" sz="quarter" idx="25" hasCustomPrompt="1"/>
          </p:nvPr>
        </p:nvSpPr>
        <p:spPr>
          <a:xfrm>
            <a:off x="1352550" y="1260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12" name="Text Placeholder 12">
            <a:extLst>
              <a:ext uri="{FF2B5EF4-FFF2-40B4-BE49-F238E27FC236}">
                <a16:creationId xmlns:a16="http://schemas.microsoft.com/office/drawing/2014/main" id="{53B156F5-850E-94C4-320A-C11DCDC45CEF}"/>
              </a:ext>
            </a:extLst>
          </p:cNvPr>
          <p:cNvSpPr>
            <a:spLocks noGrp="1"/>
          </p:cNvSpPr>
          <p:nvPr>
            <p:ph type="body" sz="quarter" idx="26" hasCustomPrompt="1"/>
          </p:nvPr>
        </p:nvSpPr>
        <p:spPr>
          <a:xfrm>
            <a:off x="1352550"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14" name="Text Placeholder 12">
            <a:extLst>
              <a:ext uri="{FF2B5EF4-FFF2-40B4-BE49-F238E27FC236}">
                <a16:creationId xmlns:a16="http://schemas.microsoft.com/office/drawing/2014/main" id="{4B16A0D5-984E-52E5-2799-ADA0965709B1}"/>
              </a:ext>
            </a:extLst>
          </p:cNvPr>
          <p:cNvSpPr>
            <a:spLocks noGrp="1"/>
          </p:cNvSpPr>
          <p:nvPr>
            <p:ph type="body" sz="quarter" idx="27" hasCustomPrompt="1"/>
          </p:nvPr>
        </p:nvSpPr>
        <p:spPr>
          <a:xfrm>
            <a:off x="6238184" y="1260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15" name="Text Placeholder 12">
            <a:extLst>
              <a:ext uri="{FF2B5EF4-FFF2-40B4-BE49-F238E27FC236}">
                <a16:creationId xmlns:a16="http://schemas.microsoft.com/office/drawing/2014/main" id="{0613D97F-1DE4-AD85-B1A1-022A48BAE0F0}"/>
              </a:ext>
            </a:extLst>
          </p:cNvPr>
          <p:cNvSpPr>
            <a:spLocks noGrp="1"/>
          </p:cNvSpPr>
          <p:nvPr>
            <p:ph type="body" sz="quarter" idx="28" hasCustomPrompt="1"/>
          </p:nvPr>
        </p:nvSpPr>
        <p:spPr>
          <a:xfrm>
            <a:off x="6238184" y="1548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17" name="Picture Placeholder 10">
            <a:extLst>
              <a:ext uri="{FF2B5EF4-FFF2-40B4-BE49-F238E27FC236}">
                <a16:creationId xmlns:a16="http://schemas.microsoft.com/office/drawing/2014/main" id="{60516244-1DBC-D2C0-E79A-2036911E6A1C}"/>
              </a:ext>
            </a:extLst>
          </p:cNvPr>
          <p:cNvSpPr>
            <a:spLocks noGrp="1"/>
          </p:cNvSpPr>
          <p:nvPr>
            <p:ph type="pic" sz="quarter" idx="30"/>
          </p:nvPr>
        </p:nvSpPr>
        <p:spPr>
          <a:xfrm>
            <a:off x="306388" y="3429000"/>
            <a:ext cx="900000" cy="900000"/>
          </a:xfrm>
          <a:solidFill>
            <a:schemeClr val="bg1">
              <a:lumMod val="95000"/>
            </a:schemeClr>
          </a:solidFill>
        </p:spPr>
        <p:txBody>
          <a:bodyPr anchor="ctr"/>
          <a:lstStyle>
            <a:lvl1pPr marL="0" indent="0" algn="ctr">
              <a:buNone/>
              <a:defRPr/>
            </a:lvl1pPr>
          </a:lstStyle>
          <a:p>
            <a:r>
              <a:rPr lang="ko-KR" altLang="en-US"/>
              <a:t>그림을 추가하려면 아이콘을 클릭하십시오</a:t>
            </a:r>
            <a:endParaRPr lang="en-GB"/>
          </a:p>
        </p:txBody>
      </p:sp>
      <p:cxnSp>
        <p:nvCxnSpPr>
          <p:cNvPr id="18" name="Straight Connector 17">
            <a:extLst>
              <a:ext uri="{FF2B5EF4-FFF2-40B4-BE49-F238E27FC236}">
                <a16:creationId xmlns:a16="http://schemas.microsoft.com/office/drawing/2014/main" id="{AB1D6DF6-094C-A16E-2F7A-A1C6CB8F41F2}"/>
              </a:ext>
            </a:extLst>
          </p:cNvPr>
          <p:cNvCxnSpPr>
            <a:cxnSpLocks/>
          </p:cNvCxnSpPr>
          <p:nvPr userDrawn="1"/>
        </p:nvCxnSpPr>
        <p:spPr>
          <a:xfrm>
            <a:off x="1352550" y="4093610"/>
            <a:ext cx="10539413" cy="0"/>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 Placeholder 12">
            <a:extLst>
              <a:ext uri="{FF2B5EF4-FFF2-40B4-BE49-F238E27FC236}">
                <a16:creationId xmlns:a16="http://schemas.microsoft.com/office/drawing/2014/main" id="{CB2B9431-F5DF-5DA9-8F28-87EA404B4558}"/>
              </a:ext>
            </a:extLst>
          </p:cNvPr>
          <p:cNvSpPr>
            <a:spLocks noGrp="1"/>
          </p:cNvSpPr>
          <p:nvPr>
            <p:ph type="body" sz="quarter" idx="31" hasCustomPrompt="1"/>
          </p:nvPr>
        </p:nvSpPr>
        <p:spPr>
          <a:xfrm>
            <a:off x="1352550" y="3429000"/>
            <a:ext cx="4601850" cy="270000"/>
          </a:xfrm>
        </p:spPr>
        <p:txBody>
          <a:bodyPr/>
          <a:lstStyle>
            <a:lvl1pPr marL="0" indent="0">
              <a:buNone/>
              <a:defRPr b="1"/>
            </a:lvl1pPr>
            <a:lvl2pPr>
              <a:defRPr b="1"/>
            </a:lvl2pPr>
            <a:lvl3pPr>
              <a:defRPr b="1"/>
            </a:lvl3pPr>
            <a:lvl4pPr>
              <a:defRPr b="1"/>
            </a:lvl4pPr>
            <a:lvl5pPr>
              <a:defRPr b="1"/>
            </a:lvl5pPr>
          </a:lstStyle>
          <a:p>
            <a:pPr lvl="0"/>
            <a:r>
              <a:rPr lang="en-US" dirty="0"/>
              <a:t>Name</a:t>
            </a:r>
          </a:p>
        </p:txBody>
      </p:sp>
      <p:sp>
        <p:nvSpPr>
          <p:cNvPr id="20" name="Text Placeholder 12">
            <a:extLst>
              <a:ext uri="{FF2B5EF4-FFF2-40B4-BE49-F238E27FC236}">
                <a16:creationId xmlns:a16="http://schemas.microsoft.com/office/drawing/2014/main" id="{53D504FF-41D7-B6F6-EFCE-1116741BC39E}"/>
              </a:ext>
            </a:extLst>
          </p:cNvPr>
          <p:cNvSpPr>
            <a:spLocks noGrp="1"/>
          </p:cNvSpPr>
          <p:nvPr>
            <p:ph type="body" sz="quarter" idx="32" hasCustomPrompt="1"/>
          </p:nvPr>
        </p:nvSpPr>
        <p:spPr>
          <a:xfrm>
            <a:off x="1352550"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Job title, location</a:t>
            </a:r>
          </a:p>
        </p:txBody>
      </p:sp>
      <p:sp>
        <p:nvSpPr>
          <p:cNvPr id="21" name="Text Placeholder 12">
            <a:extLst>
              <a:ext uri="{FF2B5EF4-FFF2-40B4-BE49-F238E27FC236}">
                <a16:creationId xmlns:a16="http://schemas.microsoft.com/office/drawing/2014/main" id="{766077F0-210D-1948-4394-89AFAA99C635}"/>
              </a:ext>
            </a:extLst>
          </p:cNvPr>
          <p:cNvSpPr>
            <a:spLocks noGrp="1"/>
          </p:cNvSpPr>
          <p:nvPr>
            <p:ph type="body" sz="quarter" idx="33" hasCustomPrompt="1"/>
          </p:nvPr>
        </p:nvSpPr>
        <p:spPr>
          <a:xfrm>
            <a:off x="6238184" y="342900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Telephone</a:t>
            </a:r>
          </a:p>
        </p:txBody>
      </p:sp>
      <p:sp>
        <p:nvSpPr>
          <p:cNvPr id="22" name="Text Placeholder 12">
            <a:extLst>
              <a:ext uri="{FF2B5EF4-FFF2-40B4-BE49-F238E27FC236}">
                <a16:creationId xmlns:a16="http://schemas.microsoft.com/office/drawing/2014/main" id="{04BC109F-D899-2BA8-FAF6-5B3365784465}"/>
              </a:ext>
            </a:extLst>
          </p:cNvPr>
          <p:cNvSpPr>
            <a:spLocks noGrp="1"/>
          </p:cNvSpPr>
          <p:nvPr>
            <p:ph type="body" sz="quarter" idx="34" hasCustomPrompt="1"/>
          </p:nvPr>
        </p:nvSpPr>
        <p:spPr>
          <a:xfrm>
            <a:off x="6238184" y="3714750"/>
            <a:ext cx="4601850" cy="270000"/>
          </a:xfrm>
        </p:spPr>
        <p:txBody>
          <a:bodyPr/>
          <a:lstStyle>
            <a:lvl1pPr marL="0" indent="0">
              <a:buNone/>
              <a:defRPr b="0"/>
            </a:lvl1pPr>
            <a:lvl2pPr>
              <a:defRPr b="1"/>
            </a:lvl2pPr>
            <a:lvl3pPr>
              <a:defRPr b="1"/>
            </a:lvl3pPr>
            <a:lvl4pPr>
              <a:defRPr b="1"/>
            </a:lvl4pPr>
            <a:lvl5pPr>
              <a:defRPr b="1"/>
            </a:lvl5pPr>
          </a:lstStyle>
          <a:p>
            <a:pPr lvl="0"/>
            <a:r>
              <a:rPr lang="en-US" dirty="0"/>
              <a:t>Email</a:t>
            </a:r>
          </a:p>
        </p:txBody>
      </p:sp>
      <p:sp>
        <p:nvSpPr>
          <p:cNvPr id="8" name="Text Placeholder 24">
            <a:extLst>
              <a:ext uri="{FF2B5EF4-FFF2-40B4-BE49-F238E27FC236}">
                <a16:creationId xmlns:a16="http://schemas.microsoft.com/office/drawing/2014/main" id="{60BBA0CC-565F-00AD-0199-A9F5D1822FD4}"/>
              </a:ext>
            </a:extLst>
          </p:cNvPr>
          <p:cNvSpPr>
            <a:spLocks noGrp="1"/>
          </p:cNvSpPr>
          <p:nvPr>
            <p:ph type="body" sz="quarter" idx="29"/>
          </p:nvPr>
        </p:nvSpPr>
        <p:spPr>
          <a:xfrm>
            <a:off x="1352550" y="2051999"/>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
        <p:nvSpPr>
          <p:cNvPr id="9" name="Text Placeholder 24">
            <a:extLst>
              <a:ext uri="{FF2B5EF4-FFF2-40B4-BE49-F238E27FC236}">
                <a16:creationId xmlns:a16="http://schemas.microsoft.com/office/drawing/2014/main" id="{66EC383C-ED58-904B-F5C3-4F1400A59B4B}"/>
              </a:ext>
            </a:extLst>
          </p:cNvPr>
          <p:cNvSpPr>
            <a:spLocks noGrp="1"/>
          </p:cNvSpPr>
          <p:nvPr>
            <p:ph type="body" sz="quarter" idx="35"/>
          </p:nvPr>
        </p:nvSpPr>
        <p:spPr>
          <a:xfrm>
            <a:off x="1352550" y="4217985"/>
            <a:ext cx="10533063" cy="1188000"/>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a:p>
        </p:txBody>
      </p:sp>
    </p:spTree>
    <p:extLst>
      <p:ext uri="{BB962C8B-B14F-4D97-AF65-F5344CB8AC3E}">
        <p14:creationId xmlns:p14="http://schemas.microsoft.com/office/powerpoint/2010/main" val="1555525920"/>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437667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4646675"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8446962"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8716962" y="2260888"/>
            <a:ext cx="316865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4646675"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8716962" y="2614613"/>
            <a:ext cx="316865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Box 6">
            <a:extLst>
              <a:ext uri="{FF2B5EF4-FFF2-40B4-BE49-F238E27FC236}">
                <a16:creationId xmlns:a16="http://schemas.microsoft.com/office/drawing/2014/main" id="{1248B4AF-A790-625F-68C9-574E05D20574}"/>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136763679"/>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3358495"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3628495"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6404957"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6674957"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3628495"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6680727"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9462960"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9732960" y="2260888"/>
            <a:ext cx="2160000" cy="270000"/>
          </a:xfrm>
        </p:spPr>
        <p:txBody>
          <a:bodyPr anchor="ctr"/>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9732960" y="2614613"/>
            <a:ext cx="216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06A6C2DE-B1DA-6ED2-65F3-D7B4F2F7B08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1783271154"/>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728600"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998600"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5155139"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5425139"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998600"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5420937"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7569073"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7839073"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7843274"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9995612"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10265612" y="2260888"/>
            <a:ext cx="162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10265612" y="2614613"/>
            <a:ext cx="1620000" cy="2147887"/>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Box 22">
            <a:extLst>
              <a:ext uri="{FF2B5EF4-FFF2-40B4-BE49-F238E27FC236}">
                <a16:creationId xmlns:a16="http://schemas.microsoft.com/office/drawing/2014/main" id="{B4398626-6D16-799D-FDFC-F0CE622468F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801630789"/>
      </p:ext>
    </p:extLst>
  </p:cSld>
  <p:clrMapOvr>
    <a:masterClrMapping/>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23AFEC-8737-007E-D1B3-D0688223275B}"/>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20482909-DC96-0DF9-73E2-5455A6988210}"/>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FC02E630-D2C1-4150-01CF-4E926092D593}"/>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BD437FA-CCB6-519F-B498-327CB1E83497}"/>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EFAA178C-2370-23EB-A3DB-5D6550D9873F}"/>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8" name="Text Placeholder 7">
            <a:extLst>
              <a:ext uri="{FF2B5EF4-FFF2-40B4-BE49-F238E27FC236}">
                <a16:creationId xmlns:a16="http://schemas.microsoft.com/office/drawing/2014/main" id="{40B25028-743B-B24C-5195-C53613817F29}"/>
              </a:ext>
            </a:extLst>
          </p:cNvPr>
          <p:cNvSpPr>
            <a:spLocks noGrp="1"/>
          </p:cNvSpPr>
          <p:nvPr>
            <p:ph type="body" sz="quarter" idx="14" hasCustomPrompt="1"/>
          </p:nvPr>
        </p:nvSpPr>
        <p:spPr>
          <a:xfrm>
            <a:off x="306388" y="2012973"/>
            <a:ext cx="540000" cy="540000"/>
          </a:xfrm>
        </p:spPr>
        <p:txBody>
          <a:bodyPr/>
          <a:lstStyle>
            <a:lvl1pPr marL="0" indent="0" algn="ctr">
              <a:buNone/>
              <a:defRPr sz="3600" b="1">
                <a:solidFill>
                  <a:schemeClr val="bg1">
                    <a:lumMod val="85000"/>
                  </a:schemeClr>
                </a:solidFill>
              </a:defRPr>
            </a:lvl1pPr>
          </a:lstStyle>
          <a:p>
            <a:pPr lvl="0"/>
            <a:r>
              <a:rPr lang="en-US" dirty="0"/>
              <a:t>1</a:t>
            </a:r>
            <a:endParaRPr lang="en-GB" dirty="0"/>
          </a:p>
        </p:txBody>
      </p:sp>
      <p:sp>
        <p:nvSpPr>
          <p:cNvPr id="10" name="Text Placeholder 9">
            <a:extLst>
              <a:ext uri="{FF2B5EF4-FFF2-40B4-BE49-F238E27FC236}">
                <a16:creationId xmlns:a16="http://schemas.microsoft.com/office/drawing/2014/main" id="{2DBDBDFB-B313-DE0C-369A-35587F2563D4}"/>
              </a:ext>
            </a:extLst>
          </p:cNvPr>
          <p:cNvSpPr>
            <a:spLocks noGrp="1"/>
          </p:cNvSpPr>
          <p:nvPr>
            <p:ph type="body" sz="quarter" idx="15"/>
          </p:nvPr>
        </p:nvSpPr>
        <p:spPr>
          <a:xfrm>
            <a:off x="57638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7">
            <a:extLst>
              <a:ext uri="{FF2B5EF4-FFF2-40B4-BE49-F238E27FC236}">
                <a16:creationId xmlns:a16="http://schemas.microsoft.com/office/drawing/2014/main" id="{E649F75F-0960-5492-7258-E7FE8A55DC52}"/>
              </a:ext>
            </a:extLst>
          </p:cNvPr>
          <p:cNvSpPr>
            <a:spLocks noGrp="1"/>
          </p:cNvSpPr>
          <p:nvPr>
            <p:ph type="body" sz="quarter" idx="16" hasCustomPrompt="1"/>
          </p:nvPr>
        </p:nvSpPr>
        <p:spPr>
          <a:xfrm>
            <a:off x="2317403" y="2012973"/>
            <a:ext cx="540000" cy="540000"/>
          </a:xfrm>
        </p:spPr>
        <p:txBody>
          <a:bodyPr/>
          <a:lstStyle>
            <a:lvl1pPr marL="0" indent="0" algn="ctr">
              <a:buNone/>
              <a:defRPr sz="3600" b="1">
                <a:solidFill>
                  <a:schemeClr val="bg1">
                    <a:lumMod val="85000"/>
                  </a:schemeClr>
                </a:solidFill>
              </a:defRPr>
            </a:lvl1pPr>
          </a:lstStyle>
          <a:p>
            <a:pPr lvl="0"/>
            <a:r>
              <a:rPr lang="en-US" dirty="0"/>
              <a:t>2</a:t>
            </a:r>
            <a:endParaRPr lang="en-GB" dirty="0"/>
          </a:p>
        </p:txBody>
      </p:sp>
      <p:sp>
        <p:nvSpPr>
          <p:cNvPr id="12" name="Text Placeholder 9">
            <a:extLst>
              <a:ext uri="{FF2B5EF4-FFF2-40B4-BE49-F238E27FC236}">
                <a16:creationId xmlns:a16="http://schemas.microsoft.com/office/drawing/2014/main" id="{2ABE1E9B-1459-2F2F-5C96-E736FE6D3C0F}"/>
              </a:ext>
            </a:extLst>
          </p:cNvPr>
          <p:cNvSpPr>
            <a:spLocks noGrp="1"/>
          </p:cNvSpPr>
          <p:nvPr>
            <p:ph type="body" sz="quarter" idx="17"/>
          </p:nvPr>
        </p:nvSpPr>
        <p:spPr>
          <a:xfrm>
            <a:off x="258740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3" name="Text Placeholder 7">
            <a:extLst>
              <a:ext uri="{FF2B5EF4-FFF2-40B4-BE49-F238E27FC236}">
                <a16:creationId xmlns:a16="http://schemas.microsoft.com/office/drawing/2014/main" id="{07C1BBF3-E26F-49A4-6289-785814A8E568}"/>
              </a:ext>
            </a:extLst>
          </p:cNvPr>
          <p:cNvSpPr>
            <a:spLocks noGrp="1"/>
          </p:cNvSpPr>
          <p:nvPr>
            <p:ph type="body" sz="quarter" idx="18" hasCustomPrompt="1"/>
          </p:nvPr>
        </p:nvSpPr>
        <p:spPr>
          <a:xfrm>
            <a:off x="4328418" y="2012973"/>
            <a:ext cx="540000" cy="540000"/>
          </a:xfrm>
        </p:spPr>
        <p:txBody>
          <a:bodyPr/>
          <a:lstStyle>
            <a:lvl1pPr marL="0" indent="0" algn="ctr">
              <a:buNone/>
              <a:defRPr sz="3600" b="1">
                <a:solidFill>
                  <a:schemeClr val="bg1">
                    <a:lumMod val="85000"/>
                  </a:schemeClr>
                </a:solidFill>
              </a:defRPr>
            </a:lvl1pPr>
          </a:lstStyle>
          <a:p>
            <a:pPr lvl="0"/>
            <a:r>
              <a:rPr lang="en-US" dirty="0"/>
              <a:t>3</a:t>
            </a:r>
            <a:endParaRPr lang="en-GB" dirty="0"/>
          </a:p>
        </p:txBody>
      </p:sp>
      <p:sp>
        <p:nvSpPr>
          <p:cNvPr id="14" name="Text Placeholder 9">
            <a:extLst>
              <a:ext uri="{FF2B5EF4-FFF2-40B4-BE49-F238E27FC236}">
                <a16:creationId xmlns:a16="http://schemas.microsoft.com/office/drawing/2014/main" id="{89845BA4-2F30-CA38-85C5-A7B4C1515260}"/>
              </a:ext>
            </a:extLst>
          </p:cNvPr>
          <p:cNvSpPr>
            <a:spLocks noGrp="1"/>
          </p:cNvSpPr>
          <p:nvPr>
            <p:ph type="body" sz="quarter" idx="19"/>
          </p:nvPr>
        </p:nvSpPr>
        <p:spPr>
          <a:xfrm>
            <a:off x="4598418"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8" name="Text Placeholder 8">
            <a:extLst>
              <a:ext uri="{FF2B5EF4-FFF2-40B4-BE49-F238E27FC236}">
                <a16:creationId xmlns:a16="http://schemas.microsoft.com/office/drawing/2014/main" id="{45F984E0-3C52-FFDB-29D4-E7DEB2EC1FF2}"/>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20" name="Text Placeholder 19">
            <a:extLst>
              <a:ext uri="{FF2B5EF4-FFF2-40B4-BE49-F238E27FC236}">
                <a16:creationId xmlns:a16="http://schemas.microsoft.com/office/drawing/2014/main" id="{A0DF0C5E-709A-1BB3-74E1-23EB36383ABB}"/>
              </a:ext>
            </a:extLst>
          </p:cNvPr>
          <p:cNvSpPr>
            <a:spLocks noGrp="1"/>
          </p:cNvSpPr>
          <p:nvPr>
            <p:ph type="body" sz="quarter" idx="24"/>
          </p:nvPr>
        </p:nvSpPr>
        <p:spPr>
          <a:xfrm>
            <a:off x="5762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19">
            <a:extLst>
              <a:ext uri="{FF2B5EF4-FFF2-40B4-BE49-F238E27FC236}">
                <a16:creationId xmlns:a16="http://schemas.microsoft.com/office/drawing/2014/main" id="{50B34255-BA60-D0F3-01B2-7B05D265DE0B}"/>
              </a:ext>
            </a:extLst>
          </p:cNvPr>
          <p:cNvSpPr>
            <a:spLocks noGrp="1"/>
          </p:cNvSpPr>
          <p:nvPr>
            <p:ph type="body" sz="quarter" idx="25"/>
          </p:nvPr>
        </p:nvSpPr>
        <p:spPr>
          <a:xfrm>
            <a:off x="258740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7E0DA2C-36AC-BCED-5B60-2571A9D79FB3}"/>
              </a:ext>
            </a:extLst>
          </p:cNvPr>
          <p:cNvSpPr>
            <a:spLocks noGrp="1"/>
          </p:cNvSpPr>
          <p:nvPr>
            <p:ph type="body" sz="quarter" idx="26"/>
          </p:nvPr>
        </p:nvSpPr>
        <p:spPr>
          <a:xfrm>
            <a:off x="459854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7" name="Text Placeholder 7">
            <a:extLst>
              <a:ext uri="{FF2B5EF4-FFF2-40B4-BE49-F238E27FC236}">
                <a16:creationId xmlns:a16="http://schemas.microsoft.com/office/drawing/2014/main" id="{1E74ED91-6808-A1BF-4CBF-6BC9BA66F8BE}"/>
              </a:ext>
            </a:extLst>
          </p:cNvPr>
          <p:cNvSpPr>
            <a:spLocks noGrp="1"/>
          </p:cNvSpPr>
          <p:nvPr>
            <p:ph type="body" sz="quarter" idx="27" hasCustomPrompt="1"/>
          </p:nvPr>
        </p:nvSpPr>
        <p:spPr>
          <a:xfrm>
            <a:off x="6333584" y="2012973"/>
            <a:ext cx="540000" cy="540000"/>
          </a:xfrm>
        </p:spPr>
        <p:txBody>
          <a:bodyPr/>
          <a:lstStyle>
            <a:lvl1pPr marL="0" indent="0" algn="ctr">
              <a:buNone/>
              <a:defRPr sz="3600" b="1">
                <a:solidFill>
                  <a:schemeClr val="bg1">
                    <a:lumMod val="85000"/>
                  </a:schemeClr>
                </a:solidFill>
              </a:defRPr>
            </a:lvl1pPr>
          </a:lstStyle>
          <a:p>
            <a:pPr lvl="0"/>
            <a:r>
              <a:rPr lang="en-GB" dirty="0"/>
              <a:t>4</a:t>
            </a:r>
          </a:p>
        </p:txBody>
      </p:sp>
      <p:sp>
        <p:nvSpPr>
          <p:cNvPr id="9" name="Text Placeholder 9">
            <a:extLst>
              <a:ext uri="{FF2B5EF4-FFF2-40B4-BE49-F238E27FC236}">
                <a16:creationId xmlns:a16="http://schemas.microsoft.com/office/drawing/2014/main" id="{CBD0D9DB-F289-9386-5914-D76789371C20}"/>
              </a:ext>
            </a:extLst>
          </p:cNvPr>
          <p:cNvSpPr>
            <a:spLocks noGrp="1"/>
          </p:cNvSpPr>
          <p:nvPr>
            <p:ph type="body" sz="quarter" idx="28"/>
          </p:nvPr>
        </p:nvSpPr>
        <p:spPr>
          <a:xfrm>
            <a:off x="6603584"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87EEBF8A-F558-AE22-D4E6-B5D5CDBB40A4}"/>
              </a:ext>
            </a:extLst>
          </p:cNvPr>
          <p:cNvSpPr>
            <a:spLocks noGrp="1"/>
          </p:cNvSpPr>
          <p:nvPr>
            <p:ph type="body" sz="quarter" idx="29"/>
          </p:nvPr>
        </p:nvSpPr>
        <p:spPr>
          <a:xfrm>
            <a:off x="660968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7">
            <a:extLst>
              <a:ext uri="{FF2B5EF4-FFF2-40B4-BE49-F238E27FC236}">
                <a16:creationId xmlns:a16="http://schemas.microsoft.com/office/drawing/2014/main" id="{7E1143B7-8C08-7715-B222-285F3D11245F}"/>
              </a:ext>
            </a:extLst>
          </p:cNvPr>
          <p:cNvSpPr>
            <a:spLocks noGrp="1"/>
          </p:cNvSpPr>
          <p:nvPr>
            <p:ph type="body" sz="quarter" idx="30" hasCustomPrompt="1"/>
          </p:nvPr>
        </p:nvSpPr>
        <p:spPr>
          <a:xfrm>
            <a:off x="8356797" y="2012973"/>
            <a:ext cx="540000" cy="540000"/>
          </a:xfrm>
        </p:spPr>
        <p:txBody>
          <a:bodyPr/>
          <a:lstStyle>
            <a:lvl1pPr marL="0" indent="0" algn="ctr">
              <a:buNone/>
              <a:defRPr sz="3600" b="1">
                <a:solidFill>
                  <a:schemeClr val="bg1">
                    <a:lumMod val="85000"/>
                  </a:schemeClr>
                </a:solidFill>
              </a:defRPr>
            </a:lvl1pPr>
          </a:lstStyle>
          <a:p>
            <a:pPr lvl="0"/>
            <a:r>
              <a:rPr lang="en-GB" dirty="0"/>
              <a:t>5</a:t>
            </a:r>
          </a:p>
        </p:txBody>
      </p:sp>
      <p:sp>
        <p:nvSpPr>
          <p:cNvPr id="17" name="Text Placeholder 9">
            <a:extLst>
              <a:ext uri="{FF2B5EF4-FFF2-40B4-BE49-F238E27FC236}">
                <a16:creationId xmlns:a16="http://schemas.microsoft.com/office/drawing/2014/main" id="{896973EE-B874-C807-05A2-E788AB572CD4}"/>
              </a:ext>
            </a:extLst>
          </p:cNvPr>
          <p:cNvSpPr>
            <a:spLocks noGrp="1"/>
          </p:cNvSpPr>
          <p:nvPr>
            <p:ph type="body" sz="quarter" idx="31"/>
          </p:nvPr>
        </p:nvSpPr>
        <p:spPr>
          <a:xfrm>
            <a:off x="8626797"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E75EA8CC-4B36-0979-00D7-D98C0378C33F}"/>
              </a:ext>
            </a:extLst>
          </p:cNvPr>
          <p:cNvSpPr>
            <a:spLocks noGrp="1"/>
          </p:cNvSpPr>
          <p:nvPr>
            <p:ph type="body" sz="quarter" idx="32"/>
          </p:nvPr>
        </p:nvSpPr>
        <p:spPr>
          <a:xfrm>
            <a:off x="862082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3" name="Text Placeholder 7">
            <a:extLst>
              <a:ext uri="{FF2B5EF4-FFF2-40B4-BE49-F238E27FC236}">
                <a16:creationId xmlns:a16="http://schemas.microsoft.com/office/drawing/2014/main" id="{3C673BB7-7B43-2C1F-84B3-272213CC2420}"/>
              </a:ext>
            </a:extLst>
          </p:cNvPr>
          <p:cNvSpPr>
            <a:spLocks noGrp="1"/>
          </p:cNvSpPr>
          <p:nvPr>
            <p:ph type="body" sz="quarter" idx="33" hasCustomPrompt="1"/>
          </p:nvPr>
        </p:nvSpPr>
        <p:spPr>
          <a:xfrm>
            <a:off x="10361963" y="2012973"/>
            <a:ext cx="540000" cy="540000"/>
          </a:xfrm>
        </p:spPr>
        <p:txBody>
          <a:bodyPr/>
          <a:lstStyle>
            <a:lvl1pPr marL="0" indent="0" algn="ctr">
              <a:buNone/>
              <a:defRPr sz="3600" b="1">
                <a:solidFill>
                  <a:schemeClr val="bg1">
                    <a:lumMod val="85000"/>
                  </a:schemeClr>
                </a:solidFill>
              </a:defRPr>
            </a:lvl1pPr>
          </a:lstStyle>
          <a:p>
            <a:pPr lvl="0"/>
            <a:r>
              <a:rPr lang="en-GB" dirty="0"/>
              <a:t>6</a:t>
            </a:r>
          </a:p>
        </p:txBody>
      </p:sp>
      <p:sp>
        <p:nvSpPr>
          <p:cNvPr id="24" name="Text Placeholder 9">
            <a:extLst>
              <a:ext uri="{FF2B5EF4-FFF2-40B4-BE49-F238E27FC236}">
                <a16:creationId xmlns:a16="http://schemas.microsoft.com/office/drawing/2014/main" id="{755F8E3E-B001-1EC8-73CC-A173445AAA38}"/>
              </a:ext>
            </a:extLst>
          </p:cNvPr>
          <p:cNvSpPr>
            <a:spLocks noGrp="1"/>
          </p:cNvSpPr>
          <p:nvPr>
            <p:ph type="body" sz="quarter" idx="34"/>
          </p:nvPr>
        </p:nvSpPr>
        <p:spPr>
          <a:xfrm>
            <a:off x="10631963" y="2260888"/>
            <a:ext cx="1260000" cy="270000"/>
          </a:xfrm>
        </p:spPr>
        <p:txBody>
          <a:bodyPr anchor="t"/>
          <a:lstStyle>
            <a:lvl1pPr marL="0" indent="0">
              <a:buNone/>
              <a:defRPr sz="1200" b="1">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5" name="Text Placeholder 19">
            <a:extLst>
              <a:ext uri="{FF2B5EF4-FFF2-40B4-BE49-F238E27FC236}">
                <a16:creationId xmlns:a16="http://schemas.microsoft.com/office/drawing/2014/main" id="{EBF24D4C-088E-4310-4B09-349A011906D2}"/>
              </a:ext>
            </a:extLst>
          </p:cNvPr>
          <p:cNvSpPr>
            <a:spLocks noGrp="1"/>
          </p:cNvSpPr>
          <p:nvPr>
            <p:ph type="body" sz="quarter" idx="35"/>
          </p:nvPr>
        </p:nvSpPr>
        <p:spPr>
          <a:xfrm>
            <a:off x="10631963" y="2686050"/>
            <a:ext cx="1260000" cy="2076450"/>
          </a:xfrm>
        </p:spPr>
        <p:txBody>
          <a:bodyPr/>
          <a:lstStyle>
            <a:lvl1pPr marL="88900" indent="-88900">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6" name="TextBox 25">
            <a:extLst>
              <a:ext uri="{FF2B5EF4-FFF2-40B4-BE49-F238E27FC236}">
                <a16:creationId xmlns:a16="http://schemas.microsoft.com/office/drawing/2014/main" id="{D99E6584-10DA-3C23-5CE2-E401678B8E96}"/>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68706476"/>
      </p:ext>
    </p:extLst>
  </p:cSld>
  <p:clrMapOvr>
    <a:masterClrMapping/>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Unordered list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582739"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4653026"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8723313" y="2282973"/>
            <a:ext cx="316865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582614"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4653026"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8723313" y="2614613"/>
            <a:ext cx="316865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Box 13">
            <a:extLst>
              <a:ext uri="{FF2B5EF4-FFF2-40B4-BE49-F238E27FC236}">
                <a16:creationId xmlns:a16="http://schemas.microsoft.com/office/drawing/2014/main" id="{7E51F6D0-3D4A-F281-6203-F010C801ADF5}"/>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3989526"/>
      </p:ext>
    </p:extLst>
  </p:cSld>
  <p:clrMapOvr>
    <a:masterClrMapping/>
  </p:clrMapOvr>
  <p:transition>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Unordered list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92207"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3452126"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6412045"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9208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345204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6412002"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9371963" y="2282973"/>
            <a:ext cx="252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9371963" y="2614613"/>
            <a:ext cx="25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Box 15">
            <a:extLst>
              <a:ext uri="{FF2B5EF4-FFF2-40B4-BE49-F238E27FC236}">
                <a16:creationId xmlns:a16="http://schemas.microsoft.com/office/drawing/2014/main" id="{1EA0B512-6ED9-5922-BA60-BD3002855A93}"/>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834806024"/>
      </p:ext>
    </p:extLst>
  </p:cSld>
  <p:clrMapOvr>
    <a:masterClrMapping/>
  </p:clrMapOvr>
  <p:transition>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Unordered list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980122"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841171"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5196220"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841171"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5197662"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7550092" y="2282973"/>
            <a:ext cx="1978823"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7554153"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9903963" y="2282973"/>
            <a:ext cx="1987999"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9910646"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Box 17">
            <a:extLst>
              <a:ext uri="{FF2B5EF4-FFF2-40B4-BE49-F238E27FC236}">
                <a16:creationId xmlns:a16="http://schemas.microsoft.com/office/drawing/2014/main" id="{8C726E93-42D8-60A3-0F72-43200D611A10}"/>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481483874"/>
      </p:ext>
    </p:extLst>
  </p:cSld>
  <p:clrMapOvr>
    <a:masterClrMapping/>
  </p:clrMapOvr>
  <p:transition>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Unordered list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D67DD8-F736-58AC-CD94-5C03CAD1D7F1}"/>
              </a:ext>
            </a:extLst>
          </p:cNvPr>
          <p:cNvSpPr>
            <a:spLocks noGrp="1"/>
          </p:cNvSpPr>
          <p:nvPr>
            <p:ph type="title" hasCustomPrompt="1"/>
          </p:nvPr>
        </p:nvSpPr>
        <p:spPr>
          <a:xfrm>
            <a:off x="306000" y="306000"/>
            <a:ext cx="5648400"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44ED096A-3E52-A993-CD98-5B54B3FE5483}"/>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2EC3C46-FE1C-5B55-8736-D92A29240875}"/>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B5B59ED7-6301-6253-D233-C58E8C6A7AD5}"/>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7B0C025B-1475-5461-482F-DCD9102FEADA}"/>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EE8C31F6-7356-9E5D-935E-F91149CAB9B0}"/>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6796A467-69E9-9658-B939-2DA9824545B4}"/>
              </a:ext>
            </a:extLst>
          </p:cNvPr>
          <p:cNvSpPr>
            <a:spLocks noGrp="1"/>
          </p:cNvSpPr>
          <p:nvPr>
            <p:ph type="body" sz="quarter" idx="15"/>
          </p:nvPr>
        </p:nvSpPr>
        <p:spPr>
          <a:xfrm>
            <a:off x="486000"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267F397-CAB1-ACFA-DD29-6917F5690613}"/>
              </a:ext>
            </a:extLst>
          </p:cNvPr>
          <p:cNvSpPr>
            <a:spLocks noGrp="1"/>
          </p:cNvSpPr>
          <p:nvPr>
            <p:ph type="body" sz="quarter" idx="17"/>
          </p:nvPr>
        </p:nvSpPr>
        <p:spPr>
          <a:xfrm>
            <a:off x="2441729"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9C4182BE-16AC-FE8D-6046-2D319B046667}"/>
              </a:ext>
            </a:extLst>
          </p:cNvPr>
          <p:cNvSpPr>
            <a:spLocks noGrp="1"/>
          </p:cNvSpPr>
          <p:nvPr>
            <p:ph type="body" sz="quarter" idx="19"/>
          </p:nvPr>
        </p:nvSpPr>
        <p:spPr>
          <a:xfrm>
            <a:off x="4397458"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20C278E9-305D-9CC3-2C55-D591D89A13F5}"/>
              </a:ext>
            </a:extLst>
          </p:cNvPr>
          <p:cNvSpPr>
            <a:spLocks noGrp="1"/>
          </p:cNvSpPr>
          <p:nvPr>
            <p:ph type="body" sz="quarter" idx="24"/>
          </p:nvPr>
        </p:nvSpPr>
        <p:spPr>
          <a:xfrm>
            <a:off x="48600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196AFF61-1756-32E6-DB00-2475E0F2248F}"/>
              </a:ext>
            </a:extLst>
          </p:cNvPr>
          <p:cNvSpPr>
            <a:spLocks noGrp="1"/>
          </p:cNvSpPr>
          <p:nvPr>
            <p:ph type="body" sz="quarter" idx="25"/>
          </p:nvPr>
        </p:nvSpPr>
        <p:spPr>
          <a:xfrm>
            <a:off x="244306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5B875B18-3A04-B000-C2D6-0E6AE0B97C6F}"/>
              </a:ext>
            </a:extLst>
          </p:cNvPr>
          <p:cNvSpPr>
            <a:spLocks noGrp="1"/>
          </p:cNvSpPr>
          <p:nvPr>
            <p:ph type="body" sz="quarter" idx="26"/>
          </p:nvPr>
        </p:nvSpPr>
        <p:spPr>
          <a:xfrm>
            <a:off x="440013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4" name="Text Placeholder 9">
            <a:extLst>
              <a:ext uri="{FF2B5EF4-FFF2-40B4-BE49-F238E27FC236}">
                <a16:creationId xmlns:a16="http://schemas.microsoft.com/office/drawing/2014/main" id="{28BBD533-3575-CCFB-E71B-47CDA356796F}"/>
              </a:ext>
            </a:extLst>
          </p:cNvPr>
          <p:cNvSpPr>
            <a:spLocks noGrp="1"/>
          </p:cNvSpPr>
          <p:nvPr>
            <p:ph type="body" sz="quarter" idx="27"/>
          </p:nvPr>
        </p:nvSpPr>
        <p:spPr>
          <a:xfrm>
            <a:off x="6353187"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5" name="Text Placeholder 19">
            <a:extLst>
              <a:ext uri="{FF2B5EF4-FFF2-40B4-BE49-F238E27FC236}">
                <a16:creationId xmlns:a16="http://schemas.microsoft.com/office/drawing/2014/main" id="{0A1E506D-D061-96CB-507A-484BC5A40121}"/>
              </a:ext>
            </a:extLst>
          </p:cNvPr>
          <p:cNvSpPr>
            <a:spLocks noGrp="1"/>
          </p:cNvSpPr>
          <p:nvPr>
            <p:ph type="body" sz="quarter" idx="28"/>
          </p:nvPr>
        </p:nvSpPr>
        <p:spPr>
          <a:xfrm>
            <a:off x="6357195"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6" name="Text Placeholder 9">
            <a:extLst>
              <a:ext uri="{FF2B5EF4-FFF2-40B4-BE49-F238E27FC236}">
                <a16:creationId xmlns:a16="http://schemas.microsoft.com/office/drawing/2014/main" id="{15B29677-BE3B-7470-2545-1CDB37817379}"/>
              </a:ext>
            </a:extLst>
          </p:cNvPr>
          <p:cNvSpPr>
            <a:spLocks noGrp="1"/>
          </p:cNvSpPr>
          <p:nvPr>
            <p:ph type="body" sz="quarter" idx="29"/>
          </p:nvPr>
        </p:nvSpPr>
        <p:spPr>
          <a:xfrm>
            <a:off x="8308916"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2F79A021-8D89-90CC-C1F3-B0371DBA6128}"/>
              </a:ext>
            </a:extLst>
          </p:cNvPr>
          <p:cNvSpPr>
            <a:spLocks noGrp="1"/>
          </p:cNvSpPr>
          <p:nvPr>
            <p:ph type="body" sz="quarter" idx="30"/>
          </p:nvPr>
        </p:nvSpPr>
        <p:spPr>
          <a:xfrm>
            <a:off x="8314260"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8" name="Text Placeholder 9">
            <a:extLst>
              <a:ext uri="{FF2B5EF4-FFF2-40B4-BE49-F238E27FC236}">
                <a16:creationId xmlns:a16="http://schemas.microsoft.com/office/drawing/2014/main" id="{D6BACB2F-0DB8-DD63-EA6C-7C37EC4B4A7F}"/>
              </a:ext>
            </a:extLst>
          </p:cNvPr>
          <p:cNvSpPr>
            <a:spLocks noGrp="1"/>
          </p:cNvSpPr>
          <p:nvPr>
            <p:ph type="body" sz="quarter" idx="31"/>
          </p:nvPr>
        </p:nvSpPr>
        <p:spPr>
          <a:xfrm>
            <a:off x="10264643" y="2282973"/>
            <a:ext cx="1620000" cy="270000"/>
          </a:xfrm>
        </p:spPr>
        <p:txBody>
          <a:bodyPr anchor="t"/>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9" name="Text Placeholder 19">
            <a:extLst>
              <a:ext uri="{FF2B5EF4-FFF2-40B4-BE49-F238E27FC236}">
                <a16:creationId xmlns:a16="http://schemas.microsoft.com/office/drawing/2014/main" id="{383AED7B-9104-4F4D-98AE-4DBE12D1BBDD}"/>
              </a:ext>
            </a:extLst>
          </p:cNvPr>
          <p:cNvSpPr>
            <a:spLocks noGrp="1"/>
          </p:cNvSpPr>
          <p:nvPr>
            <p:ph type="body" sz="quarter" idx="32"/>
          </p:nvPr>
        </p:nvSpPr>
        <p:spPr>
          <a:xfrm>
            <a:off x="10271326" y="2614613"/>
            <a:ext cx="162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0" name="TextBox 19">
            <a:extLst>
              <a:ext uri="{FF2B5EF4-FFF2-40B4-BE49-F238E27FC236}">
                <a16:creationId xmlns:a16="http://schemas.microsoft.com/office/drawing/2014/main" id="{398B30BC-5605-4035-E48B-463C18BEDEB8}"/>
              </a:ext>
            </a:extLst>
          </p:cNvPr>
          <p:cNvSpPr txBox="1"/>
          <p:nvPr userDrawn="1"/>
        </p:nvSpPr>
        <p:spPr>
          <a:xfrm>
            <a:off x="-1828800" y="2827381"/>
            <a:ext cx="1694046" cy="584775"/>
          </a:xfrm>
          <a:prstGeom prst="rect">
            <a:avLst/>
          </a:prstGeom>
          <a:noFill/>
        </p:spPr>
        <p:txBody>
          <a:bodyPr wrap="square" rtlCol="0">
            <a:spAutoFit/>
          </a:bodyPr>
          <a:lstStyle/>
          <a:p>
            <a:r>
              <a:rPr lang="en-GB" sz="800" dirty="0"/>
              <a:t>NOTE: Adjust the vertical dividers to match the height of your text content (making sure all are of a consistent height).</a:t>
            </a:r>
          </a:p>
        </p:txBody>
      </p:sp>
    </p:spTree>
    <p:extLst>
      <p:ext uri="{BB962C8B-B14F-4D97-AF65-F5344CB8AC3E}">
        <p14:creationId xmlns:p14="http://schemas.microsoft.com/office/powerpoint/2010/main" val="2994551115"/>
      </p:ext>
    </p:extLst>
  </p:cSld>
  <p:clrMapOvr>
    <a:masterClrMapping/>
  </p:clrMapOvr>
  <p:transition>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imelin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3527875"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4195349" y="2282973"/>
            <a:ext cx="3527874"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8085898" y="2282973"/>
            <a:ext cx="3528126"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4195349"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8086024" y="2614613"/>
            <a:ext cx="3528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388891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2" name="Straight Connector 21">
            <a:extLst>
              <a:ext uri="{FF2B5EF4-FFF2-40B4-BE49-F238E27FC236}">
                <a16:creationId xmlns:a16="http://schemas.microsoft.com/office/drawing/2014/main" id="{D71FEB51-AFE7-8D09-2DDF-EA55F7B457BE}"/>
              </a:ext>
            </a:extLst>
          </p:cNvPr>
          <p:cNvCxnSpPr>
            <a:cxnSpLocks/>
          </p:cNvCxnSpPr>
          <p:nvPr userDrawn="1"/>
        </p:nvCxnSpPr>
        <p:spPr>
          <a:xfrm>
            <a:off x="4196397"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3" name="Arrow: Chevron 22">
            <a:extLst>
              <a:ext uri="{FF2B5EF4-FFF2-40B4-BE49-F238E27FC236}">
                <a16:creationId xmlns:a16="http://schemas.microsoft.com/office/drawing/2014/main" id="{62FBB4E5-5680-7A1E-A0CE-9B5E67EA5EBD}"/>
              </a:ext>
            </a:extLst>
          </p:cNvPr>
          <p:cNvSpPr/>
          <p:nvPr userDrawn="1"/>
        </p:nvSpPr>
        <p:spPr>
          <a:xfrm>
            <a:off x="778063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cxnSp>
        <p:nvCxnSpPr>
          <p:cNvPr id="24" name="Straight Connector 23">
            <a:extLst>
              <a:ext uri="{FF2B5EF4-FFF2-40B4-BE49-F238E27FC236}">
                <a16:creationId xmlns:a16="http://schemas.microsoft.com/office/drawing/2014/main" id="{A4F97134-2CAF-FE5A-4E3B-79DD92C4E68E}"/>
              </a:ext>
            </a:extLst>
          </p:cNvPr>
          <p:cNvCxnSpPr>
            <a:cxnSpLocks/>
          </p:cNvCxnSpPr>
          <p:nvPr userDrawn="1"/>
        </p:nvCxnSpPr>
        <p:spPr>
          <a:xfrm>
            <a:off x="8088119" y="2282973"/>
            <a:ext cx="3528126"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1CF0A13A-31A4-FF89-6DE7-027605D20B96}"/>
              </a:ext>
            </a:extLst>
          </p:cNvPr>
          <p:cNvSpPr/>
          <p:nvPr userDrawn="1"/>
        </p:nvSpPr>
        <p:spPr>
          <a:xfrm>
            <a:off x="1167235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1800">
              <a:solidFill>
                <a:schemeClr val="tx1"/>
              </a:solidFill>
            </a:endParaRPr>
          </a:p>
        </p:txBody>
      </p:sp>
    </p:spTree>
    <p:extLst>
      <p:ext uri="{BB962C8B-B14F-4D97-AF65-F5344CB8AC3E}">
        <p14:creationId xmlns:p14="http://schemas.microsoft.com/office/powerpoint/2010/main" val="4283508253"/>
      </p:ext>
    </p:extLst>
  </p:cSld>
  <p:clrMapOvr>
    <a:masterClrMapping/>
  </p:clrMapOvr>
  <p:transition>
    <p:fade/>
  </p:transition>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imelin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3211156"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611763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3211156"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6117637"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91691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9024117" y="2282973"/>
            <a:ext cx="2556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9024119" y="2614613"/>
            <a:ext cx="2556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0" name="Straight Connector 29">
            <a:extLst>
              <a:ext uri="{FF2B5EF4-FFF2-40B4-BE49-F238E27FC236}">
                <a16:creationId xmlns:a16="http://schemas.microsoft.com/office/drawing/2014/main" id="{393B61CA-A7BE-8A3E-D9AC-F654B9B38698}"/>
              </a:ext>
            </a:extLst>
          </p:cNvPr>
          <p:cNvCxnSpPr>
            <a:cxnSpLocks/>
          </p:cNvCxnSpPr>
          <p:nvPr userDrawn="1"/>
        </p:nvCxnSpPr>
        <p:spPr>
          <a:xfrm>
            <a:off x="3221565"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1" name="Arrow: Chevron 30">
            <a:extLst>
              <a:ext uri="{FF2B5EF4-FFF2-40B4-BE49-F238E27FC236}">
                <a16:creationId xmlns:a16="http://schemas.microsoft.com/office/drawing/2014/main" id="{A8B2014E-675C-8EB9-B5B5-BD95FAFE19E6}"/>
              </a:ext>
            </a:extLst>
          </p:cNvPr>
          <p:cNvSpPr/>
          <p:nvPr userDrawn="1"/>
        </p:nvSpPr>
        <p:spPr>
          <a:xfrm>
            <a:off x="583380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2" name="Straight Connector 31">
            <a:extLst>
              <a:ext uri="{FF2B5EF4-FFF2-40B4-BE49-F238E27FC236}">
                <a16:creationId xmlns:a16="http://schemas.microsoft.com/office/drawing/2014/main" id="{FA0D4E54-4CD3-D526-DEED-81769F41304D}"/>
              </a:ext>
            </a:extLst>
          </p:cNvPr>
          <p:cNvCxnSpPr>
            <a:cxnSpLocks/>
          </p:cNvCxnSpPr>
          <p:nvPr userDrawn="1"/>
        </p:nvCxnSpPr>
        <p:spPr>
          <a:xfrm>
            <a:off x="6117513"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3" name="Arrow: Chevron 32">
            <a:extLst>
              <a:ext uri="{FF2B5EF4-FFF2-40B4-BE49-F238E27FC236}">
                <a16:creationId xmlns:a16="http://schemas.microsoft.com/office/drawing/2014/main" id="{8E6AA380-E662-A92F-D609-F474C925FADA}"/>
              </a:ext>
            </a:extLst>
          </p:cNvPr>
          <p:cNvSpPr/>
          <p:nvPr userDrawn="1"/>
        </p:nvSpPr>
        <p:spPr>
          <a:xfrm>
            <a:off x="872974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4" name="Straight Connector 33">
            <a:extLst>
              <a:ext uri="{FF2B5EF4-FFF2-40B4-BE49-F238E27FC236}">
                <a16:creationId xmlns:a16="http://schemas.microsoft.com/office/drawing/2014/main" id="{D5163727-FD74-E51F-D285-A4FDEAB2E16E}"/>
              </a:ext>
            </a:extLst>
          </p:cNvPr>
          <p:cNvCxnSpPr>
            <a:cxnSpLocks/>
          </p:cNvCxnSpPr>
          <p:nvPr userDrawn="1"/>
        </p:nvCxnSpPr>
        <p:spPr>
          <a:xfrm>
            <a:off x="9024117" y="2282973"/>
            <a:ext cx="2556124"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ACA7782-B627-5E5D-977C-78713F8554CD}"/>
              </a:ext>
            </a:extLst>
          </p:cNvPr>
          <p:cNvSpPr/>
          <p:nvPr userDrawn="1"/>
        </p:nvSpPr>
        <p:spPr>
          <a:xfrm>
            <a:off x="1163635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800117037"/>
      </p:ext>
    </p:extLst>
  </p:cSld>
  <p:clrMapOvr>
    <a:masterClrMapping/>
  </p:clrMapOvr>
  <p:transition>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imelin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628628"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952457"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62853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95239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800"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2348118"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7276286"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7276255"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9600115" y="2282973"/>
            <a:ext cx="1980000" cy="270000"/>
          </a:xfrm>
        </p:spPr>
        <p:txBody>
          <a:bodyPr anchor="ct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9600117" y="2614613"/>
            <a:ext cx="1980000" cy="2147887"/>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24" name="Straight Connector 23">
            <a:extLst>
              <a:ext uri="{FF2B5EF4-FFF2-40B4-BE49-F238E27FC236}">
                <a16:creationId xmlns:a16="http://schemas.microsoft.com/office/drawing/2014/main" id="{84AD16E6-DFB2-3260-E7C2-D0F51629D8A7}"/>
              </a:ext>
            </a:extLst>
          </p:cNvPr>
          <p:cNvCxnSpPr>
            <a:cxnSpLocks/>
          </p:cNvCxnSpPr>
          <p:nvPr userDrawn="1"/>
        </p:nvCxnSpPr>
        <p:spPr>
          <a:xfrm>
            <a:off x="2628629"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5" name="Arrow: Chevron 24">
            <a:extLst>
              <a:ext uri="{FF2B5EF4-FFF2-40B4-BE49-F238E27FC236}">
                <a16:creationId xmlns:a16="http://schemas.microsoft.com/office/drawing/2014/main" id="{3DACABFD-232F-18BC-919F-CAD8A133DCDE}"/>
              </a:ext>
            </a:extLst>
          </p:cNvPr>
          <p:cNvSpPr/>
          <p:nvPr userDrawn="1"/>
        </p:nvSpPr>
        <p:spPr>
          <a:xfrm>
            <a:off x="4671947"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6" name="Straight Connector 25">
            <a:extLst>
              <a:ext uri="{FF2B5EF4-FFF2-40B4-BE49-F238E27FC236}">
                <a16:creationId xmlns:a16="http://schemas.microsoft.com/office/drawing/2014/main" id="{FFEA3E50-1AFA-3BF7-A87F-151906E60032}"/>
              </a:ext>
            </a:extLst>
          </p:cNvPr>
          <p:cNvCxnSpPr>
            <a:cxnSpLocks/>
          </p:cNvCxnSpPr>
          <p:nvPr userDrawn="1"/>
        </p:nvCxnSpPr>
        <p:spPr>
          <a:xfrm>
            <a:off x="4952395"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7" name="Arrow: Chevron 26">
            <a:extLst>
              <a:ext uri="{FF2B5EF4-FFF2-40B4-BE49-F238E27FC236}">
                <a16:creationId xmlns:a16="http://schemas.microsoft.com/office/drawing/2014/main" id="{95E84197-6880-09C2-1E08-4B7A842980F1}"/>
              </a:ext>
            </a:extLst>
          </p:cNvPr>
          <p:cNvSpPr/>
          <p:nvPr userDrawn="1"/>
        </p:nvSpPr>
        <p:spPr>
          <a:xfrm>
            <a:off x="6995713"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28" name="Straight Connector 27">
            <a:extLst>
              <a:ext uri="{FF2B5EF4-FFF2-40B4-BE49-F238E27FC236}">
                <a16:creationId xmlns:a16="http://schemas.microsoft.com/office/drawing/2014/main" id="{DBA4F882-E214-37A5-1366-A11A8B3C2119}"/>
              </a:ext>
            </a:extLst>
          </p:cNvPr>
          <p:cNvCxnSpPr>
            <a:cxnSpLocks/>
          </p:cNvCxnSpPr>
          <p:nvPr userDrawn="1"/>
        </p:nvCxnSpPr>
        <p:spPr>
          <a:xfrm>
            <a:off x="7276161"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29" name="Arrow: Chevron 28">
            <a:extLst>
              <a:ext uri="{FF2B5EF4-FFF2-40B4-BE49-F238E27FC236}">
                <a16:creationId xmlns:a16="http://schemas.microsoft.com/office/drawing/2014/main" id="{7A04A431-73CA-32DE-D035-406F2582A75A}"/>
              </a:ext>
            </a:extLst>
          </p:cNvPr>
          <p:cNvSpPr/>
          <p:nvPr userDrawn="1"/>
        </p:nvSpPr>
        <p:spPr>
          <a:xfrm>
            <a:off x="931947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6" name="Straight Connector 35">
            <a:extLst>
              <a:ext uri="{FF2B5EF4-FFF2-40B4-BE49-F238E27FC236}">
                <a16:creationId xmlns:a16="http://schemas.microsoft.com/office/drawing/2014/main" id="{AE570E91-ABB2-A812-B684-C45EB139B97D}"/>
              </a:ext>
            </a:extLst>
          </p:cNvPr>
          <p:cNvCxnSpPr>
            <a:cxnSpLocks/>
          </p:cNvCxnSpPr>
          <p:nvPr userDrawn="1"/>
        </p:nvCxnSpPr>
        <p:spPr>
          <a:xfrm>
            <a:off x="9599927" y="2282973"/>
            <a:ext cx="1987207"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7" name="Arrow: Chevron 36">
            <a:extLst>
              <a:ext uri="{FF2B5EF4-FFF2-40B4-BE49-F238E27FC236}">
                <a16:creationId xmlns:a16="http://schemas.microsoft.com/office/drawing/2014/main" id="{1AF30669-A2A4-2FDE-F80A-35E06EF01380}"/>
              </a:ext>
            </a:extLst>
          </p:cNvPr>
          <p:cNvSpPr/>
          <p:nvPr userDrawn="1"/>
        </p:nvSpPr>
        <p:spPr>
          <a:xfrm>
            <a:off x="11643245"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474044538"/>
      </p:ext>
    </p:extLst>
  </p:cSld>
  <p:clrMapOvr>
    <a:masterClrMapping/>
  </p:clrMapOvr>
  <p:transition>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melin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3DC1CD-2885-55F3-61DF-04B4921832BA}"/>
              </a:ext>
            </a:extLst>
          </p:cNvPr>
          <p:cNvSpPr>
            <a:spLocks noGrp="1"/>
          </p:cNvSpPr>
          <p:nvPr>
            <p:ph type="title" hasCustomPrompt="1"/>
          </p:nvPr>
        </p:nvSpPr>
        <p:spPr>
          <a:xfrm>
            <a:off x="306000" y="306000"/>
            <a:ext cx="5648397" cy="360000"/>
          </a:xfrm>
        </p:spPr>
        <p:txBody>
          <a:bodyPr anchor="t"/>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F57DCDA2-F04F-EF39-A68F-2FFB8F203691}"/>
              </a:ext>
            </a:extLst>
          </p:cNvPr>
          <p:cNvSpPr>
            <a:spLocks noGrp="1"/>
          </p:cNvSpPr>
          <p:nvPr>
            <p:ph type="dt" sz="half" idx="10"/>
          </p:nvPr>
        </p:nvSpPr>
        <p:spPr/>
        <p:txBody>
          <a:bodyPr/>
          <a:lstStyle/>
          <a:p>
            <a:r>
              <a:rPr lang="en-US"/>
              <a:t>Date</a:t>
            </a:r>
            <a:endParaRPr lang="en-GB" dirty="0"/>
          </a:p>
        </p:txBody>
      </p:sp>
      <p:sp>
        <p:nvSpPr>
          <p:cNvPr id="4" name="Footer Placeholder 3">
            <a:extLst>
              <a:ext uri="{FF2B5EF4-FFF2-40B4-BE49-F238E27FC236}">
                <a16:creationId xmlns:a16="http://schemas.microsoft.com/office/drawing/2014/main" id="{8A4E165A-D603-F44C-1F49-59254C686734}"/>
              </a:ext>
            </a:extLst>
          </p:cNvPr>
          <p:cNvSpPr>
            <a:spLocks noGrp="1"/>
          </p:cNvSpPr>
          <p:nvPr>
            <p:ph type="ftr" sz="quarter" idx="11"/>
          </p:nvPr>
        </p:nvSpPr>
        <p:spPr/>
        <p:txBody>
          <a:bodyPr/>
          <a:lstStyle/>
          <a:p>
            <a:r>
              <a:rPr lang="en-GB"/>
              <a:t>Title</a:t>
            </a:r>
            <a:endParaRPr lang="en-GB" dirty="0"/>
          </a:p>
        </p:txBody>
      </p:sp>
      <p:sp>
        <p:nvSpPr>
          <p:cNvPr id="5" name="Slide Number Placeholder 4">
            <a:extLst>
              <a:ext uri="{FF2B5EF4-FFF2-40B4-BE49-F238E27FC236}">
                <a16:creationId xmlns:a16="http://schemas.microsoft.com/office/drawing/2014/main" id="{F3868BC9-AFDB-387B-F5C5-FFDC1EF20229}"/>
              </a:ext>
            </a:extLst>
          </p:cNvPr>
          <p:cNvSpPr>
            <a:spLocks noGrp="1"/>
          </p:cNvSpPr>
          <p:nvPr>
            <p:ph type="sldNum" sz="quarter" idx="12"/>
          </p:nvPr>
        </p:nvSpPr>
        <p:spPr/>
        <p:txBody>
          <a:body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0B4463B-6714-67EC-1362-F20D740D5E67}"/>
              </a:ext>
            </a:extLst>
          </p:cNvPr>
          <p:cNvSpPr>
            <a:spLocks noGrp="1"/>
          </p:cNvSpPr>
          <p:nvPr>
            <p:ph type="body" sz="quarter" idx="13" hasCustomPrompt="1"/>
          </p:nvPr>
        </p:nvSpPr>
        <p:spPr>
          <a:xfrm>
            <a:off x="306000" y="673200"/>
            <a:ext cx="5648400" cy="360000"/>
          </a:xfrm>
        </p:spPr>
        <p:txBody>
          <a:bodyPr anchor="t"/>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
        <p:nvSpPr>
          <p:cNvPr id="7" name="Text Placeholder 8">
            <a:extLst>
              <a:ext uri="{FF2B5EF4-FFF2-40B4-BE49-F238E27FC236}">
                <a16:creationId xmlns:a16="http://schemas.microsoft.com/office/drawing/2014/main" id="{9D7A8C5F-BE9D-1F83-FE56-4A5E6AB6087E}"/>
              </a:ext>
            </a:extLst>
          </p:cNvPr>
          <p:cNvSpPr>
            <a:spLocks noGrp="1"/>
          </p:cNvSpPr>
          <p:nvPr>
            <p:ph type="body" sz="quarter" idx="23" hasCustomPrompt="1"/>
          </p:nvPr>
        </p:nvSpPr>
        <p:spPr>
          <a:xfrm>
            <a:off x="305997" y="1260000"/>
            <a:ext cx="5648400" cy="334800"/>
          </a:xfrm>
        </p:spPr>
        <p:txBody>
          <a:bodyPr anchor="t"/>
          <a:lstStyle>
            <a:lvl1pPr marL="0" indent="0">
              <a:buNone/>
              <a:defRPr sz="1800">
                <a:solidFill>
                  <a:schemeClr val="tx2"/>
                </a:solidFill>
              </a:defRPr>
            </a:lvl1pPr>
            <a:lvl2pPr marL="176213" indent="0">
              <a:buNone/>
              <a:defRPr sz="2000">
                <a:solidFill>
                  <a:schemeClr val="tx2"/>
                </a:solidFill>
              </a:defRPr>
            </a:lvl2pPr>
            <a:lvl3pPr marL="357188" indent="0">
              <a:buNone/>
              <a:defRPr sz="2000">
                <a:solidFill>
                  <a:schemeClr val="tx2"/>
                </a:solidFill>
              </a:defRPr>
            </a:lvl3pPr>
            <a:lvl4pPr marL="534988" indent="0">
              <a:buNone/>
              <a:defRPr sz="2000">
                <a:solidFill>
                  <a:schemeClr val="tx2"/>
                </a:solidFill>
              </a:defRPr>
            </a:lvl4pPr>
            <a:lvl5pPr marL="715963" indent="0">
              <a:buNone/>
              <a:defRPr sz="2000">
                <a:solidFill>
                  <a:schemeClr val="tx2"/>
                </a:solidFill>
              </a:defRPr>
            </a:lvl5pPr>
          </a:lstStyle>
          <a:p>
            <a:pPr lvl="0"/>
            <a:r>
              <a:rPr lang="en-US" dirty="0"/>
              <a:t>Heading</a:t>
            </a:r>
          </a:p>
        </p:txBody>
      </p:sp>
      <p:sp>
        <p:nvSpPr>
          <p:cNvPr id="8" name="Text Placeholder 9">
            <a:extLst>
              <a:ext uri="{FF2B5EF4-FFF2-40B4-BE49-F238E27FC236}">
                <a16:creationId xmlns:a16="http://schemas.microsoft.com/office/drawing/2014/main" id="{46434A8A-3238-656F-E766-071DBA37E3E2}"/>
              </a:ext>
            </a:extLst>
          </p:cNvPr>
          <p:cNvSpPr>
            <a:spLocks noGrp="1"/>
          </p:cNvSpPr>
          <p:nvPr>
            <p:ph type="body" sz="quarter" idx="15"/>
          </p:nvPr>
        </p:nvSpPr>
        <p:spPr>
          <a:xfrm>
            <a:off x="304799"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9" name="Text Placeholder 9">
            <a:extLst>
              <a:ext uri="{FF2B5EF4-FFF2-40B4-BE49-F238E27FC236}">
                <a16:creationId xmlns:a16="http://schemas.microsoft.com/office/drawing/2014/main" id="{C3137B0F-E471-1AB8-6CBA-9BCDAD5E8A22}"/>
              </a:ext>
            </a:extLst>
          </p:cNvPr>
          <p:cNvSpPr>
            <a:spLocks noGrp="1"/>
          </p:cNvSpPr>
          <p:nvPr>
            <p:ph type="body" sz="quarter" idx="17"/>
          </p:nvPr>
        </p:nvSpPr>
        <p:spPr>
          <a:xfrm>
            <a:off x="2237266" y="2282973"/>
            <a:ext cx="1620000" cy="270000"/>
          </a:xfrm>
        </p:spPr>
        <p:txBody>
          <a:bodyPr vert="horz" lIns="0" tIns="0" rIns="0" bIns="0" rtlCol="0">
            <a:noAutofit/>
          </a:bodyPr>
          <a:lstStyle>
            <a:lvl1pPr>
              <a:defRPr lang="en-US" sz="1200" b="1" i="0" dirty="0"/>
            </a:lvl1pPr>
          </a:lstStyle>
          <a:p>
            <a:pPr marL="0" lvl="0" indent="0">
              <a:buNone/>
            </a:pPr>
            <a:r>
              <a:rPr lang="ko-KR" altLang="en-US"/>
              <a:t>마스터 텍스트 스타일을 편집하려면 클릭</a:t>
            </a:r>
          </a:p>
        </p:txBody>
      </p:sp>
      <p:sp>
        <p:nvSpPr>
          <p:cNvPr id="10" name="Text Placeholder 9">
            <a:extLst>
              <a:ext uri="{FF2B5EF4-FFF2-40B4-BE49-F238E27FC236}">
                <a16:creationId xmlns:a16="http://schemas.microsoft.com/office/drawing/2014/main" id="{AB5E02E6-314F-A208-BB34-A03F5F310B0D}"/>
              </a:ext>
            </a:extLst>
          </p:cNvPr>
          <p:cNvSpPr>
            <a:spLocks noGrp="1"/>
          </p:cNvSpPr>
          <p:nvPr>
            <p:ph type="body" sz="quarter" idx="19"/>
          </p:nvPr>
        </p:nvSpPr>
        <p:spPr>
          <a:xfrm>
            <a:off x="4169733"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1" name="Text Placeholder 19">
            <a:extLst>
              <a:ext uri="{FF2B5EF4-FFF2-40B4-BE49-F238E27FC236}">
                <a16:creationId xmlns:a16="http://schemas.microsoft.com/office/drawing/2014/main" id="{A15EEF04-EB57-2EFE-BCC8-60BFAE4541A0}"/>
              </a:ext>
            </a:extLst>
          </p:cNvPr>
          <p:cNvSpPr>
            <a:spLocks noGrp="1"/>
          </p:cNvSpPr>
          <p:nvPr>
            <p:ph type="body" sz="quarter" idx="24"/>
          </p:nvPr>
        </p:nvSpPr>
        <p:spPr>
          <a:xfrm>
            <a:off x="304675"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2" name="Text Placeholder 19">
            <a:extLst>
              <a:ext uri="{FF2B5EF4-FFF2-40B4-BE49-F238E27FC236}">
                <a16:creationId xmlns:a16="http://schemas.microsoft.com/office/drawing/2014/main" id="{2D62A765-47EA-B167-0BE8-B4756A00F527}"/>
              </a:ext>
            </a:extLst>
          </p:cNvPr>
          <p:cNvSpPr>
            <a:spLocks noGrp="1"/>
          </p:cNvSpPr>
          <p:nvPr>
            <p:ph type="body" sz="quarter" idx="25"/>
          </p:nvPr>
        </p:nvSpPr>
        <p:spPr>
          <a:xfrm>
            <a:off x="2237167"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13" name="Text Placeholder 19">
            <a:extLst>
              <a:ext uri="{FF2B5EF4-FFF2-40B4-BE49-F238E27FC236}">
                <a16:creationId xmlns:a16="http://schemas.microsoft.com/office/drawing/2014/main" id="{ED5C994C-A90B-DEE1-D499-BF454BABBDCB}"/>
              </a:ext>
            </a:extLst>
          </p:cNvPr>
          <p:cNvSpPr>
            <a:spLocks noGrp="1"/>
          </p:cNvSpPr>
          <p:nvPr>
            <p:ph type="body" sz="quarter" idx="26"/>
          </p:nvPr>
        </p:nvSpPr>
        <p:spPr>
          <a:xfrm>
            <a:off x="4169659"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15" name="Straight Connector 14">
            <a:extLst>
              <a:ext uri="{FF2B5EF4-FFF2-40B4-BE49-F238E27FC236}">
                <a16:creationId xmlns:a16="http://schemas.microsoft.com/office/drawing/2014/main" id="{5E758CFD-6353-8E5B-960B-5799F0D9921C}"/>
              </a:ext>
            </a:extLst>
          </p:cNvPr>
          <p:cNvCxnSpPr>
            <a:cxnSpLocks/>
          </p:cNvCxnSpPr>
          <p:nvPr userDrawn="1"/>
        </p:nvCxnSpPr>
        <p:spPr>
          <a:xfrm>
            <a:off x="304675"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16" name="Arrow: Chevron 15">
            <a:extLst>
              <a:ext uri="{FF2B5EF4-FFF2-40B4-BE49-F238E27FC236}">
                <a16:creationId xmlns:a16="http://schemas.microsoft.com/office/drawing/2014/main" id="{DBDB799E-9DE8-9EFD-E9D6-FF4EAC64FC22}"/>
              </a:ext>
            </a:extLst>
          </p:cNvPr>
          <p:cNvSpPr/>
          <p:nvPr userDrawn="1"/>
        </p:nvSpPr>
        <p:spPr>
          <a:xfrm>
            <a:off x="1980786"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14" name="Text Placeholder 9">
            <a:extLst>
              <a:ext uri="{FF2B5EF4-FFF2-40B4-BE49-F238E27FC236}">
                <a16:creationId xmlns:a16="http://schemas.microsoft.com/office/drawing/2014/main" id="{F459F560-10CA-9159-63B5-9571F8F2CD81}"/>
              </a:ext>
            </a:extLst>
          </p:cNvPr>
          <p:cNvSpPr>
            <a:spLocks noGrp="1"/>
          </p:cNvSpPr>
          <p:nvPr>
            <p:ph type="body" sz="quarter" idx="27"/>
          </p:nvPr>
        </p:nvSpPr>
        <p:spPr>
          <a:xfrm>
            <a:off x="6102200"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17" name="Text Placeholder 19">
            <a:extLst>
              <a:ext uri="{FF2B5EF4-FFF2-40B4-BE49-F238E27FC236}">
                <a16:creationId xmlns:a16="http://schemas.microsoft.com/office/drawing/2014/main" id="{D1CE8918-CB52-FC8D-0667-5DD4C2904898}"/>
              </a:ext>
            </a:extLst>
          </p:cNvPr>
          <p:cNvSpPr>
            <a:spLocks noGrp="1"/>
          </p:cNvSpPr>
          <p:nvPr>
            <p:ph type="body" sz="quarter" idx="28"/>
          </p:nvPr>
        </p:nvSpPr>
        <p:spPr>
          <a:xfrm>
            <a:off x="6102151"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21" name="Text Placeholder 9">
            <a:extLst>
              <a:ext uri="{FF2B5EF4-FFF2-40B4-BE49-F238E27FC236}">
                <a16:creationId xmlns:a16="http://schemas.microsoft.com/office/drawing/2014/main" id="{E0300071-C10F-73DE-516F-3A997209D34C}"/>
              </a:ext>
            </a:extLst>
          </p:cNvPr>
          <p:cNvSpPr>
            <a:spLocks noGrp="1"/>
          </p:cNvSpPr>
          <p:nvPr>
            <p:ph type="body" sz="quarter" idx="30"/>
          </p:nvPr>
        </p:nvSpPr>
        <p:spPr>
          <a:xfrm>
            <a:off x="8034667"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22" name="Text Placeholder 19">
            <a:extLst>
              <a:ext uri="{FF2B5EF4-FFF2-40B4-BE49-F238E27FC236}">
                <a16:creationId xmlns:a16="http://schemas.microsoft.com/office/drawing/2014/main" id="{ADAD04CC-D508-F0AA-6E8C-45D588BE7E49}"/>
              </a:ext>
            </a:extLst>
          </p:cNvPr>
          <p:cNvSpPr>
            <a:spLocks noGrp="1"/>
          </p:cNvSpPr>
          <p:nvPr>
            <p:ph type="body" sz="quarter" idx="31"/>
          </p:nvPr>
        </p:nvSpPr>
        <p:spPr>
          <a:xfrm>
            <a:off x="8034643"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sp>
        <p:nvSpPr>
          <p:cNvPr id="31" name="Text Placeholder 9">
            <a:extLst>
              <a:ext uri="{FF2B5EF4-FFF2-40B4-BE49-F238E27FC236}">
                <a16:creationId xmlns:a16="http://schemas.microsoft.com/office/drawing/2014/main" id="{7F5921D6-64BE-2161-A143-2DD17980F619}"/>
              </a:ext>
            </a:extLst>
          </p:cNvPr>
          <p:cNvSpPr>
            <a:spLocks noGrp="1"/>
          </p:cNvSpPr>
          <p:nvPr>
            <p:ph type="body" sz="quarter" idx="32"/>
          </p:nvPr>
        </p:nvSpPr>
        <p:spPr>
          <a:xfrm>
            <a:off x="9967132" y="2282973"/>
            <a:ext cx="1620000" cy="270000"/>
          </a:xfrm>
        </p:spPr>
        <p:txBody>
          <a:bodyPr/>
          <a:lstStyle>
            <a:lvl1pPr marL="0" indent="0">
              <a:buNone/>
              <a:defRPr sz="1200" b="1" i="0">
                <a:solidFill>
                  <a:schemeClr val="tx1"/>
                </a:solidFill>
              </a:defRPr>
            </a:lvl1pPr>
            <a:lvl2pPr marL="176213" indent="0">
              <a:buNone/>
              <a:defRPr sz="1100">
                <a:solidFill>
                  <a:schemeClr val="tx2"/>
                </a:solidFill>
              </a:defRPr>
            </a:lvl2pPr>
            <a:lvl3pPr marL="357188" indent="0">
              <a:buNone/>
              <a:defRPr sz="1100">
                <a:solidFill>
                  <a:schemeClr val="tx2"/>
                </a:solidFill>
              </a:defRPr>
            </a:lvl3pPr>
            <a:lvl4pPr marL="534988" indent="0">
              <a:buNone/>
              <a:defRPr sz="1100">
                <a:solidFill>
                  <a:schemeClr val="tx2"/>
                </a:solidFill>
              </a:defRPr>
            </a:lvl4pPr>
            <a:lvl5pPr marL="715963" indent="0">
              <a:buNone/>
              <a:defRPr sz="1100">
                <a:solidFill>
                  <a:schemeClr val="tx2"/>
                </a:solidFill>
              </a:defRPr>
            </a:lvl5pPr>
          </a:lstStyle>
          <a:p>
            <a:pPr lvl="0"/>
            <a:r>
              <a:rPr lang="ko-KR" altLang="en-US"/>
              <a:t>마스터 텍스트 스타일을 편집하려면 클릭</a:t>
            </a:r>
          </a:p>
        </p:txBody>
      </p:sp>
      <p:sp>
        <p:nvSpPr>
          <p:cNvPr id="32" name="Text Placeholder 19">
            <a:extLst>
              <a:ext uri="{FF2B5EF4-FFF2-40B4-BE49-F238E27FC236}">
                <a16:creationId xmlns:a16="http://schemas.microsoft.com/office/drawing/2014/main" id="{24C0D168-202E-E51B-E59E-8C97350E1781}"/>
              </a:ext>
            </a:extLst>
          </p:cNvPr>
          <p:cNvSpPr>
            <a:spLocks noGrp="1"/>
          </p:cNvSpPr>
          <p:nvPr>
            <p:ph type="body" sz="quarter" idx="33"/>
          </p:nvPr>
        </p:nvSpPr>
        <p:spPr>
          <a:xfrm>
            <a:off x="9967134" y="2667000"/>
            <a:ext cx="1620000" cy="2095500"/>
          </a:xfrm>
        </p:spPr>
        <p:txBody>
          <a:bodyPr/>
          <a:lstStyle>
            <a:lvl1pPr marL="0" indent="0">
              <a:buNone/>
              <a:defRPr sz="1200"/>
            </a:lvl1pPr>
            <a:lvl2pPr marL="88900" indent="-88900">
              <a:defRPr sz="800"/>
            </a:lvl2pPr>
            <a:lvl3pPr marL="88900" indent="-88900">
              <a:defRPr sz="800"/>
            </a:lvl3pPr>
            <a:lvl4pPr marL="88900" indent="-88900">
              <a:defRPr sz="800"/>
            </a:lvl4pPr>
            <a:lvl5pPr marL="88900" indent="-88900">
              <a:defRPr sz="800"/>
            </a:lvl5pPr>
          </a:lstStyle>
          <a:p>
            <a:pPr lvl="0"/>
            <a:r>
              <a:rPr lang="ko-KR" altLang="en-US"/>
              <a:t>마스터 텍스트 스타일을 편집하려면 클릭</a:t>
            </a:r>
          </a:p>
        </p:txBody>
      </p:sp>
      <p:cxnSp>
        <p:nvCxnSpPr>
          <p:cNvPr id="34" name="Straight Connector 33">
            <a:extLst>
              <a:ext uri="{FF2B5EF4-FFF2-40B4-BE49-F238E27FC236}">
                <a16:creationId xmlns:a16="http://schemas.microsoft.com/office/drawing/2014/main" id="{C37B2904-10A6-C3A5-8D83-683C63BB01AF}"/>
              </a:ext>
            </a:extLst>
          </p:cNvPr>
          <p:cNvCxnSpPr>
            <a:cxnSpLocks/>
          </p:cNvCxnSpPr>
          <p:nvPr userDrawn="1"/>
        </p:nvCxnSpPr>
        <p:spPr>
          <a:xfrm>
            <a:off x="2240911"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5" name="Arrow: Chevron 34">
            <a:extLst>
              <a:ext uri="{FF2B5EF4-FFF2-40B4-BE49-F238E27FC236}">
                <a16:creationId xmlns:a16="http://schemas.microsoft.com/office/drawing/2014/main" id="{A47832D4-502D-A508-2B20-B5B27FE51634}"/>
              </a:ext>
            </a:extLst>
          </p:cNvPr>
          <p:cNvSpPr/>
          <p:nvPr userDrawn="1"/>
        </p:nvSpPr>
        <p:spPr>
          <a:xfrm>
            <a:off x="3917022"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38" name="Straight Connector 37">
            <a:extLst>
              <a:ext uri="{FF2B5EF4-FFF2-40B4-BE49-F238E27FC236}">
                <a16:creationId xmlns:a16="http://schemas.microsoft.com/office/drawing/2014/main" id="{7BD95FB1-1C25-533D-3CF4-8A51280DDBD0}"/>
              </a:ext>
            </a:extLst>
          </p:cNvPr>
          <p:cNvCxnSpPr>
            <a:cxnSpLocks/>
          </p:cNvCxnSpPr>
          <p:nvPr userDrawn="1"/>
        </p:nvCxnSpPr>
        <p:spPr>
          <a:xfrm>
            <a:off x="4169659"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39" name="Arrow: Chevron 38">
            <a:extLst>
              <a:ext uri="{FF2B5EF4-FFF2-40B4-BE49-F238E27FC236}">
                <a16:creationId xmlns:a16="http://schemas.microsoft.com/office/drawing/2014/main" id="{9D606AD1-4414-16B1-1215-97D7AFA56C9F}"/>
              </a:ext>
            </a:extLst>
          </p:cNvPr>
          <p:cNvSpPr/>
          <p:nvPr userDrawn="1"/>
        </p:nvSpPr>
        <p:spPr>
          <a:xfrm>
            <a:off x="5845770"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0" name="Straight Connector 39">
            <a:extLst>
              <a:ext uri="{FF2B5EF4-FFF2-40B4-BE49-F238E27FC236}">
                <a16:creationId xmlns:a16="http://schemas.microsoft.com/office/drawing/2014/main" id="{E5863BC1-2263-E713-9FF3-2640450DEF28}"/>
              </a:ext>
            </a:extLst>
          </p:cNvPr>
          <p:cNvCxnSpPr>
            <a:cxnSpLocks/>
          </p:cNvCxnSpPr>
          <p:nvPr userDrawn="1"/>
        </p:nvCxnSpPr>
        <p:spPr>
          <a:xfrm>
            <a:off x="6110598"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1" name="Arrow: Chevron 40">
            <a:extLst>
              <a:ext uri="{FF2B5EF4-FFF2-40B4-BE49-F238E27FC236}">
                <a16:creationId xmlns:a16="http://schemas.microsoft.com/office/drawing/2014/main" id="{6379909B-399A-153E-493D-37296869A7F0}"/>
              </a:ext>
            </a:extLst>
          </p:cNvPr>
          <p:cNvSpPr/>
          <p:nvPr userDrawn="1"/>
        </p:nvSpPr>
        <p:spPr>
          <a:xfrm>
            <a:off x="7786709"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2" name="Straight Connector 41">
            <a:extLst>
              <a:ext uri="{FF2B5EF4-FFF2-40B4-BE49-F238E27FC236}">
                <a16:creationId xmlns:a16="http://schemas.microsoft.com/office/drawing/2014/main" id="{EF6449C8-F3AF-7E2E-BAA8-72A82AE89478}"/>
              </a:ext>
            </a:extLst>
          </p:cNvPr>
          <p:cNvCxnSpPr>
            <a:cxnSpLocks/>
          </p:cNvCxnSpPr>
          <p:nvPr userDrawn="1"/>
        </p:nvCxnSpPr>
        <p:spPr>
          <a:xfrm>
            <a:off x="803464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3" name="Arrow: Chevron 42">
            <a:extLst>
              <a:ext uri="{FF2B5EF4-FFF2-40B4-BE49-F238E27FC236}">
                <a16:creationId xmlns:a16="http://schemas.microsoft.com/office/drawing/2014/main" id="{87196DB2-5D1E-4430-FA42-A39FC745E121}"/>
              </a:ext>
            </a:extLst>
          </p:cNvPr>
          <p:cNvSpPr/>
          <p:nvPr userDrawn="1"/>
        </p:nvSpPr>
        <p:spPr>
          <a:xfrm>
            <a:off x="971075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cxnSp>
        <p:nvCxnSpPr>
          <p:cNvPr id="44" name="Straight Connector 43">
            <a:extLst>
              <a:ext uri="{FF2B5EF4-FFF2-40B4-BE49-F238E27FC236}">
                <a16:creationId xmlns:a16="http://schemas.microsoft.com/office/drawing/2014/main" id="{24E529B4-EB17-A0EB-9305-743BF2013A0A}"/>
              </a:ext>
            </a:extLst>
          </p:cNvPr>
          <p:cNvCxnSpPr>
            <a:cxnSpLocks/>
          </p:cNvCxnSpPr>
          <p:nvPr userDrawn="1"/>
        </p:nvCxnSpPr>
        <p:spPr>
          <a:xfrm>
            <a:off x="9971673" y="2282973"/>
            <a:ext cx="1620000" cy="0"/>
          </a:xfrm>
          <a:prstGeom prst="line">
            <a:avLst/>
          </a:prstGeom>
          <a:ln w="25400">
            <a:solidFill>
              <a:schemeClr val="tx1">
                <a:lumMod val="20000"/>
                <a:lumOff val="80000"/>
              </a:schemeClr>
            </a:solidFill>
          </a:ln>
        </p:spPr>
        <p:style>
          <a:lnRef idx="1">
            <a:schemeClr val="accent1"/>
          </a:lnRef>
          <a:fillRef idx="0">
            <a:schemeClr val="accent1"/>
          </a:fillRef>
          <a:effectRef idx="0">
            <a:schemeClr val="accent1"/>
          </a:effectRef>
          <a:fontRef idx="minor">
            <a:schemeClr val="tx1"/>
          </a:fontRef>
        </p:style>
      </p:cxnSp>
      <p:sp>
        <p:nvSpPr>
          <p:cNvPr id="45" name="Arrow: Chevron 44">
            <a:extLst>
              <a:ext uri="{FF2B5EF4-FFF2-40B4-BE49-F238E27FC236}">
                <a16:creationId xmlns:a16="http://schemas.microsoft.com/office/drawing/2014/main" id="{A892BA53-DD7A-BDD3-32D9-49FC10D5A1CE}"/>
              </a:ext>
            </a:extLst>
          </p:cNvPr>
          <p:cNvSpPr/>
          <p:nvPr userDrawn="1"/>
        </p:nvSpPr>
        <p:spPr>
          <a:xfrm>
            <a:off x="11647784" y="2110695"/>
            <a:ext cx="217191" cy="344556"/>
          </a:xfrm>
          <a:prstGeom prst="chevron">
            <a:avLst>
              <a:gd name="adj" fmla="val 84268"/>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3126624530"/>
      </p:ext>
    </p:extLst>
  </p:cSld>
  <p:clrMapOvr>
    <a:masterClrMapping/>
  </p:clrMapOvr>
  <p:transition>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1_Outro -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11" name="TextBox 10">
            <a:extLst>
              <a:ext uri="{FF2B5EF4-FFF2-40B4-BE49-F238E27FC236}">
                <a16:creationId xmlns:a16="http://schemas.microsoft.com/office/drawing/2014/main" id="{1E5C39CC-12F0-243C-E79C-57F054AE9789}"/>
              </a:ext>
            </a:extLst>
          </p:cNvPr>
          <p:cNvSpPr txBox="1"/>
          <p:nvPr userDrawn="1"/>
        </p:nvSpPr>
        <p:spPr>
          <a:xfrm>
            <a:off x="304799" y="4536000"/>
            <a:ext cx="7558158"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effectLst/>
                <a:latin typeface="+mj-lt"/>
                <a:ea typeface="Aptos" panose="020B0004020202020204" pitchFamily="34" charset="0"/>
                <a:cs typeface="Times New Roman" panose="02020603050405020304" pitchFamily="18" charset="0"/>
              </a:rPr>
              <a:t>Forvis</a:t>
            </a:r>
            <a:r>
              <a:rPr lang="en-GB" sz="1000" kern="100" spc="-10" baseline="0" dirty="0">
                <a:effectLst/>
                <a:latin typeface="+mj-lt"/>
                <a:ea typeface="Aptos" panose="020B0004020202020204" pitchFamily="34" charset="0"/>
                <a:cs typeface="Times New Roman" panose="02020603050405020304" pitchFamily="18" charset="0"/>
              </a:rPr>
              <a:t> Mazars xxx : adapt for legal entity].</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799" y="1258888"/>
            <a:ext cx="3268869" cy="369332"/>
          </a:xfrm>
          <a:prstGeom prst="rect">
            <a:avLst/>
          </a:prstGeom>
          <a:noFill/>
        </p:spPr>
        <p:txBody>
          <a:bodyPr wrap="square" lIns="0" rIns="0" rtlCol="0">
            <a:spAutoFit/>
          </a:bodyPr>
          <a:lstStyle/>
          <a:p>
            <a:r>
              <a:rPr lang="en-GB" b="1" dirty="0" err="1"/>
              <a:t>Forvis</a:t>
            </a:r>
            <a:r>
              <a:rPr lang="en-GB" b="1" dirty="0"/>
              <a:t> Mazars</a:t>
            </a:r>
          </a:p>
        </p:txBody>
      </p:sp>
      <p:sp>
        <p:nvSpPr>
          <p:cNvPr id="5" name="TextBox 4">
            <a:extLst>
              <a:ext uri="{FF2B5EF4-FFF2-40B4-BE49-F238E27FC236}">
                <a16:creationId xmlns:a16="http://schemas.microsoft.com/office/drawing/2014/main" id="{7D67CEAA-8DDD-841F-D884-3A662B0ADE62}"/>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sp>
        <p:nvSpPr>
          <p:cNvPr id="3" name="Footer Placeholder 4">
            <a:extLst>
              <a:ext uri="{FF2B5EF4-FFF2-40B4-BE49-F238E27FC236}">
                <a16:creationId xmlns:a16="http://schemas.microsoft.com/office/drawing/2014/main" id="{66085AAD-F041-418D-E93F-40C28A0BF92D}"/>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6" name="TextBox 5">
            <a:extLst>
              <a:ext uri="{FF2B5EF4-FFF2-40B4-BE49-F238E27FC236}">
                <a16:creationId xmlns:a16="http://schemas.microsoft.com/office/drawing/2014/main" id="{E01D5AA6-5D4D-16BA-3C98-BE0A3B18F8B9}"/>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t>LinkedIn</a:t>
            </a:r>
          </a:p>
          <a:p>
            <a:pPr rtl="0"/>
            <a:r>
              <a:rPr lang="en-GB" sz="1200" dirty="0" err="1">
                <a:hlinkClick r:id="rId2" tooltip="https://www.linkedin.com/company/forvis-mazars-group/"/>
              </a:rPr>
              <a:t>Forvis</a:t>
            </a:r>
            <a:r>
              <a:rPr lang="en-GB" sz="1200" dirty="0">
                <a:hlinkClick r:id="rId2" tooltip="https://www.linkedin.com/company/forvis-mazars-group/"/>
              </a:rPr>
              <a:t> Mazars Group</a:t>
            </a:r>
            <a:endParaRPr lang="en-GB" sz="1200" dirty="0"/>
          </a:p>
          <a:p>
            <a:pPr rtl="0"/>
            <a:endParaRPr lang="en-GB" sz="1200" dirty="0"/>
          </a:p>
          <a:p>
            <a:pPr rtl="0"/>
            <a:r>
              <a:rPr lang="en-GB" sz="1200" b="1" dirty="0"/>
              <a:t>X</a:t>
            </a:r>
          </a:p>
          <a:p>
            <a:pPr rtl="0"/>
            <a:r>
              <a:rPr lang="en-GB" sz="1200" dirty="0">
                <a:hlinkClick r:id="rId3" tooltip="https://twitter.com/forvismazarsgrp"/>
              </a:rPr>
              <a:t>@ForvisMazarsGrp</a:t>
            </a:r>
            <a:endParaRPr lang="en-GB" sz="1200" dirty="0"/>
          </a:p>
          <a:p>
            <a:pPr rtl="0"/>
            <a:endParaRPr lang="en-GB" sz="1200" dirty="0"/>
          </a:p>
          <a:p>
            <a:pPr rtl="0"/>
            <a:r>
              <a:rPr lang="en-GB" sz="1200" b="1" dirty="0"/>
              <a:t>Instagram</a:t>
            </a:r>
          </a:p>
          <a:p>
            <a:pPr rtl="0"/>
            <a:r>
              <a:rPr lang="en-GB" sz="1200" dirty="0">
                <a:hlinkClick r:id="rId4" tooltip="https://www.instagram.com/forvismazarsgroup/"/>
              </a:rPr>
              <a:t>@forvismazarsgroup</a:t>
            </a:r>
            <a:endParaRPr lang="en-GB" sz="1200" dirty="0"/>
          </a:p>
          <a:p>
            <a:pPr rtl="0"/>
            <a:endParaRPr lang="en-GB" sz="1200" dirty="0"/>
          </a:p>
          <a:p>
            <a:pPr rtl="0"/>
            <a:r>
              <a:rPr lang="en-GB" sz="1200" b="1" dirty="0"/>
              <a:t>Facebook</a:t>
            </a:r>
          </a:p>
          <a:p>
            <a:pPr rtl="0"/>
            <a:r>
              <a:rPr lang="en-GB" sz="1200" dirty="0" err="1">
                <a:hlinkClick r:id="rId5" tooltip="https://www.facebook.com/forvismazarsgroup/"/>
              </a:rPr>
              <a:t>Forvis</a:t>
            </a:r>
            <a:r>
              <a:rPr lang="en-GB" sz="1200" dirty="0">
                <a:hlinkClick r:id="rId5" tooltip="https://www.facebook.com/forvismazarsgroup/"/>
              </a:rPr>
              <a:t> Mazars Group</a:t>
            </a:r>
            <a:endParaRPr lang="en-GB" sz="1200" dirty="0"/>
          </a:p>
          <a:p>
            <a:pPr rtl="0"/>
            <a:endParaRPr lang="en-GB" sz="1200" dirty="0"/>
          </a:p>
          <a:p>
            <a:pPr rtl="0"/>
            <a:r>
              <a:rPr lang="en-GB" sz="1200" b="1" dirty="0"/>
              <a:t>YouTube</a:t>
            </a:r>
          </a:p>
          <a:p>
            <a:pPr rtl="0"/>
            <a:r>
              <a:rPr lang="en-GB" sz="1200" dirty="0">
                <a:effectLst/>
                <a:hlinkClick r:id="rId6" tooltip="https://www.youtube.com/@forvismazarsgroup"/>
              </a:rPr>
              <a:t>@ForvisMazarsGroup</a:t>
            </a:r>
            <a:endParaRPr lang="en-GB" sz="1200" dirty="0"/>
          </a:p>
        </p:txBody>
      </p:sp>
      <p:pic>
        <p:nvPicPr>
          <p:cNvPr id="7" name="Grafik 11">
            <a:extLst>
              <a:ext uri="{FF2B5EF4-FFF2-40B4-BE49-F238E27FC236}">
                <a16:creationId xmlns:a16="http://schemas.microsoft.com/office/drawing/2014/main" id="{62F6E443-5C86-C36B-0E1C-979A22C8B618}"/>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78653442"/>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Outro -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4" name="TextBox 3">
            <a:extLst>
              <a:ext uri="{FF2B5EF4-FFF2-40B4-BE49-F238E27FC236}">
                <a16:creationId xmlns:a16="http://schemas.microsoft.com/office/drawing/2014/main" id="{33A6B847-F006-2430-42BA-AE0EB44FAF6F}"/>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275B74B9-4873-9050-8CCB-54EB5DFBF042}"/>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8" name="Footer Placeholder 4">
            <a:extLst>
              <a:ext uri="{FF2B5EF4-FFF2-40B4-BE49-F238E27FC236}">
                <a16:creationId xmlns:a16="http://schemas.microsoft.com/office/drawing/2014/main" id="{88B71A06-C5AC-A61B-B714-5E5146BBED9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10" name="TextBox 9">
            <a:extLst>
              <a:ext uri="{FF2B5EF4-FFF2-40B4-BE49-F238E27FC236}">
                <a16:creationId xmlns:a16="http://schemas.microsoft.com/office/drawing/2014/main" id="{78D1770E-09D8-5EDC-812A-CDF8B11F6A14}"/>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
        <p:nvSpPr>
          <p:cNvPr id="5" name="TextBox 4">
            <a:extLst>
              <a:ext uri="{FF2B5EF4-FFF2-40B4-BE49-F238E27FC236}">
                <a16:creationId xmlns:a16="http://schemas.microsoft.com/office/drawing/2014/main" id="{1A6681F3-DF5C-9A79-C796-030CD88ED76D}"/>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9" name="Gruppieren 4">
            <a:extLst>
              <a:ext uri="{FF2B5EF4-FFF2-40B4-BE49-F238E27FC236}">
                <a16:creationId xmlns:a16="http://schemas.microsoft.com/office/drawing/2014/main" id="{16D7B7D0-CAA1-33E1-AC7F-493B661B6699}"/>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0539D95-EAC1-D112-501B-3C51BC30F6F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F9706EFB-E78A-458A-0FEE-96565A86EA35}"/>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34010E6E-22C6-BEF9-6EA3-87B4AE7D989F}"/>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C70C816D-E76D-EE5F-241F-10705C3D5FA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6933F0A-6333-CAB5-C05B-694D2354C4F2}"/>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D8A7E05E-2624-3141-586F-6F47645A53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2AB227D-AD87-0D4E-7CEC-D0941E4CDF1B}"/>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0A1391-2DA3-17F9-FE0D-78C16DFB2E1D}"/>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BCC3DA37-6B18-A1DB-B978-EE6DAAEC5E34}"/>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673CABE2-3A8F-C76B-E245-E39DAE083787}"/>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9CDF7043-E228-8C40-B2E2-14438E610B8F}"/>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B778131F-3CF5-7B6C-BEF5-CD6A7EB4FA78}"/>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747854416"/>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1_Outro -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GB" sz="240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GB" b="1" dirty="0" err="1">
                <a:solidFill>
                  <a:schemeClr val="bg1"/>
                </a:solidFill>
              </a:rPr>
              <a:t>Forvis</a:t>
            </a:r>
            <a:r>
              <a:rPr lang="en-GB" b="1" dirty="0">
                <a:solidFill>
                  <a:schemeClr val="bg1"/>
                </a:solidFill>
              </a:rPr>
              <a:t> Mazars</a:t>
            </a:r>
          </a:p>
        </p:txBody>
      </p:sp>
      <p:sp>
        <p:nvSpPr>
          <p:cNvPr id="3" name="TextBox 2">
            <a:extLst>
              <a:ext uri="{FF2B5EF4-FFF2-40B4-BE49-F238E27FC236}">
                <a16:creationId xmlns:a16="http://schemas.microsoft.com/office/drawing/2014/main" id="{F6A8A48E-3DB5-8F57-1922-EFA1E893A99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a:t>마스터 텍스트 스타일을 편집하려면 클릭</a:t>
            </a:r>
          </a:p>
          <a:p>
            <a:pPr lvl="1"/>
            <a:r>
              <a:rPr lang="ko-KR" altLang="en-US"/>
              <a:t>두 번째 수준</a:t>
            </a:r>
          </a:p>
        </p:txBody>
      </p:sp>
      <p:sp>
        <p:nvSpPr>
          <p:cNvPr id="8" name="TextBox 7">
            <a:extLst>
              <a:ext uri="{FF2B5EF4-FFF2-40B4-BE49-F238E27FC236}">
                <a16:creationId xmlns:a16="http://schemas.microsoft.com/office/drawing/2014/main" id="{A555D323-AE36-3785-6FE9-60DAF69452E6}"/>
              </a:ext>
            </a:extLst>
          </p:cNvPr>
          <p:cNvSpPr txBox="1"/>
          <p:nvPr userDrawn="1"/>
        </p:nvSpPr>
        <p:spPr>
          <a:xfrm>
            <a:off x="304799" y="4536000"/>
            <a:ext cx="7663544" cy="1137600"/>
          </a:xfrm>
          <a:prstGeom prst="rect">
            <a:avLst/>
          </a:prstGeom>
          <a:noFill/>
        </p:spPr>
        <p:txBody>
          <a:bodyPr wrap="square" lIns="0" tIns="0" rIns="0" bIns="0" numCol="1" spcCol="144000" rtlCol="0">
            <a:noAutofit/>
          </a:bodyPr>
          <a:lstStyle/>
          <a:p>
            <a:pPr>
              <a:lnSpc>
                <a:spcPct val="107000"/>
              </a:lnSpc>
              <a:spcAft>
                <a:spcPts val="800"/>
              </a:spcAft>
            </a:pP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The contents of this document are confidential and not for distribution to anyone other than the recipients. Disclosure to third parties cannot be made without the prior written consent of [</a:t>
            </a:r>
            <a:r>
              <a:rPr lang="en-GB" sz="1000" kern="100" spc="-10" baseline="0" dirty="0" err="1">
                <a:solidFill>
                  <a:schemeClr val="bg1"/>
                </a:solidFill>
                <a:effectLst/>
                <a:latin typeface="+mj-lt"/>
                <a:ea typeface="Aptos" panose="020B0004020202020204" pitchFamily="34" charset="0"/>
                <a:cs typeface="Times New Roman" panose="02020603050405020304" pitchFamily="18" charset="0"/>
              </a:rPr>
              <a:t>Forvis</a:t>
            </a:r>
            <a:r>
              <a:rPr lang="en-GB" sz="1000" kern="100" spc="-10" baseline="0" dirty="0">
                <a:solidFill>
                  <a:schemeClr val="bg1"/>
                </a:solidFill>
                <a:effectLst/>
                <a:latin typeface="+mj-lt"/>
                <a:ea typeface="Aptos" panose="020B0004020202020204" pitchFamily="34" charset="0"/>
                <a:cs typeface="Times New Roman" panose="02020603050405020304" pitchFamily="18" charset="0"/>
              </a:rPr>
              <a:t> Mazars xxx : adapt for legal entity].</a:t>
            </a:r>
          </a:p>
        </p:txBody>
      </p:sp>
      <p:sp>
        <p:nvSpPr>
          <p:cNvPr id="9" name="Footer Placeholder 4">
            <a:extLst>
              <a:ext uri="{FF2B5EF4-FFF2-40B4-BE49-F238E27FC236}">
                <a16:creationId xmlns:a16="http://schemas.microsoft.com/office/drawing/2014/main" id="{30646158-6A81-A2DD-C44D-921AE4DD9EC2}"/>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Box 3">
            <a:extLst>
              <a:ext uri="{FF2B5EF4-FFF2-40B4-BE49-F238E27FC236}">
                <a16:creationId xmlns:a16="http://schemas.microsoft.com/office/drawing/2014/main" id="{C07C486E-864B-EC69-F73D-2BCE06D2B883}"/>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7" name="Gruppieren 4">
            <a:extLst>
              <a:ext uri="{FF2B5EF4-FFF2-40B4-BE49-F238E27FC236}">
                <a16:creationId xmlns:a16="http://schemas.microsoft.com/office/drawing/2014/main" id="{091816A5-BD37-489B-D2B6-2E931BB6109A}"/>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8F632344-56D7-0FE9-7CC7-A953410D503C}"/>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67DB1019-32A2-B27F-B69E-A59F6EC4E8C1}"/>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EC75B3C7-C0BF-C06A-7259-073AADCB63FD}"/>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F539D7D3-F9E3-3C64-A2B8-68BC730C5E9B}"/>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A4BC7DA0-2356-A666-C7B1-04A021761BD4}"/>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BCAC0528-D774-2869-78E8-D5992464700B}"/>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14E3DF9-4D81-0920-12B3-F98AE476EFE6}"/>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8735F50D-0BA8-7023-F046-3376CE69D7B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311D18AC-7BA1-0080-8301-3BA2AA0B5E05}"/>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7FBF8150-2700-0D05-A05E-98BF121A5E10}"/>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13CA858-01DD-D948-1929-16FDA2F8CF21}"/>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878BB63-0766-B99F-A211-9CBDD1748824}"/>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
        <p:nvSpPr>
          <p:cNvPr id="5" name="TextBox 4">
            <a:extLst>
              <a:ext uri="{FF2B5EF4-FFF2-40B4-BE49-F238E27FC236}">
                <a16:creationId xmlns:a16="http://schemas.microsoft.com/office/drawing/2014/main" id="{6A07E05C-45AB-BB39-AE34-591CC2E3A7A5}"/>
              </a:ext>
            </a:extLst>
          </p:cNvPr>
          <p:cNvSpPr txBox="1"/>
          <p:nvPr userDrawn="1"/>
        </p:nvSpPr>
        <p:spPr>
          <a:xfrm>
            <a:off x="8194261" y="1258888"/>
            <a:ext cx="3692939" cy="3077766"/>
          </a:xfrm>
          <a:prstGeom prst="rect">
            <a:avLst/>
          </a:prstGeom>
          <a:noFill/>
        </p:spPr>
        <p:txBody>
          <a:bodyPr wrap="square" lIns="0" tIns="0" rIns="0" bIns="0" rtlCol="0">
            <a:noAutofit/>
          </a:bodyPr>
          <a:lstStyle/>
          <a:p>
            <a:pPr rtl="0"/>
            <a:r>
              <a:rPr lang="en-GB" sz="1200" b="1" dirty="0">
                <a:solidFill>
                  <a:schemeClr val="bg1"/>
                </a:solidFill>
              </a:rPr>
              <a:t>LinkedIn</a:t>
            </a:r>
          </a:p>
          <a:p>
            <a:pPr rtl="0"/>
            <a:r>
              <a:rPr lang="en-GB" sz="1200" dirty="0" err="1">
                <a:solidFill>
                  <a:schemeClr val="bg1"/>
                </a:solidFill>
                <a:hlinkClick r:id="rId2" tooltip="https://www.linkedin.com/company/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2" tooltip="https://www.linkedin.com/company/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X</a:t>
            </a:r>
          </a:p>
          <a:p>
            <a:pPr rtl="0"/>
            <a:r>
              <a:rPr lang="en-GB" sz="1200" dirty="0">
                <a:solidFill>
                  <a:schemeClr val="bg1"/>
                </a:solidFill>
                <a:hlinkClick r:id="rId3" tooltip="https://twitter.com/forvismazarsgrp">
                  <a:extLst>
                    <a:ext uri="{A12FA001-AC4F-418D-AE19-62706E023703}">
                      <ahyp:hlinkClr xmlns:ahyp="http://schemas.microsoft.com/office/drawing/2018/hyperlinkcolor" val="tx"/>
                    </a:ext>
                  </a:extLst>
                </a:hlinkClick>
              </a:rPr>
              <a:t>@ForvisMazarsGrp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Instagram</a:t>
            </a:r>
          </a:p>
          <a:p>
            <a:pPr rtl="0"/>
            <a:r>
              <a:rPr lang="en-GB" sz="1200" dirty="0">
                <a:solidFill>
                  <a:schemeClr val="bg1"/>
                </a:solidFill>
                <a:hlinkClick r:id="rId4" tooltip="https://www.instagram.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Facebook</a:t>
            </a:r>
          </a:p>
          <a:p>
            <a:pPr rtl="0"/>
            <a:r>
              <a:rPr lang="en-GB" sz="1200" dirty="0" err="1">
                <a:solidFill>
                  <a:schemeClr val="bg1"/>
                </a:solidFill>
                <a:hlinkClick r:id="rId5" tooltip="https://www.facebook.com/forvismazarsgroup/">
                  <a:extLst>
                    <a:ext uri="{A12FA001-AC4F-418D-AE19-62706E023703}">
                      <ahyp:hlinkClr xmlns:ahyp="http://schemas.microsoft.com/office/drawing/2018/hyperlinkcolor" val="tx"/>
                    </a:ext>
                  </a:extLst>
                </a:hlinkClick>
              </a:rPr>
              <a:t>Forvis</a:t>
            </a:r>
            <a:r>
              <a:rPr lang="en-GB" sz="1200" dirty="0">
                <a:solidFill>
                  <a:schemeClr val="bg1"/>
                </a:solidFill>
                <a:hlinkClick r:id="rId5" tooltip="https://www.facebook.com/forvismazarsgroup/">
                  <a:extLst>
                    <a:ext uri="{A12FA001-AC4F-418D-AE19-62706E023703}">
                      <ahyp:hlinkClr xmlns:ahyp="http://schemas.microsoft.com/office/drawing/2018/hyperlinkcolor" val="tx"/>
                    </a:ext>
                  </a:extLst>
                </a:hlinkClick>
              </a:rPr>
              <a:t> Mazars Group</a:t>
            </a:r>
            <a:endParaRPr lang="en-GB" sz="1200" dirty="0">
              <a:solidFill>
                <a:schemeClr val="bg1"/>
              </a:solidFill>
            </a:endParaRPr>
          </a:p>
          <a:p>
            <a:pPr rtl="0"/>
            <a:endParaRPr lang="en-GB" sz="1200" dirty="0">
              <a:solidFill>
                <a:schemeClr val="bg1"/>
              </a:solidFill>
            </a:endParaRPr>
          </a:p>
          <a:p>
            <a:pPr rtl="0"/>
            <a:r>
              <a:rPr lang="en-GB" sz="1200" b="1" dirty="0">
                <a:solidFill>
                  <a:schemeClr val="bg1"/>
                </a:solidFill>
              </a:rPr>
              <a:t>YouTube</a:t>
            </a:r>
          </a:p>
          <a:p>
            <a:pPr rtl="0"/>
            <a:r>
              <a:rPr lang="en-GB" sz="1200" dirty="0">
                <a:solidFill>
                  <a:schemeClr val="bg1"/>
                </a:solidFill>
                <a:effectLst/>
                <a:hlinkClick r:id="rId6" tooltip="https://www.youtube.com/@forvismazarsgroup">
                  <a:extLst>
                    <a:ext uri="{A12FA001-AC4F-418D-AE19-62706E023703}">
                      <ahyp:hlinkClr xmlns:ahyp="http://schemas.microsoft.com/office/drawing/2018/hyperlinkcolor" val="tx"/>
                    </a:ext>
                  </a:extLst>
                </a:hlinkClick>
              </a:rPr>
              <a:t>@ForvisMazarsGroup</a:t>
            </a:r>
            <a:endParaRPr lang="en-GB" sz="1200" dirty="0">
              <a:solidFill>
                <a:schemeClr val="bg1"/>
              </a:solidFill>
            </a:endParaRPr>
          </a:p>
        </p:txBody>
      </p:sp>
    </p:spTree>
    <p:extLst>
      <p:ext uri="{BB962C8B-B14F-4D97-AF65-F5344CB8AC3E}">
        <p14:creationId xmlns:p14="http://schemas.microsoft.com/office/powerpoint/2010/main" val="394115623"/>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1_Outro - editable white background">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t>Contact</a:t>
            </a:r>
          </a:p>
        </p:txBody>
      </p:sp>
      <p:sp>
        <p:nvSpPr>
          <p:cNvPr id="9" name="Content Placeholder 8">
            <a:extLst>
              <a:ext uri="{FF2B5EF4-FFF2-40B4-BE49-F238E27FC236}">
                <a16:creationId xmlns:a16="http://schemas.microsoft.com/office/drawing/2014/main" id="{3638F8DD-BEC9-6467-0409-DEAA51E30C84}"/>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lvl1pPr>
            <a:lvl2pPr marL="0" indent="0">
              <a:spcAft>
                <a:spcPts val="0"/>
              </a:spcAft>
              <a:buNone/>
              <a:defRPr sz="1000"/>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t>Forvis</a:t>
            </a:r>
            <a:r>
              <a:rPr lang="en-US" b="1" noProof="0" dirty="0"/>
              <a:t> Mazars</a:t>
            </a:r>
          </a:p>
        </p:txBody>
      </p:sp>
      <p:sp>
        <p:nvSpPr>
          <p:cNvPr id="6" name="Footer Placeholder 4">
            <a:extLst>
              <a:ext uri="{FF2B5EF4-FFF2-40B4-BE49-F238E27FC236}">
                <a16:creationId xmlns:a16="http://schemas.microsoft.com/office/drawing/2014/main" id="{5DCD00FD-34AE-282D-C880-195BA8A87E3C}"/>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tx1"/>
                </a:solidFill>
              </a:rPr>
              <a:t>© </a:t>
            </a:r>
            <a:r>
              <a:rPr lang="en-GB" sz="1000" noProof="0" dirty="0" err="1">
                <a:solidFill>
                  <a:schemeClr val="tx1"/>
                </a:solidFill>
              </a:rPr>
              <a:t>Forvis</a:t>
            </a:r>
            <a:r>
              <a:rPr lang="en-GB" sz="1000" noProof="0" dirty="0">
                <a:solidFill>
                  <a:schemeClr val="tx1"/>
                </a:solidFill>
              </a:rPr>
              <a:t> Mazars 2024. All rights reserved.</a:t>
            </a:r>
          </a:p>
        </p:txBody>
      </p:sp>
      <p:sp>
        <p:nvSpPr>
          <p:cNvPr id="5" name="Text Placeholder 35">
            <a:extLst>
              <a:ext uri="{FF2B5EF4-FFF2-40B4-BE49-F238E27FC236}">
                <a16:creationId xmlns:a16="http://schemas.microsoft.com/office/drawing/2014/main" id="{9C6042AF-CA98-5D4F-3D53-833BF69333E5}"/>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tx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7" name="Text Placeholder 8">
            <a:extLst>
              <a:ext uri="{FF2B5EF4-FFF2-40B4-BE49-F238E27FC236}">
                <a16:creationId xmlns:a16="http://schemas.microsoft.com/office/drawing/2014/main" id="{77FEB549-0F87-A538-F4B9-811388A1BED0}"/>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tx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3" name="TextBox 2">
            <a:extLst>
              <a:ext uri="{FF2B5EF4-FFF2-40B4-BE49-F238E27FC236}">
                <a16:creationId xmlns:a16="http://schemas.microsoft.com/office/drawing/2014/main" id="{6171E355-0B80-FC55-839B-E1D00403BB83}"/>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tx1"/>
                </a:solidFill>
              </a:rPr>
              <a:t>Follow us</a:t>
            </a:r>
          </a:p>
        </p:txBody>
      </p:sp>
      <p:pic>
        <p:nvPicPr>
          <p:cNvPr id="8" name="Grafik 11">
            <a:extLst>
              <a:ext uri="{FF2B5EF4-FFF2-40B4-BE49-F238E27FC236}">
                <a16:creationId xmlns:a16="http://schemas.microsoft.com/office/drawing/2014/main" id="{40D8D18D-A576-7317-B790-8565F1D3C2A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4253997379"/>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1_Outro - editable true blue background">
    <p:bg>
      <p:bgPr>
        <a:solidFill>
          <a:schemeClr val="tx2"/>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8B826133-DF9C-4AE4-3625-4928FA7CBA37}"/>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9" name="Footer Placeholder 4">
            <a:extLst>
              <a:ext uri="{FF2B5EF4-FFF2-40B4-BE49-F238E27FC236}">
                <a16:creationId xmlns:a16="http://schemas.microsoft.com/office/drawing/2014/main" id="{35C88522-8DF1-4607-A4E2-5B0EF73CC98B}"/>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4" name="Text Placeholder 35">
            <a:extLst>
              <a:ext uri="{FF2B5EF4-FFF2-40B4-BE49-F238E27FC236}">
                <a16:creationId xmlns:a16="http://schemas.microsoft.com/office/drawing/2014/main" id="{77766A40-38EE-605E-12B8-98AD84EC9B30}"/>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5" name="Text Placeholder 8">
            <a:extLst>
              <a:ext uri="{FF2B5EF4-FFF2-40B4-BE49-F238E27FC236}">
                <a16:creationId xmlns:a16="http://schemas.microsoft.com/office/drawing/2014/main" id="{F7842F13-7A60-C31D-02FB-801B693F4123}"/>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endParaRPr lang="en-US" dirty="0"/>
          </a:p>
        </p:txBody>
      </p:sp>
      <p:sp>
        <p:nvSpPr>
          <p:cNvPr id="7" name="TextBox 6">
            <a:extLst>
              <a:ext uri="{FF2B5EF4-FFF2-40B4-BE49-F238E27FC236}">
                <a16:creationId xmlns:a16="http://schemas.microsoft.com/office/drawing/2014/main" id="{3C528E0C-2539-CDDA-14D5-AA97D0855030}"/>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F4045705-66B2-0DDE-4848-EEA835B279B1}"/>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444DCA7-76AE-14E4-AF09-3364A3F6CFA2}"/>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B9D8ED99-1B8A-6735-55C2-A2E01099915D}"/>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86CF0E44-319A-A96A-8F98-F9330823D206}"/>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1D128114-D3B9-CED8-2772-5305726980D2}"/>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2C085591-FBE0-3310-9EA1-8CC0F8BDC0B6}"/>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3FD9891E-D3E1-39A4-3C13-6AF8943A0C9A}"/>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07FD17DD-F205-786D-9BDD-2D2B5EEF8F11}"/>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4BFC3790-5B7F-850F-4D0E-38003DA8849A}"/>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9F8B4662-4C4C-5441-631A-2B748DD246EB}"/>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FA9E71A6-99D3-2CFF-B1B1-2DE2FE197219}"/>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FF276700-0687-3895-59A6-B37CED253D2D}"/>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2FF2C670-6F23-F064-6229-E6522A83EE6B}"/>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63A41A46-F49E-4D5E-0193-A951BA1C431A}"/>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3844715845"/>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1_Outro - editable indigo background">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D19440D8-36C8-9F20-5BE6-5D024AE51BA0}"/>
              </a:ext>
            </a:extLst>
          </p:cNvPr>
          <p:cNvSpPr txBox="1"/>
          <p:nvPr userDrawn="1"/>
        </p:nvSpPr>
        <p:spPr>
          <a:xfrm>
            <a:off x="304800" y="298800"/>
            <a:ext cx="1061188" cy="296081"/>
          </a:xfrm>
          <a:prstGeom prst="rect">
            <a:avLst/>
          </a:prstGeom>
          <a:noFill/>
        </p:spPr>
        <p:txBody>
          <a:bodyPr wrap="none" lIns="0" rIns="0" rtlCol="0" anchor="ctr">
            <a:noAutofit/>
          </a:bodyPr>
          <a:lstStyle/>
          <a:p>
            <a:r>
              <a:rPr lang="en-US" sz="2400" noProof="0" dirty="0">
                <a:solidFill>
                  <a:schemeClr val="bg1"/>
                </a:solidFill>
              </a:rPr>
              <a:t>Contact</a:t>
            </a:r>
          </a:p>
        </p:txBody>
      </p:sp>
      <p:sp>
        <p:nvSpPr>
          <p:cNvPr id="2" name="TextBox 1">
            <a:extLst>
              <a:ext uri="{FF2B5EF4-FFF2-40B4-BE49-F238E27FC236}">
                <a16:creationId xmlns:a16="http://schemas.microsoft.com/office/drawing/2014/main" id="{31154649-4A4B-29E4-6982-D75D679FBBB3}"/>
              </a:ext>
            </a:extLst>
          </p:cNvPr>
          <p:cNvSpPr txBox="1"/>
          <p:nvPr userDrawn="1"/>
        </p:nvSpPr>
        <p:spPr>
          <a:xfrm>
            <a:off x="304800" y="1260000"/>
            <a:ext cx="3268869" cy="369332"/>
          </a:xfrm>
          <a:prstGeom prst="rect">
            <a:avLst/>
          </a:prstGeom>
          <a:noFill/>
        </p:spPr>
        <p:txBody>
          <a:bodyPr wrap="square" lIns="0" rIns="0" rtlCol="0">
            <a:spAutoFit/>
          </a:bodyPr>
          <a:lstStyle/>
          <a:p>
            <a:r>
              <a:rPr lang="en-US" b="1" noProof="0" dirty="0" err="1">
                <a:solidFill>
                  <a:schemeClr val="bg1"/>
                </a:solidFill>
              </a:rPr>
              <a:t>Forvis</a:t>
            </a:r>
            <a:r>
              <a:rPr lang="en-US" b="1" noProof="0" dirty="0">
                <a:solidFill>
                  <a:schemeClr val="bg1"/>
                </a:solidFill>
              </a:rPr>
              <a:t> Mazars</a:t>
            </a:r>
          </a:p>
        </p:txBody>
      </p:sp>
      <p:sp>
        <p:nvSpPr>
          <p:cNvPr id="6" name="Content Placeholder 8">
            <a:extLst>
              <a:ext uri="{FF2B5EF4-FFF2-40B4-BE49-F238E27FC236}">
                <a16:creationId xmlns:a16="http://schemas.microsoft.com/office/drawing/2014/main" id="{CB522F6C-316E-F8B1-1069-3B105F27FB1D}"/>
              </a:ext>
            </a:extLst>
          </p:cNvPr>
          <p:cNvSpPr>
            <a:spLocks noGrp="1"/>
          </p:cNvSpPr>
          <p:nvPr>
            <p:ph sz="quarter" idx="10"/>
          </p:nvPr>
        </p:nvSpPr>
        <p:spPr>
          <a:xfrm>
            <a:off x="304799" y="1729024"/>
            <a:ext cx="7558158" cy="2520000"/>
          </a:xfrm>
        </p:spPr>
        <p:txBody>
          <a:bodyPr tIns="0" numCol="2" spcCol="288000"/>
          <a:lstStyle>
            <a:lvl1pPr marL="0" indent="0">
              <a:spcAft>
                <a:spcPts val="0"/>
              </a:spcAft>
              <a:buNone/>
              <a:defRPr sz="1000" b="1">
                <a:solidFill>
                  <a:schemeClr val="bg1"/>
                </a:solidFill>
              </a:defRPr>
            </a:lvl1pPr>
            <a:lvl2pPr marL="0" indent="0">
              <a:spcAft>
                <a:spcPts val="0"/>
              </a:spcAft>
              <a:buNone/>
              <a:defRPr sz="1000">
                <a:solidFill>
                  <a:schemeClr val="bg1"/>
                </a:solidFill>
              </a:defRPr>
            </a:lvl2pPr>
            <a:lvl3pPr marL="357188" indent="0">
              <a:spcAft>
                <a:spcPts val="0"/>
              </a:spcAft>
              <a:buNone/>
              <a:defRPr sz="1000"/>
            </a:lvl3pPr>
            <a:lvl4pPr marL="534988" indent="0">
              <a:spcAft>
                <a:spcPts val="0"/>
              </a:spcAft>
              <a:buNone/>
              <a:defRPr sz="1000"/>
            </a:lvl4pPr>
            <a:lvl5pPr marL="715963" indent="0">
              <a:spcAft>
                <a:spcPts val="0"/>
              </a:spcAft>
              <a:buNone/>
              <a:defRPr sz="1000"/>
            </a:lvl5pPr>
          </a:lstStyle>
          <a:p>
            <a:pPr lvl="0"/>
            <a:r>
              <a:rPr lang="ko-KR" altLang="en-US" noProof="0"/>
              <a:t>마스터 텍스트 스타일을 편집하려면 클릭</a:t>
            </a:r>
          </a:p>
          <a:p>
            <a:pPr lvl="1"/>
            <a:r>
              <a:rPr lang="ko-KR" altLang="en-US" noProof="0"/>
              <a:t>두 번째 수준</a:t>
            </a:r>
          </a:p>
        </p:txBody>
      </p:sp>
      <p:sp>
        <p:nvSpPr>
          <p:cNvPr id="8" name="Footer Placeholder 4">
            <a:extLst>
              <a:ext uri="{FF2B5EF4-FFF2-40B4-BE49-F238E27FC236}">
                <a16:creationId xmlns:a16="http://schemas.microsoft.com/office/drawing/2014/main" id="{BC07936C-48E7-A507-69B6-73F81D1F42D9}"/>
              </a:ext>
            </a:extLst>
          </p:cNvPr>
          <p:cNvSpPr txBox="1">
            <a:spLocks/>
          </p:cNvSpPr>
          <p:nvPr userDrawn="1"/>
        </p:nvSpPr>
        <p:spPr>
          <a:xfrm>
            <a:off x="304799" y="5585255"/>
            <a:ext cx="3268869" cy="270000"/>
          </a:xfrm>
          <a:prstGeom prst="rect">
            <a:avLst/>
          </a:prstGeom>
        </p:spPr>
        <p:txBody>
          <a:bodyPr vert="horz" lIns="0" tIns="45720" rIns="0" bIns="45720" rtlCol="0" anchor="ctr"/>
          <a:lstStyle>
            <a:defPPr>
              <a:defRPr lang="en-US"/>
            </a:defPPr>
            <a:lvl1pPr marL="0" algn="ctr"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GB" sz="1000" noProof="0" dirty="0">
                <a:solidFill>
                  <a:schemeClr val="bg1"/>
                </a:solidFill>
              </a:rPr>
              <a:t>© </a:t>
            </a:r>
            <a:r>
              <a:rPr lang="en-GB" sz="1000" noProof="0" dirty="0" err="1">
                <a:solidFill>
                  <a:schemeClr val="bg1"/>
                </a:solidFill>
              </a:rPr>
              <a:t>Forvis</a:t>
            </a:r>
            <a:r>
              <a:rPr lang="en-GB" sz="1000" noProof="0" dirty="0">
                <a:solidFill>
                  <a:schemeClr val="bg1"/>
                </a:solidFill>
              </a:rPr>
              <a:t> Mazars 2024. All rights reserved.</a:t>
            </a:r>
          </a:p>
        </p:txBody>
      </p:sp>
      <p:sp>
        <p:nvSpPr>
          <p:cNvPr id="5" name="Text Placeholder 35">
            <a:extLst>
              <a:ext uri="{FF2B5EF4-FFF2-40B4-BE49-F238E27FC236}">
                <a16:creationId xmlns:a16="http://schemas.microsoft.com/office/drawing/2014/main" id="{A8A47AE8-EFAE-D657-385A-BF9D41DD4186}"/>
              </a:ext>
            </a:extLst>
          </p:cNvPr>
          <p:cNvSpPr>
            <a:spLocks noGrp="1"/>
          </p:cNvSpPr>
          <p:nvPr>
            <p:ph type="body" sz="quarter" idx="27" hasCustomPrompt="1"/>
          </p:nvPr>
        </p:nvSpPr>
        <p:spPr>
          <a:xfrm>
            <a:off x="8170332" y="1258888"/>
            <a:ext cx="3712105" cy="2520000"/>
          </a:xfrm>
        </p:spPr>
        <p:txBody>
          <a:bodyPr/>
          <a:lstStyle>
            <a:lvl1pPr marL="0" indent="0">
              <a:buNone/>
              <a:defRPr b="1">
                <a:solidFill>
                  <a:schemeClr val="bg1"/>
                </a:solidFill>
              </a:defRPr>
            </a:lvl1pPr>
            <a:lvl2pPr marL="0" indent="0">
              <a:spcBef>
                <a:spcPts val="0"/>
              </a:spcBef>
              <a:spcAft>
                <a:spcPts val="300"/>
              </a:spcAft>
              <a:buNone/>
              <a:defRPr b="0">
                <a:solidFill>
                  <a:schemeClr val="bg1"/>
                </a:solidFill>
              </a:defRPr>
            </a:lvl2pPr>
            <a:lvl3pPr marL="0" indent="0">
              <a:buNone/>
              <a:defRPr b="0">
                <a:solidFill>
                  <a:schemeClr val="bg1"/>
                </a:solidFill>
              </a:defRPr>
            </a:lvl3pPr>
            <a:lvl4pPr marL="0" indent="1588">
              <a:buNone/>
              <a:defRPr b="0">
                <a:solidFill>
                  <a:schemeClr val="bg1"/>
                </a:solidFill>
              </a:defRPr>
            </a:lvl4pPr>
            <a:lvl5pPr marL="0" indent="0">
              <a:buNone/>
              <a:defRPr b="0">
                <a:solidFill>
                  <a:schemeClr val="bg1"/>
                </a:solidFill>
              </a:defRPr>
            </a:lvl5pPr>
          </a:lstStyle>
          <a:p>
            <a:pPr lvl="0"/>
            <a:r>
              <a:rPr lang="en-US" dirty="0"/>
              <a:t>Add social media links here</a:t>
            </a:r>
          </a:p>
        </p:txBody>
      </p:sp>
      <p:sp>
        <p:nvSpPr>
          <p:cNvPr id="9" name="Text Placeholder 8">
            <a:extLst>
              <a:ext uri="{FF2B5EF4-FFF2-40B4-BE49-F238E27FC236}">
                <a16:creationId xmlns:a16="http://schemas.microsoft.com/office/drawing/2014/main" id="{B3C2BE14-477C-CB4E-A14A-DB75AA774A42}"/>
              </a:ext>
            </a:extLst>
          </p:cNvPr>
          <p:cNvSpPr>
            <a:spLocks noGrp="1"/>
          </p:cNvSpPr>
          <p:nvPr>
            <p:ph type="body" sz="quarter" idx="28" hasCustomPrompt="1"/>
          </p:nvPr>
        </p:nvSpPr>
        <p:spPr>
          <a:xfrm>
            <a:off x="304799" y="4536000"/>
            <a:ext cx="7558158" cy="941933"/>
          </a:xfrm>
        </p:spPr>
        <p:txBody>
          <a:bodyPr/>
          <a:lstStyle>
            <a:lvl1pPr marL="0" indent="0">
              <a:buNone/>
              <a:defRPr sz="1000">
                <a:solidFill>
                  <a:schemeClr val="bg1"/>
                </a:solidFill>
              </a:defRPr>
            </a:lvl1pPr>
            <a:lvl2pPr>
              <a:defRPr sz="1000"/>
            </a:lvl2pPr>
            <a:lvl3pPr>
              <a:defRPr sz="1000"/>
            </a:lvl3pPr>
            <a:lvl4pPr>
              <a:defRPr sz="1000"/>
            </a:lvl4pPr>
            <a:lvl5pPr>
              <a:defRPr sz="1000"/>
            </a:lvl5pPr>
          </a:lstStyle>
          <a:p>
            <a:pPr lvl="0"/>
            <a:r>
              <a:rPr lang="en-GB" dirty="0"/>
              <a:t>The contents of this document are confidential and not for distribution to anyone other than the recipients. Disclosure to third parties cannot be made without the prior written consent of [</a:t>
            </a:r>
            <a:r>
              <a:rPr lang="en-GB" dirty="0" err="1"/>
              <a:t>Forvis</a:t>
            </a:r>
            <a:r>
              <a:rPr lang="en-GB" dirty="0"/>
              <a:t> Mazars xxx : adapt for legal entity].</a:t>
            </a:r>
          </a:p>
        </p:txBody>
      </p:sp>
      <p:sp>
        <p:nvSpPr>
          <p:cNvPr id="4" name="TextBox 3">
            <a:extLst>
              <a:ext uri="{FF2B5EF4-FFF2-40B4-BE49-F238E27FC236}">
                <a16:creationId xmlns:a16="http://schemas.microsoft.com/office/drawing/2014/main" id="{D850E025-404D-9536-6D0C-2042221ADC94}"/>
              </a:ext>
            </a:extLst>
          </p:cNvPr>
          <p:cNvSpPr txBox="1"/>
          <p:nvPr userDrawn="1"/>
        </p:nvSpPr>
        <p:spPr>
          <a:xfrm>
            <a:off x="8194261" y="298800"/>
            <a:ext cx="1496051" cy="296081"/>
          </a:xfrm>
          <a:prstGeom prst="rect">
            <a:avLst/>
          </a:prstGeom>
          <a:noFill/>
        </p:spPr>
        <p:txBody>
          <a:bodyPr wrap="none" lIns="0" rIns="0" rtlCol="0" anchor="ctr">
            <a:noAutofit/>
          </a:bodyPr>
          <a:lstStyle/>
          <a:p>
            <a:r>
              <a:rPr lang="en-GB" sz="2400" dirty="0">
                <a:solidFill>
                  <a:schemeClr val="bg1"/>
                </a:solidFill>
              </a:rPr>
              <a:t>Follow us</a:t>
            </a:r>
          </a:p>
        </p:txBody>
      </p:sp>
      <p:sp>
        <p:nvSpPr>
          <p:cNvPr id="3" name="TextBox 2">
            <a:extLst>
              <a:ext uri="{FF2B5EF4-FFF2-40B4-BE49-F238E27FC236}">
                <a16:creationId xmlns:a16="http://schemas.microsoft.com/office/drawing/2014/main" id="{DB5F9192-CCBE-5DB9-4308-24B0D5F5F9EA}"/>
              </a:ext>
            </a:extLst>
          </p:cNvPr>
          <p:cNvSpPr txBox="1"/>
          <p:nvPr userDrawn="1"/>
        </p:nvSpPr>
        <p:spPr>
          <a:xfrm>
            <a:off x="-6392332" y="304800"/>
            <a:ext cx="6096000" cy="1384995"/>
          </a:xfrm>
          <a:prstGeom prst="rect">
            <a:avLst/>
          </a:prstGeom>
          <a:noFill/>
        </p:spPr>
        <p:txBody>
          <a:bodyPr wrap="square">
            <a:spAutoFit/>
          </a:bodyPr>
          <a:lstStyle/>
          <a:p>
            <a:r>
              <a:rPr lang="en-GB" sz="1200" i="1" dirty="0">
                <a:solidFill>
                  <a:srgbClr val="FF0000"/>
                </a:solidFill>
                <a:effectLst/>
                <a:latin typeface="+mn-lt"/>
                <a:ea typeface="Aptos" panose="020B0004020202020204" pitchFamily="34" charset="0"/>
              </a:rPr>
              <a:t>Please adhere to these instructions when utilising this slide:</a:t>
            </a:r>
            <a:endParaRPr lang="en-US" sz="1200" dirty="0">
              <a:solidFill>
                <a:srgbClr val="FF0000"/>
              </a:solidFill>
              <a:effectLst/>
              <a:latin typeface="+mn-lt"/>
              <a:ea typeface="Aptos" panose="020B0004020202020204" pitchFamily="34" charset="0"/>
            </a:endParaRPr>
          </a:p>
          <a:p>
            <a:r>
              <a:rPr lang="en-GB" sz="1200" i="1" dirty="0">
                <a:solidFill>
                  <a:srgbClr val="FF0000"/>
                </a:solidFill>
                <a:effectLst/>
                <a:latin typeface="+mn-lt"/>
                <a:ea typeface="Aptos" panose="020B0004020202020204" pitchFamily="34" charset="0"/>
              </a:rPr>
              <a:t>You have the flexibility to choose a colour for the background of the cover pages, divider slides, and closing slides from the following options: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white,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Indigo Dye,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True Blue, </a:t>
            </a:r>
            <a:endParaRPr lang="en-US" sz="1200" dirty="0">
              <a:solidFill>
                <a:srgbClr val="FF0000"/>
              </a:solidFill>
              <a:effectLst/>
              <a:latin typeface="+mn-lt"/>
              <a:ea typeface="Aptos" panose="020B0004020202020204" pitchFamily="34" charset="0"/>
            </a:endParaRPr>
          </a:p>
          <a:p>
            <a:pPr marL="342900" lvl="0" indent="-342900">
              <a:buFont typeface="Arial" panose="020B0604020202020204" pitchFamily="34" charset="0"/>
              <a:buChar char="-"/>
            </a:pPr>
            <a:r>
              <a:rPr lang="en-GB" sz="1200" i="1" dirty="0">
                <a:solidFill>
                  <a:srgbClr val="FF0000"/>
                </a:solidFill>
                <a:effectLst/>
                <a:latin typeface="+mn-lt"/>
                <a:ea typeface="Times New Roman" panose="02020603050405020304" pitchFamily="18" charset="0"/>
              </a:rPr>
              <a:t>or any colour from the ‘Vision’ colours palettes (see slide 2).</a:t>
            </a:r>
            <a:endParaRPr lang="en-US" sz="1200" dirty="0">
              <a:solidFill>
                <a:srgbClr val="FF0000"/>
              </a:solidFill>
              <a:effectLst/>
              <a:latin typeface="+mn-lt"/>
              <a:ea typeface="Aptos" panose="020B0004020202020204" pitchFamily="34" charset="0"/>
            </a:endParaRPr>
          </a:p>
        </p:txBody>
      </p:sp>
      <p:grpSp>
        <p:nvGrpSpPr>
          <p:cNvPr id="10" name="Gruppieren 4">
            <a:extLst>
              <a:ext uri="{FF2B5EF4-FFF2-40B4-BE49-F238E27FC236}">
                <a16:creationId xmlns:a16="http://schemas.microsoft.com/office/drawing/2014/main" id="{6600858C-044E-D467-95FF-4D8702D7C8FD}"/>
              </a:ext>
            </a:extLst>
          </p:cNvPr>
          <p:cNvGrpSpPr>
            <a:grpSpLocks noChangeAspect="1"/>
          </p:cNvGrpSpPr>
          <p:nvPr userDrawn="1"/>
        </p:nvGrpSpPr>
        <p:grpSpPr>
          <a:xfrm>
            <a:off x="10811963" y="6165234"/>
            <a:ext cx="1080000" cy="453765"/>
            <a:chOff x="1721984" y="2257682"/>
            <a:chExt cx="7247953" cy="3045250"/>
          </a:xfrm>
        </p:grpSpPr>
        <p:sp>
          <p:nvSpPr>
            <p:cNvPr id="11" name="Freihandform: Form 5">
              <a:extLst>
                <a:ext uri="{FF2B5EF4-FFF2-40B4-BE49-F238E27FC236}">
                  <a16:creationId xmlns:a16="http://schemas.microsoft.com/office/drawing/2014/main" id="{237FBE9F-E7E5-89E1-10BE-42983AEE81BF}"/>
                </a:ext>
              </a:extLst>
            </p:cNvPr>
            <p:cNvSpPr/>
            <p:nvPr/>
          </p:nvSpPr>
          <p:spPr>
            <a:xfrm>
              <a:off x="1721984" y="4167798"/>
              <a:ext cx="1948179" cy="1135134"/>
            </a:xfrm>
            <a:custGeom>
              <a:avLst/>
              <a:gdLst>
                <a:gd name="connsiteX0" fmla="*/ 1948179 w 1948179"/>
                <a:gd name="connsiteY0" fmla="*/ 391066 h 1135134"/>
                <a:gd name="connsiteX1" fmla="*/ 1641834 w 1948179"/>
                <a:gd name="connsiteY1" fmla="*/ 0 h 1135134"/>
                <a:gd name="connsiteX2" fmla="*/ 1272508 w 1948179"/>
                <a:gd name="connsiteY2" fmla="*/ 302012 h 1135134"/>
                <a:gd name="connsiteX3" fmla="*/ 1257305 w 1948179"/>
                <a:gd name="connsiteY3" fmla="*/ 302012 h 1135134"/>
                <a:gd name="connsiteX4" fmla="*/ 955329 w 1948179"/>
                <a:gd name="connsiteY4" fmla="*/ 0 h 1135134"/>
                <a:gd name="connsiteX5" fmla="*/ 581633 w 1948179"/>
                <a:gd name="connsiteY5" fmla="*/ 312846 h 1135134"/>
                <a:gd name="connsiteX6" fmla="*/ 566177 w 1948179"/>
                <a:gd name="connsiteY6" fmla="*/ 312846 h 1135134"/>
                <a:gd name="connsiteX7" fmla="*/ 333646 w 1948179"/>
                <a:gd name="connsiteY7" fmla="*/ 28240 h 1135134"/>
                <a:gd name="connsiteX8" fmla="*/ 223972 w 1948179"/>
                <a:gd name="connsiteY8" fmla="*/ 10870 h 1135134"/>
                <a:gd name="connsiteX9" fmla="*/ 0 w 1948179"/>
                <a:gd name="connsiteY9" fmla="*/ 10870 h 1135134"/>
                <a:gd name="connsiteX10" fmla="*/ 0 w 1948179"/>
                <a:gd name="connsiteY10" fmla="*/ 257990 h 1135134"/>
                <a:gd name="connsiteX11" fmla="*/ 283991 w 1948179"/>
                <a:gd name="connsiteY11" fmla="*/ 258099 h 1135134"/>
                <a:gd name="connsiteX12" fmla="*/ 283991 w 1948179"/>
                <a:gd name="connsiteY12" fmla="*/ 1116717 h 1135134"/>
                <a:gd name="connsiteX13" fmla="*/ 585967 w 1948179"/>
                <a:gd name="connsiteY13" fmla="*/ 1116717 h 1135134"/>
                <a:gd name="connsiteX14" fmla="*/ 585967 w 1948179"/>
                <a:gd name="connsiteY14" fmla="*/ 562710 h 1135134"/>
                <a:gd name="connsiteX15" fmla="*/ 597342 w 1948179"/>
                <a:gd name="connsiteY15" fmla="*/ 466506 h 1135134"/>
                <a:gd name="connsiteX16" fmla="*/ 820592 w 1948179"/>
                <a:gd name="connsiteY16" fmla="*/ 254198 h 1135134"/>
                <a:gd name="connsiteX17" fmla="*/ 968330 w 1948179"/>
                <a:gd name="connsiteY17" fmla="*/ 473656 h 1135134"/>
                <a:gd name="connsiteX18" fmla="*/ 968330 w 1948179"/>
                <a:gd name="connsiteY18" fmla="*/ 1116753 h 1135134"/>
                <a:gd name="connsiteX19" fmla="*/ 1270305 w 1948179"/>
                <a:gd name="connsiteY19" fmla="*/ 1116753 h 1135134"/>
                <a:gd name="connsiteX20" fmla="*/ 1270305 w 1948179"/>
                <a:gd name="connsiteY20" fmla="*/ 549710 h 1135134"/>
                <a:gd name="connsiteX21" fmla="*/ 1511467 w 1948179"/>
                <a:gd name="connsiteY21" fmla="*/ 254234 h 1135134"/>
                <a:gd name="connsiteX22" fmla="*/ 1644001 w 1948179"/>
                <a:gd name="connsiteY22" fmla="*/ 473692 h 1135134"/>
                <a:gd name="connsiteX23" fmla="*/ 1644001 w 1948179"/>
                <a:gd name="connsiteY23" fmla="*/ 833231 h 1135134"/>
                <a:gd name="connsiteX24" fmla="*/ 1948179 w 1948179"/>
                <a:gd name="connsiteY24" fmla="*/ 1135135 h 1135134"/>
                <a:gd name="connsiteX25" fmla="*/ 1948179 w 1948179"/>
                <a:gd name="connsiteY25" fmla="*/ 391102 h 1135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948179" h="1135134">
                  <a:moveTo>
                    <a:pt x="1948179" y="391066"/>
                  </a:moveTo>
                  <a:cubicBezTo>
                    <a:pt x="1948179" y="149904"/>
                    <a:pt x="1852589" y="0"/>
                    <a:pt x="1641834" y="0"/>
                  </a:cubicBezTo>
                  <a:cubicBezTo>
                    <a:pt x="1468023" y="0"/>
                    <a:pt x="1335489" y="108627"/>
                    <a:pt x="1272508" y="302012"/>
                  </a:cubicBezTo>
                  <a:lnTo>
                    <a:pt x="1257305" y="302012"/>
                  </a:lnTo>
                  <a:cubicBezTo>
                    <a:pt x="1239934" y="128201"/>
                    <a:pt x="1142141" y="0"/>
                    <a:pt x="955329" y="0"/>
                  </a:cubicBezTo>
                  <a:cubicBezTo>
                    <a:pt x="768517" y="0"/>
                    <a:pt x="640317" y="115128"/>
                    <a:pt x="581633" y="312846"/>
                  </a:cubicBezTo>
                  <a:lnTo>
                    <a:pt x="566177" y="312846"/>
                  </a:lnTo>
                  <a:cubicBezTo>
                    <a:pt x="527067" y="181539"/>
                    <a:pt x="455238" y="69770"/>
                    <a:pt x="333646" y="28240"/>
                  </a:cubicBezTo>
                  <a:cubicBezTo>
                    <a:pt x="300820" y="17009"/>
                    <a:pt x="264382" y="10870"/>
                    <a:pt x="223972" y="10870"/>
                  </a:cubicBezTo>
                  <a:lnTo>
                    <a:pt x="0" y="10870"/>
                  </a:lnTo>
                  <a:lnTo>
                    <a:pt x="0" y="257990"/>
                  </a:lnTo>
                  <a:lnTo>
                    <a:pt x="283991" y="258099"/>
                  </a:lnTo>
                  <a:lnTo>
                    <a:pt x="283991" y="1116717"/>
                  </a:lnTo>
                  <a:lnTo>
                    <a:pt x="585967" y="1116717"/>
                  </a:lnTo>
                  <a:lnTo>
                    <a:pt x="585967" y="562710"/>
                  </a:lnTo>
                  <a:cubicBezTo>
                    <a:pt x="586725" y="527536"/>
                    <a:pt x="590806" y="495613"/>
                    <a:pt x="597342" y="466506"/>
                  </a:cubicBezTo>
                  <a:cubicBezTo>
                    <a:pt x="629158" y="324727"/>
                    <a:pt x="723268" y="254198"/>
                    <a:pt x="820592" y="254198"/>
                  </a:cubicBezTo>
                  <a:cubicBezTo>
                    <a:pt x="917916" y="254198"/>
                    <a:pt x="968330" y="297642"/>
                    <a:pt x="968330" y="473656"/>
                  </a:cubicBezTo>
                  <a:lnTo>
                    <a:pt x="968330" y="1116753"/>
                  </a:lnTo>
                  <a:lnTo>
                    <a:pt x="1270305" y="1116753"/>
                  </a:lnTo>
                  <a:lnTo>
                    <a:pt x="1270305" y="549710"/>
                  </a:lnTo>
                  <a:cubicBezTo>
                    <a:pt x="1292045" y="330288"/>
                    <a:pt x="1405006" y="254234"/>
                    <a:pt x="1511467" y="254234"/>
                  </a:cubicBezTo>
                  <a:cubicBezTo>
                    <a:pt x="1617927" y="254234"/>
                    <a:pt x="1644001" y="328121"/>
                    <a:pt x="1644001" y="473692"/>
                  </a:cubicBezTo>
                  <a:lnTo>
                    <a:pt x="1644001" y="833231"/>
                  </a:lnTo>
                  <a:cubicBezTo>
                    <a:pt x="1644001" y="1005923"/>
                    <a:pt x="1755662" y="1125384"/>
                    <a:pt x="1948179" y="1135135"/>
                  </a:cubicBezTo>
                  <a:lnTo>
                    <a:pt x="1948179" y="391102"/>
                  </a:lnTo>
                  <a:close/>
                </a:path>
              </a:pathLst>
            </a:custGeom>
            <a:solidFill>
              <a:schemeClr val="bg1"/>
            </a:solidFill>
            <a:ln w="0" cap="flat">
              <a:noFill/>
              <a:prstDash val="solid"/>
              <a:miter/>
            </a:ln>
          </p:spPr>
          <p:txBody>
            <a:bodyPr rtlCol="0" anchor="ctr"/>
            <a:lstStyle/>
            <a:p>
              <a:endParaRPr lang="de-DE"/>
            </a:p>
          </p:txBody>
        </p:sp>
        <p:sp>
          <p:nvSpPr>
            <p:cNvPr id="12" name="Freihandform: Form 7">
              <a:extLst>
                <a:ext uri="{FF2B5EF4-FFF2-40B4-BE49-F238E27FC236}">
                  <a16:creationId xmlns:a16="http://schemas.microsoft.com/office/drawing/2014/main" id="{70A2A876-9809-F9A0-5ADE-28D9E0D28834}"/>
                </a:ext>
              </a:extLst>
            </p:cNvPr>
            <p:cNvSpPr/>
            <p:nvPr/>
          </p:nvSpPr>
          <p:spPr>
            <a:xfrm>
              <a:off x="5035697" y="4193979"/>
              <a:ext cx="910332" cy="1088477"/>
            </a:xfrm>
            <a:custGeom>
              <a:avLst/>
              <a:gdLst>
                <a:gd name="connsiteX0" fmla="*/ 326785 w 910332"/>
                <a:gd name="connsiteY0" fmla="*/ 851469 h 1088477"/>
                <a:gd name="connsiteX1" fmla="*/ 897296 w 910332"/>
                <a:gd name="connsiteY1" fmla="*/ 235817 h 1088477"/>
                <a:gd name="connsiteX2" fmla="*/ 897296 w 910332"/>
                <a:gd name="connsiteY2" fmla="*/ 5381 h 1088477"/>
                <a:gd name="connsiteX3" fmla="*/ 897296 w 910332"/>
                <a:gd name="connsiteY3" fmla="*/ 5381 h 1088477"/>
                <a:gd name="connsiteX4" fmla="*/ 897296 w 910332"/>
                <a:gd name="connsiteY4" fmla="*/ 0 h 1088477"/>
                <a:gd name="connsiteX5" fmla="*/ 22535 w 910332"/>
                <a:gd name="connsiteY5" fmla="*/ 0 h 1088477"/>
                <a:gd name="connsiteX6" fmla="*/ 22535 w 910332"/>
                <a:gd name="connsiteY6" fmla="*/ 225958 h 1088477"/>
                <a:gd name="connsiteX7" fmla="*/ 600629 w 910332"/>
                <a:gd name="connsiteY7" fmla="*/ 225958 h 1088477"/>
                <a:gd name="connsiteX8" fmla="*/ 0 w 910332"/>
                <a:gd name="connsiteY8" fmla="*/ 868947 h 1088477"/>
                <a:gd name="connsiteX9" fmla="*/ 0 w 910332"/>
                <a:gd name="connsiteY9" fmla="*/ 1088477 h 1088477"/>
                <a:gd name="connsiteX10" fmla="*/ 910333 w 910332"/>
                <a:gd name="connsiteY10" fmla="*/ 1088477 h 1088477"/>
                <a:gd name="connsiteX11" fmla="*/ 910333 w 910332"/>
                <a:gd name="connsiteY11" fmla="*/ 851469 h 1088477"/>
                <a:gd name="connsiteX12" fmla="*/ 326785 w 910332"/>
                <a:gd name="connsiteY12" fmla="*/ 851469 h 1088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10332" h="1088477">
                  <a:moveTo>
                    <a:pt x="326785" y="851469"/>
                  </a:moveTo>
                  <a:lnTo>
                    <a:pt x="897296" y="235817"/>
                  </a:lnTo>
                  <a:lnTo>
                    <a:pt x="897296" y="5381"/>
                  </a:lnTo>
                  <a:lnTo>
                    <a:pt x="897296" y="5381"/>
                  </a:lnTo>
                  <a:lnTo>
                    <a:pt x="897296" y="0"/>
                  </a:lnTo>
                  <a:lnTo>
                    <a:pt x="22535" y="0"/>
                  </a:lnTo>
                  <a:lnTo>
                    <a:pt x="22535" y="225958"/>
                  </a:lnTo>
                  <a:lnTo>
                    <a:pt x="600629" y="225958"/>
                  </a:lnTo>
                  <a:lnTo>
                    <a:pt x="0" y="868947"/>
                  </a:lnTo>
                  <a:lnTo>
                    <a:pt x="0" y="1088477"/>
                  </a:lnTo>
                  <a:lnTo>
                    <a:pt x="910333" y="1088477"/>
                  </a:lnTo>
                  <a:lnTo>
                    <a:pt x="910333" y="851469"/>
                  </a:lnTo>
                  <a:lnTo>
                    <a:pt x="326785" y="851469"/>
                  </a:lnTo>
                  <a:close/>
                </a:path>
              </a:pathLst>
            </a:custGeom>
            <a:solidFill>
              <a:schemeClr val="bg1"/>
            </a:solidFill>
            <a:ln w="0" cap="flat">
              <a:noFill/>
              <a:prstDash val="solid"/>
              <a:miter/>
            </a:ln>
          </p:spPr>
          <p:txBody>
            <a:bodyPr rtlCol="0" anchor="ctr"/>
            <a:lstStyle/>
            <a:p>
              <a:endParaRPr lang="de-DE"/>
            </a:p>
          </p:txBody>
        </p:sp>
        <p:sp>
          <p:nvSpPr>
            <p:cNvPr id="13" name="Freihandform: Form 9">
              <a:extLst>
                <a:ext uri="{FF2B5EF4-FFF2-40B4-BE49-F238E27FC236}">
                  <a16:creationId xmlns:a16="http://schemas.microsoft.com/office/drawing/2014/main" id="{7F50DE31-FF8B-006A-E904-FA745BF901F5}"/>
                </a:ext>
              </a:extLst>
            </p:cNvPr>
            <p:cNvSpPr/>
            <p:nvPr/>
          </p:nvSpPr>
          <p:spPr>
            <a:xfrm>
              <a:off x="6099401" y="4169495"/>
              <a:ext cx="1028023" cy="1115344"/>
            </a:xfrm>
            <a:custGeom>
              <a:avLst/>
              <a:gdLst>
                <a:gd name="connsiteX0" fmla="*/ 670832 w 1028023"/>
                <a:gd name="connsiteY0" fmla="*/ 897368 h 1115344"/>
                <a:gd name="connsiteX1" fmla="*/ 328879 w 1028023"/>
                <a:gd name="connsiteY1" fmla="*/ 1115345 h 1115344"/>
                <a:gd name="connsiteX2" fmla="*/ 0 w 1028023"/>
                <a:gd name="connsiteY2" fmla="*/ 836373 h 1115344"/>
                <a:gd name="connsiteX3" fmla="*/ 389874 w 1028023"/>
                <a:gd name="connsiteY3" fmla="*/ 498754 h 1115344"/>
                <a:gd name="connsiteX4" fmla="*/ 668665 w 1028023"/>
                <a:gd name="connsiteY4" fmla="*/ 415984 h 1115344"/>
                <a:gd name="connsiteX5" fmla="*/ 668665 w 1028023"/>
                <a:gd name="connsiteY5" fmla="*/ 392041 h 1115344"/>
                <a:gd name="connsiteX6" fmla="*/ 483515 w 1028023"/>
                <a:gd name="connsiteY6" fmla="*/ 224333 h 1115344"/>
                <a:gd name="connsiteX7" fmla="*/ 235203 w 1028023"/>
                <a:gd name="connsiteY7" fmla="*/ 383338 h 1115344"/>
                <a:gd name="connsiteX8" fmla="*/ 8703 w 1028023"/>
                <a:gd name="connsiteY8" fmla="*/ 261349 h 1115344"/>
                <a:gd name="connsiteX9" fmla="*/ 513994 w 1028023"/>
                <a:gd name="connsiteY9" fmla="*/ 0 h 1115344"/>
                <a:gd name="connsiteX10" fmla="*/ 964863 w 1028023"/>
                <a:gd name="connsiteY10" fmla="*/ 409483 h 1115344"/>
                <a:gd name="connsiteX11" fmla="*/ 964863 w 1028023"/>
                <a:gd name="connsiteY11" fmla="*/ 762342 h 1115344"/>
                <a:gd name="connsiteX12" fmla="*/ 1028024 w 1028023"/>
                <a:gd name="connsiteY12" fmla="*/ 1112528 h 1115344"/>
                <a:gd name="connsiteX13" fmla="*/ 725290 w 1028023"/>
                <a:gd name="connsiteY13" fmla="*/ 1112528 h 1115344"/>
                <a:gd name="connsiteX14" fmla="*/ 670832 w 1028023"/>
                <a:gd name="connsiteY14" fmla="*/ 897404 h 1115344"/>
                <a:gd name="connsiteX15" fmla="*/ 676104 w 1028023"/>
                <a:gd name="connsiteY15" fmla="*/ 711603 h 1115344"/>
                <a:gd name="connsiteX16" fmla="*/ 676104 w 1028023"/>
                <a:gd name="connsiteY16" fmla="*/ 543715 h 1115344"/>
                <a:gd name="connsiteX17" fmla="*/ 676104 w 1028023"/>
                <a:gd name="connsiteY17" fmla="*/ 543715 h 1115344"/>
                <a:gd name="connsiteX18" fmla="*/ 532339 w 1028023"/>
                <a:gd name="connsiteY18" fmla="*/ 605468 h 1115344"/>
                <a:gd name="connsiteX19" fmla="*/ 308006 w 1028023"/>
                <a:gd name="connsiteY19" fmla="*/ 783468 h 1115344"/>
                <a:gd name="connsiteX20" fmla="*/ 440865 w 1028023"/>
                <a:gd name="connsiteY20" fmla="*/ 918494 h 1115344"/>
                <a:gd name="connsiteX21" fmla="*/ 676104 w 1028023"/>
                <a:gd name="connsiteY21" fmla="*/ 711567 h 111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8023" h="1115344">
                  <a:moveTo>
                    <a:pt x="670832" y="897368"/>
                  </a:moveTo>
                  <a:cubicBezTo>
                    <a:pt x="620093" y="1041639"/>
                    <a:pt x="485681" y="1115345"/>
                    <a:pt x="328879" y="1115345"/>
                  </a:cubicBezTo>
                  <a:cubicBezTo>
                    <a:pt x="119786" y="1115345"/>
                    <a:pt x="0" y="1017154"/>
                    <a:pt x="0" y="836373"/>
                  </a:cubicBezTo>
                  <a:cubicBezTo>
                    <a:pt x="0" y="629447"/>
                    <a:pt x="163374" y="544509"/>
                    <a:pt x="389874" y="498754"/>
                  </a:cubicBezTo>
                  <a:cubicBezTo>
                    <a:pt x="577191" y="459536"/>
                    <a:pt x="659962" y="439963"/>
                    <a:pt x="668665" y="415984"/>
                  </a:cubicBezTo>
                  <a:lnTo>
                    <a:pt x="668665" y="392041"/>
                  </a:lnTo>
                  <a:cubicBezTo>
                    <a:pt x="668665" y="287494"/>
                    <a:pt x="616410" y="224333"/>
                    <a:pt x="483515" y="224333"/>
                  </a:cubicBezTo>
                  <a:cubicBezTo>
                    <a:pt x="350619" y="224333"/>
                    <a:pt x="270052" y="302734"/>
                    <a:pt x="235203" y="383338"/>
                  </a:cubicBezTo>
                  <a:lnTo>
                    <a:pt x="8703" y="261349"/>
                  </a:lnTo>
                  <a:cubicBezTo>
                    <a:pt x="87104" y="100177"/>
                    <a:pt x="278791" y="0"/>
                    <a:pt x="513994" y="0"/>
                  </a:cubicBezTo>
                  <a:cubicBezTo>
                    <a:pt x="821098" y="0"/>
                    <a:pt x="964863" y="143729"/>
                    <a:pt x="964863" y="409483"/>
                  </a:cubicBezTo>
                  <a:lnTo>
                    <a:pt x="964863" y="762342"/>
                  </a:lnTo>
                  <a:cubicBezTo>
                    <a:pt x="964863" y="988841"/>
                    <a:pt x="991008" y="1082013"/>
                    <a:pt x="1028024" y="1112528"/>
                  </a:cubicBezTo>
                  <a:lnTo>
                    <a:pt x="725290" y="1112528"/>
                  </a:lnTo>
                  <a:cubicBezTo>
                    <a:pt x="699144" y="1088585"/>
                    <a:pt x="677368" y="1021560"/>
                    <a:pt x="670832" y="897404"/>
                  </a:cubicBezTo>
                  <a:close/>
                  <a:moveTo>
                    <a:pt x="676104" y="711603"/>
                  </a:moveTo>
                  <a:lnTo>
                    <a:pt x="676104" y="543715"/>
                  </a:lnTo>
                  <a:lnTo>
                    <a:pt x="676104" y="543715"/>
                  </a:lnTo>
                  <a:cubicBezTo>
                    <a:pt x="646564" y="571016"/>
                    <a:pt x="610776" y="581525"/>
                    <a:pt x="532339" y="605468"/>
                  </a:cubicBezTo>
                  <a:cubicBezTo>
                    <a:pt x="384241" y="646853"/>
                    <a:pt x="308006" y="685458"/>
                    <a:pt x="308006" y="783468"/>
                  </a:cubicBezTo>
                  <a:cubicBezTo>
                    <a:pt x="308006" y="870608"/>
                    <a:pt x="369001" y="918494"/>
                    <a:pt x="440865" y="918494"/>
                  </a:cubicBezTo>
                  <a:cubicBezTo>
                    <a:pt x="549782" y="918494"/>
                    <a:pt x="654328" y="837926"/>
                    <a:pt x="676104" y="711567"/>
                  </a:cubicBezTo>
                  <a:close/>
                </a:path>
              </a:pathLst>
            </a:custGeom>
            <a:solidFill>
              <a:schemeClr val="bg1"/>
            </a:solidFill>
            <a:ln w="0" cap="flat">
              <a:noFill/>
              <a:prstDash val="solid"/>
              <a:miter/>
            </a:ln>
          </p:spPr>
          <p:txBody>
            <a:bodyPr rtlCol="0" anchor="ctr"/>
            <a:lstStyle/>
            <a:p>
              <a:endParaRPr lang="de-DE"/>
            </a:p>
          </p:txBody>
        </p:sp>
        <p:sp>
          <p:nvSpPr>
            <p:cNvPr id="14" name="Freihandform: Form 11">
              <a:extLst>
                <a:ext uri="{FF2B5EF4-FFF2-40B4-BE49-F238E27FC236}">
                  <a16:creationId xmlns:a16="http://schemas.microsoft.com/office/drawing/2014/main" id="{B9DA3AA6-8787-DF83-A9CD-2F9339325CDF}"/>
                </a:ext>
              </a:extLst>
            </p:cNvPr>
            <p:cNvSpPr/>
            <p:nvPr/>
          </p:nvSpPr>
          <p:spPr>
            <a:xfrm>
              <a:off x="4301487" y="2782401"/>
              <a:ext cx="1066448" cy="1110650"/>
            </a:xfrm>
            <a:custGeom>
              <a:avLst/>
              <a:gdLst>
                <a:gd name="connsiteX0" fmla="*/ 0 w 1066448"/>
                <a:gd name="connsiteY0" fmla="*/ 556390 h 1110650"/>
                <a:gd name="connsiteX1" fmla="*/ 541657 w 1066448"/>
                <a:gd name="connsiteY1" fmla="*/ 0 h 1110650"/>
                <a:gd name="connsiteX2" fmla="*/ 1066448 w 1066448"/>
                <a:gd name="connsiteY2" fmla="*/ 545846 h 1110650"/>
                <a:gd name="connsiteX3" fmla="*/ 526923 w 1066448"/>
                <a:gd name="connsiteY3" fmla="*/ 1110650 h 1110650"/>
                <a:gd name="connsiteX4" fmla="*/ 36 w 1066448"/>
                <a:gd name="connsiteY4" fmla="*/ 556354 h 1110650"/>
                <a:gd name="connsiteX5" fmla="*/ 765051 w 1066448"/>
                <a:gd name="connsiteY5" fmla="*/ 550071 h 1110650"/>
                <a:gd name="connsiteX6" fmla="*/ 537431 w 1066448"/>
                <a:gd name="connsiteY6" fmla="*/ 216569 h 1110650"/>
                <a:gd name="connsiteX7" fmla="*/ 305587 w 1066448"/>
                <a:gd name="connsiteY7" fmla="*/ 547976 h 1110650"/>
                <a:gd name="connsiteX8" fmla="*/ 528981 w 1066448"/>
                <a:gd name="connsiteY8" fmla="*/ 892023 h 1110650"/>
                <a:gd name="connsiteX9" fmla="*/ 765051 w 1066448"/>
                <a:gd name="connsiteY9" fmla="*/ 550071 h 1110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66448" h="1110650">
                  <a:moveTo>
                    <a:pt x="0" y="556390"/>
                  </a:moveTo>
                  <a:cubicBezTo>
                    <a:pt x="0" y="238164"/>
                    <a:pt x="198115" y="0"/>
                    <a:pt x="541657" y="0"/>
                  </a:cubicBezTo>
                  <a:cubicBezTo>
                    <a:pt x="885198" y="0"/>
                    <a:pt x="1066448" y="214980"/>
                    <a:pt x="1066448" y="545846"/>
                  </a:cubicBezTo>
                  <a:cubicBezTo>
                    <a:pt x="1066448" y="876711"/>
                    <a:pt x="868333" y="1110650"/>
                    <a:pt x="526923" y="1110650"/>
                  </a:cubicBezTo>
                  <a:cubicBezTo>
                    <a:pt x="185512" y="1110650"/>
                    <a:pt x="36" y="893576"/>
                    <a:pt x="36" y="556354"/>
                  </a:cubicBezTo>
                  <a:close/>
                  <a:moveTo>
                    <a:pt x="765051" y="550071"/>
                  </a:moveTo>
                  <a:cubicBezTo>
                    <a:pt x="765051" y="335091"/>
                    <a:pt x="689177" y="216569"/>
                    <a:pt x="537431" y="216569"/>
                  </a:cubicBezTo>
                  <a:cubicBezTo>
                    <a:pt x="385685" y="216569"/>
                    <a:pt x="305587" y="335127"/>
                    <a:pt x="305587" y="547976"/>
                  </a:cubicBezTo>
                  <a:cubicBezTo>
                    <a:pt x="305587" y="760825"/>
                    <a:pt x="379329" y="892023"/>
                    <a:pt x="528981" y="892023"/>
                  </a:cubicBezTo>
                  <a:cubicBezTo>
                    <a:pt x="678633" y="892023"/>
                    <a:pt x="765051" y="769276"/>
                    <a:pt x="765051" y="550071"/>
                  </a:cubicBezTo>
                  <a:close/>
                </a:path>
              </a:pathLst>
            </a:custGeom>
            <a:solidFill>
              <a:schemeClr val="bg1"/>
            </a:solidFill>
            <a:ln w="0" cap="flat">
              <a:noFill/>
              <a:prstDash val="solid"/>
              <a:miter/>
            </a:ln>
          </p:spPr>
          <p:txBody>
            <a:bodyPr rtlCol="0" anchor="ctr"/>
            <a:lstStyle/>
            <a:p>
              <a:endParaRPr lang="de-DE"/>
            </a:p>
          </p:txBody>
        </p:sp>
        <p:sp>
          <p:nvSpPr>
            <p:cNvPr id="15" name="Freihandform: Form 12">
              <a:extLst>
                <a:ext uri="{FF2B5EF4-FFF2-40B4-BE49-F238E27FC236}">
                  <a16:creationId xmlns:a16="http://schemas.microsoft.com/office/drawing/2014/main" id="{9D5B26A0-988D-ADD7-264F-4F69CAA40C47}"/>
                </a:ext>
              </a:extLst>
            </p:cNvPr>
            <p:cNvSpPr/>
            <p:nvPr/>
          </p:nvSpPr>
          <p:spPr>
            <a:xfrm>
              <a:off x="6410838" y="2808294"/>
              <a:ext cx="1066231" cy="1086021"/>
            </a:xfrm>
            <a:custGeom>
              <a:avLst/>
              <a:gdLst>
                <a:gd name="connsiteX0" fmla="*/ 0 w 1066231"/>
                <a:gd name="connsiteY0" fmla="*/ 1228 h 1086021"/>
                <a:gd name="connsiteX1" fmla="*/ 283955 w 1066231"/>
                <a:gd name="connsiteY1" fmla="*/ 1228 h 1086021"/>
                <a:gd name="connsiteX2" fmla="*/ 526381 w 1066231"/>
                <a:gd name="connsiteY2" fmla="*/ 790691 h 1086021"/>
                <a:gd name="connsiteX3" fmla="*/ 539381 w 1066231"/>
                <a:gd name="connsiteY3" fmla="*/ 790691 h 1086021"/>
                <a:gd name="connsiteX4" fmla="*/ 777545 w 1066231"/>
                <a:gd name="connsiteY4" fmla="*/ 0 h 1086021"/>
                <a:gd name="connsiteX5" fmla="*/ 1066232 w 1066231"/>
                <a:gd name="connsiteY5" fmla="*/ 0 h 1086021"/>
                <a:gd name="connsiteX6" fmla="*/ 675346 w 1066231"/>
                <a:gd name="connsiteY6" fmla="*/ 1086021 h 1086021"/>
                <a:gd name="connsiteX7" fmla="*/ 394821 w 1066231"/>
                <a:gd name="connsiteY7" fmla="*/ 1084866 h 1086021"/>
                <a:gd name="connsiteX8" fmla="*/ 0 w 1066231"/>
                <a:gd name="connsiteY8" fmla="*/ 1228 h 1086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6231" h="1086021">
                  <a:moveTo>
                    <a:pt x="0" y="1228"/>
                  </a:moveTo>
                  <a:lnTo>
                    <a:pt x="283955" y="1228"/>
                  </a:lnTo>
                  <a:lnTo>
                    <a:pt x="526381" y="790691"/>
                  </a:lnTo>
                  <a:lnTo>
                    <a:pt x="539381" y="790691"/>
                  </a:lnTo>
                  <a:lnTo>
                    <a:pt x="777545" y="0"/>
                  </a:lnTo>
                  <a:lnTo>
                    <a:pt x="1066232" y="0"/>
                  </a:lnTo>
                  <a:lnTo>
                    <a:pt x="675346" y="1086021"/>
                  </a:lnTo>
                  <a:lnTo>
                    <a:pt x="394821" y="1084866"/>
                  </a:lnTo>
                  <a:lnTo>
                    <a:pt x="0" y="1228"/>
                  </a:lnTo>
                  <a:close/>
                </a:path>
              </a:pathLst>
            </a:custGeom>
            <a:solidFill>
              <a:schemeClr val="bg1"/>
            </a:solidFill>
            <a:ln w="0" cap="flat">
              <a:noFill/>
              <a:prstDash val="solid"/>
              <a:miter/>
            </a:ln>
          </p:spPr>
          <p:txBody>
            <a:bodyPr rtlCol="0" anchor="ctr"/>
            <a:lstStyle/>
            <a:p>
              <a:endParaRPr lang="de-DE"/>
            </a:p>
          </p:txBody>
        </p:sp>
        <p:sp>
          <p:nvSpPr>
            <p:cNvPr id="16" name="Freihandform: Form 13">
              <a:extLst>
                <a:ext uri="{FF2B5EF4-FFF2-40B4-BE49-F238E27FC236}">
                  <a16:creationId xmlns:a16="http://schemas.microsoft.com/office/drawing/2014/main" id="{9087F793-6FDA-9216-562F-CAFC24DC20B6}"/>
                </a:ext>
              </a:extLst>
            </p:cNvPr>
            <p:cNvSpPr/>
            <p:nvPr/>
          </p:nvSpPr>
          <p:spPr>
            <a:xfrm>
              <a:off x="3393430" y="2257682"/>
              <a:ext cx="851865" cy="1636633"/>
            </a:xfrm>
            <a:custGeom>
              <a:avLst/>
              <a:gdLst>
                <a:gd name="connsiteX0" fmla="*/ 561374 w 851865"/>
                <a:gd name="connsiteY0" fmla="*/ 396700 h 1636633"/>
                <a:gd name="connsiteX1" fmla="*/ 717454 w 851865"/>
                <a:gd name="connsiteY1" fmla="*/ 227619 h 1636633"/>
                <a:gd name="connsiteX2" fmla="*/ 851866 w 851865"/>
                <a:gd name="connsiteY2" fmla="*/ 247120 h 1636633"/>
                <a:gd name="connsiteX3" fmla="*/ 851866 w 851865"/>
                <a:gd name="connsiteY3" fmla="*/ 26001 h 1636633"/>
                <a:gd name="connsiteX4" fmla="*/ 648117 w 851865"/>
                <a:gd name="connsiteY4" fmla="*/ 0 h 1636633"/>
                <a:gd name="connsiteX5" fmla="*/ 277419 w 851865"/>
                <a:gd name="connsiteY5" fmla="*/ 381496 h 1636633"/>
                <a:gd name="connsiteX6" fmla="*/ 277419 w 851865"/>
                <a:gd name="connsiteY6" fmla="*/ 550576 h 1636633"/>
                <a:gd name="connsiteX7" fmla="*/ 85226 w 851865"/>
                <a:gd name="connsiteY7" fmla="*/ 550576 h 1636633"/>
                <a:gd name="connsiteX8" fmla="*/ 0 w 851865"/>
                <a:gd name="connsiteY8" fmla="*/ 784696 h 1636633"/>
                <a:gd name="connsiteX9" fmla="*/ 277419 w 851865"/>
                <a:gd name="connsiteY9" fmla="*/ 784696 h 1636633"/>
                <a:gd name="connsiteX10" fmla="*/ 277419 w 851865"/>
                <a:gd name="connsiteY10" fmla="*/ 1636634 h 1636633"/>
                <a:gd name="connsiteX11" fmla="*/ 561410 w 851865"/>
                <a:gd name="connsiteY11" fmla="*/ 1636634 h 1636633"/>
                <a:gd name="connsiteX12" fmla="*/ 561410 w 851865"/>
                <a:gd name="connsiteY12" fmla="*/ 767831 h 1636633"/>
                <a:gd name="connsiteX13" fmla="*/ 552743 w 851865"/>
                <a:gd name="connsiteY13" fmla="*/ 784732 h 1636633"/>
                <a:gd name="connsiteX14" fmla="*/ 822650 w 851865"/>
                <a:gd name="connsiteY14" fmla="*/ 784732 h 1636633"/>
                <a:gd name="connsiteX15" fmla="*/ 822650 w 851865"/>
                <a:gd name="connsiteY15" fmla="*/ 550612 h 1636633"/>
                <a:gd name="connsiteX16" fmla="*/ 552743 w 851865"/>
                <a:gd name="connsiteY16" fmla="*/ 550612 h 1636633"/>
                <a:gd name="connsiteX17" fmla="*/ 561410 w 851865"/>
                <a:gd name="connsiteY17" fmla="*/ 585281 h 1636633"/>
                <a:gd name="connsiteX18" fmla="*/ 561410 w 851865"/>
                <a:gd name="connsiteY18" fmla="*/ 396700 h 1636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51865" h="1636633">
                  <a:moveTo>
                    <a:pt x="561374" y="396700"/>
                  </a:moveTo>
                  <a:cubicBezTo>
                    <a:pt x="561374" y="273157"/>
                    <a:pt x="602543" y="227619"/>
                    <a:pt x="717454" y="227619"/>
                  </a:cubicBezTo>
                  <a:cubicBezTo>
                    <a:pt x="769492" y="227619"/>
                    <a:pt x="814995" y="236286"/>
                    <a:pt x="851866" y="247120"/>
                  </a:cubicBezTo>
                  <a:lnTo>
                    <a:pt x="851866" y="26001"/>
                  </a:lnTo>
                  <a:cubicBezTo>
                    <a:pt x="810697" y="15167"/>
                    <a:pt x="758658" y="0"/>
                    <a:pt x="648117" y="0"/>
                  </a:cubicBezTo>
                  <a:cubicBezTo>
                    <a:pt x="403164" y="0"/>
                    <a:pt x="277419" y="145246"/>
                    <a:pt x="277419" y="381496"/>
                  </a:cubicBezTo>
                  <a:lnTo>
                    <a:pt x="277419" y="550576"/>
                  </a:lnTo>
                  <a:lnTo>
                    <a:pt x="85226" y="550576"/>
                  </a:lnTo>
                  <a:lnTo>
                    <a:pt x="0" y="784696"/>
                  </a:lnTo>
                  <a:lnTo>
                    <a:pt x="277419" y="784696"/>
                  </a:lnTo>
                  <a:lnTo>
                    <a:pt x="277419" y="1636634"/>
                  </a:lnTo>
                  <a:lnTo>
                    <a:pt x="561410" y="1636634"/>
                  </a:lnTo>
                  <a:lnTo>
                    <a:pt x="561410" y="767831"/>
                  </a:lnTo>
                  <a:lnTo>
                    <a:pt x="552743" y="784732"/>
                  </a:lnTo>
                  <a:lnTo>
                    <a:pt x="822650" y="784732"/>
                  </a:lnTo>
                  <a:lnTo>
                    <a:pt x="822650" y="550612"/>
                  </a:lnTo>
                  <a:lnTo>
                    <a:pt x="552743" y="550612"/>
                  </a:lnTo>
                  <a:lnTo>
                    <a:pt x="561410" y="585281"/>
                  </a:lnTo>
                  <a:lnTo>
                    <a:pt x="561410" y="396700"/>
                  </a:lnTo>
                  <a:close/>
                </a:path>
              </a:pathLst>
            </a:custGeom>
            <a:solidFill>
              <a:schemeClr val="bg1"/>
            </a:solidFill>
            <a:ln w="0" cap="flat">
              <a:noFill/>
              <a:prstDash val="solid"/>
              <a:miter/>
            </a:ln>
          </p:spPr>
          <p:txBody>
            <a:bodyPr rtlCol="0" anchor="ctr"/>
            <a:lstStyle/>
            <a:p>
              <a:endParaRPr lang="de-DE"/>
            </a:p>
          </p:txBody>
        </p:sp>
        <p:sp>
          <p:nvSpPr>
            <p:cNvPr id="17" name="Freihandform: Form 14">
              <a:extLst>
                <a:ext uri="{FF2B5EF4-FFF2-40B4-BE49-F238E27FC236}">
                  <a16:creationId xmlns:a16="http://schemas.microsoft.com/office/drawing/2014/main" id="{CA1A4E37-00E5-A4AB-295B-0F1B1CABAA38}"/>
                </a:ext>
              </a:extLst>
            </p:cNvPr>
            <p:cNvSpPr/>
            <p:nvPr/>
          </p:nvSpPr>
          <p:spPr>
            <a:xfrm>
              <a:off x="5437019" y="2809522"/>
              <a:ext cx="840273" cy="1083529"/>
            </a:xfrm>
            <a:custGeom>
              <a:avLst/>
              <a:gdLst>
                <a:gd name="connsiteX0" fmla="*/ 826190 w 840273"/>
                <a:gd name="connsiteY0" fmla="*/ 2492 h 1083529"/>
                <a:gd name="connsiteX1" fmla="*/ 462100 w 840273"/>
                <a:gd name="connsiteY1" fmla="*/ 341700 h 1083529"/>
                <a:gd name="connsiteX2" fmla="*/ 453108 w 840273"/>
                <a:gd name="connsiteY2" fmla="*/ 341772 h 1083529"/>
                <a:gd name="connsiteX3" fmla="*/ 464158 w 840273"/>
                <a:gd name="connsiteY3" fmla="*/ 154780 h 1083529"/>
                <a:gd name="connsiteX4" fmla="*/ 463870 w 840273"/>
                <a:gd name="connsiteY4" fmla="*/ 0 h 1083529"/>
                <a:gd name="connsiteX5" fmla="*/ 82410 w 840273"/>
                <a:gd name="connsiteY5" fmla="*/ 0 h 1083529"/>
                <a:gd name="connsiteX6" fmla="*/ 0 w 840273"/>
                <a:gd name="connsiteY6" fmla="*/ 224875 h 1083529"/>
                <a:gd name="connsiteX7" fmla="*/ 212849 w 840273"/>
                <a:gd name="connsiteY7" fmla="*/ 224875 h 1083529"/>
                <a:gd name="connsiteX8" fmla="*/ 212849 w 840273"/>
                <a:gd name="connsiteY8" fmla="*/ 1083530 h 1083529"/>
                <a:gd name="connsiteX9" fmla="*/ 488535 w 840273"/>
                <a:gd name="connsiteY9" fmla="*/ 1083530 h 1083529"/>
                <a:gd name="connsiteX10" fmla="*/ 488535 w 840273"/>
                <a:gd name="connsiteY10" fmla="*/ 684266 h 1083529"/>
                <a:gd name="connsiteX11" fmla="*/ 760970 w 840273"/>
                <a:gd name="connsiteY11" fmla="*/ 332708 h 1083529"/>
                <a:gd name="connsiteX12" fmla="*/ 840274 w 840273"/>
                <a:gd name="connsiteY12" fmla="*/ 332708 h 1083529"/>
                <a:gd name="connsiteX13" fmla="*/ 840274 w 840273"/>
                <a:gd name="connsiteY13" fmla="*/ 2456 h 1083529"/>
                <a:gd name="connsiteX14" fmla="*/ 826153 w 840273"/>
                <a:gd name="connsiteY14" fmla="*/ 2456 h 10835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0273" h="1083529">
                  <a:moveTo>
                    <a:pt x="826190" y="2492"/>
                  </a:moveTo>
                  <a:cubicBezTo>
                    <a:pt x="640786" y="2492"/>
                    <a:pt x="490918" y="119786"/>
                    <a:pt x="462100" y="341700"/>
                  </a:cubicBezTo>
                  <a:lnTo>
                    <a:pt x="453108" y="341772"/>
                  </a:lnTo>
                  <a:lnTo>
                    <a:pt x="464158" y="154780"/>
                  </a:lnTo>
                  <a:lnTo>
                    <a:pt x="463870" y="0"/>
                  </a:lnTo>
                  <a:lnTo>
                    <a:pt x="82410" y="0"/>
                  </a:lnTo>
                  <a:lnTo>
                    <a:pt x="0" y="224875"/>
                  </a:lnTo>
                  <a:lnTo>
                    <a:pt x="212849" y="224875"/>
                  </a:lnTo>
                  <a:lnTo>
                    <a:pt x="212849" y="1083530"/>
                  </a:lnTo>
                  <a:lnTo>
                    <a:pt x="488535" y="1083530"/>
                  </a:lnTo>
                  <a:lnTo>
                    <a:pt x="488535" y="684266"/>
                  </a:lnTo>
                  <a:cubicBezTo>
                    <a:pt x="488535" y="440432"/>
                    <a:pt x="517894" y="332708"/>
                    <a:pt x="760970" y="332708"/>
                  </a:cubicBezTo>
                  <a:lnTo>
                    <a:pt x="840274" y="332708"/>
                  </a:lnTo>
                  <a:lnTo>
                    <a:pt x="840274" y="2456"/>
                  </a:lnTo>
                  <a:lnTo>
                    <a:pt x="826153" y="2456"/>
                  </a:lnTo>
                  <a:close/>
                </a:path>
              </a:pathLst>
            </a:custGeom>
            <a:solidFill>
              <a:schemeClr val="bg1"/>
            </a:solidFill>
            <a:ln w="0" cap="flat">
              <a:noFill/>
              <a:prstDash val="solid"/>
              <a:miter/>
            </a:ln>
          </p:spPr>
          <p:txBody>
            <a:bodyPr rtlCol="0" anchor="ctr"/>
            <a:lstStyle/>
            <a:p>
              <a:endParaRPr lang="de-DE"/>
            </a:p>
          </p:txBody>
        </p:sp>
        <p:sp>
          <p:nvSpPr>
            <p:cNvPr id="18" name="Freihandform: Form 15">
              <a:extLst>
                <a:ext uri="{FF2B5EF4-FFF2-40B4-BE49-F238E27FC236}">
                  <a16:creationId xmlns:a16="http://schemas.microsoft.com/office/drawing/2014/main" id="{671143A7-E075-AF6C-DC5D-F6F0B9323E48}"/>
                </a:ext>
              </a:extLst>
            </p:cNvPr>
            <p:cNvSpPr/>
            <p:nvPr/>
          </p:nvSpPr>
          <p:spPr>
            <a:xfrm>
              <a:off x="7188817" y="4190765"/>
              <a:ext cx="848471" cy="1094074"/>
            </a:xfrm>
            <a:custGeom>
              <a:avLst/>
              <a:gdLst>
                <a:gd name="connsiteX0" fmla="*/ 834171 w 848471"/>
                <a:gd name="connsiteY0" fmla="*/ 2528 h 1094074"/>
                <a:gd name="connsiteX1" fmla="*/ 466542 w 848471"/>
                <a:gd name="connsiteY1" fmla="*/ 345022 h 1094074"/>
                <a:gd name="connsiteX2" fmla="*/ 457478 w 848471"/>
                <a:gd name="connsiteY2" fmla="*/ 345094 h 1094074"/>
                <a:gd name="connsiteX3" fmla="*/ 468636 w 848471"/>
                <a:gd name="connsiteY3" fmla="*/ 156296 h 1094074"/>
                <a:gd name="connsiteX4" fmla="*/ 468348 w 848471"/>
                <a:gd name="connsiteY4" fmla="*/ 0 h 1094074"/>
                <a:gd name="connsiteX5" fmla="*/ 83204 w 848471"/>
                <a:gd name="connsiteY5" fmla="*/ 0 h 1094074"/>
                <a:gd name="connsiteX6" fmla="*/ 0 w 848471"/>
                <a:gd name="connsiteY6" fmla="*/ 227078 h 1094074"/>
                <a:gd name="connsiteX7" fmla="*/ 214944 w 848471"/>
                <a:gd name="connsiteY7" fmla="*/ 227078 h 1094074"/>
                <a:gd name="connsiteX8" fmla="*/ 214944 w 848471"/>
                <a:gd name="connsiteY8" fmla="*/ 1094075 h 1094074"/>
                <a:gd name="connsiteX9" fmla="*/ 493302 w 848471"/>
                <a:gd name="connsiteY9" fmla="*/ 1094075 h 1094074"/>
                <a:gd name="connsiteX10" fmla="*/ 493302 w 848471"/>
                <a:gd name="connsiteY10" fmla="*/ 690911 h 1094074"/>
                <a:gd name="connsiteX11" fmla="*/ 768409 w 848471"/>
                <a:gd name="connsiteY11" fmla="*/ 335958 h 1094074"/>
                <a:gd name="connsiteX12" fmla="*/ 848471 w 848471"/>
                <a:gd name="connsiteY12" fmla="*/ 335958 h 1094074"/>
                <a:gd name="connsiteX13" fmla="*/ 848471 w 848471"/>
                <a:gd name="connsiteY13" fmla="*/ 2528 h 1094074"/>
                <a:gd name="connsiteX14" fmla="*/ 834207 w 848471"/>
                <a:gd name="connsiteY14" fmla="*/ 2528 h 1094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48471" h="1094074">
                  <a:moveTo>
                    <a:pt x="834171" y="2528"/>
                  </a:moveTo>
                  <a:cubicBezTo>
                    <a:pt x="646962" y="2528"/>
                    <a:pt x="495649" y="120942"/>
                    <a:pt x="466542" y="345022"/>
                  </a:cubicBezTo>
                  <a:lnTo>
                    <a:pt x="457478" y="345094"/>
                  </a:lnTo>
                  <a:lnTo>
                    <a:pt x="468636" y="156296"/>
                  </a:lnTo>
                  <a:lnTo>
                    <a:pt x="468348" y="0"/>
                  </a:lnTo>
                  <a:lnTo>
                    <a:pt x="83204" y="0"/>
                  </a:lnTo>
                  <a:lnTo>
                    <a:pt x="0" y="227078"/>
                  </a:lnTo>
                  <a:lnTo>
                    <a:pt x="214944" y="227078"/>
                  </a:lnTo>
                  <a:lnTo>
                    <a:pt x="214944" y="1094075"/>
                  </a:lnTo>
                  <a:lnTo>
                    <a:pt x="493302" y="1094075"/>
                  </a:lnTo>
                  <a:lnTo>
                    <a:pt x="493302" y="690911"/>
                  </a:lnTo>
                  <a:cubicBezTo>
                    <a:pt x="493302" y="444730"/>
                    <a:pt x="522950" y="335958"/>
                    <a:pt x="768409" y="335958"/>
                  </a:cubicBezTo>
                  <a:lnTo>
                    <a:pt x="848471" y="335958"/>
                  </a:lnTo>
                  <a:lnTo>
                    <a:pt x="848471" y="2528"/>
                  </a:lnTo>
                  <a:lnTo>
                    <a:pt x="834207" y="2528"/>
                  </a:lnTo>
                  <a:close/>
                </a:path>
              </a:pathLst>
            </a:custGeom>
            <a:solidFill>
              <a:schemeClr val="bg1"/>
            </a:solidFill>
            <a:ln w="0" cap="flat">
              <a:noFill/>
              <a:prstDash val="solid"/>
              <a:miter/>
            </a:ln>
          </p:spPr>
          <p:txBody>
            <a:bodyPr rtlCol="0" anchor="ctr"/>
            <a:lstStyle/>
            <a:p>
              <a:endParaRPr lang="de-DE"/>
            </a:p>
          </p:txBody>
        </p:sp>
        <p:sp>
          <p:nvSpPr>
            <p:cNvPr id="19" name="Freihandform: Form 16">
              <a:extLst>
                <a:ext uri="{FF2B5EF4-FFF2-40B4-BE49-F238E27FC236}">
                  <a16:creationId xmlns:a16="http://schemas.microsoft.com/office/drawing/2014/main" id="{1701761A-D466-6836-3FE0-86BEBC1A08DF}"/>
                </a:ext>
              </a:extLst>
            </p:cNvPr>
            <p:cNvSpPr/>
            <p:nvPr/>
          </p:nvSpPr>
          <p:spPr>
            <a:xfrm>
              <a:off x="7359955" y="2808294"/>
              <a:ext cx="682026" cy="1086021"/>
            </a:xfrm>
            <a:custGeom>
              <a:avLst/>
              <a:gdLst>
                <a:gd name="connsiteX0" fmla="*/ 0 w 682026"/>
                <a:gd name="connsiteY0" fmla="*/ 1086021 h 1086021"/>
                <a:gd name="connsiteX1" fmla="*/ 286772 w 682026"/>
                <a:gd name="connsiteY1" fmla="*/ 1086021 h 1086021"/>
                <a:gd name="connsiteX2" fmla="*/ 682027 w 682026"/>
                <a:gd name="connsiteY2" fmla="*/ 0 h 1086021"/>
                <a:gd name="connsiteX3" fmla="*/ 395291 w 682026"/>
                <a:gd name="connsiteY3" fmla="*/ 0 h 1086021"/>
                <a:gd name="connsiteX4" fmla="*/ 0 w 682026"/>
                <a:gd name="connsiteY4" fmla="*/ 1086021 h 10860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2026" h="1086021">
                  <a:moveTo>
                    <a:pt x="0" y="1086021"/>
                  </a:moveTo>
                  <a:lnTo>
                    <a:pt x="286772" y="1086021"/>
                  </a:lnTo>
                  <a:lnTo>
                    <a:pt x="682027" y="0"/>
                  </a:lnTo>
                  <a:lnTo>
                    <a:pt x="395291" y="0"/>
                  </a:lnTo>
                  <a:lnTo>
                    <a:pt x="0" y="1086021"/>
                  </a:lnTo>
                  <a:close/>
                </a:path>
              </a:pathLst>
            </a:custGeom>
            <a:solidFill>
              <a:schemeClr val="bg1"/>
            </a:solidFill>
            <a:ln w="0" cap="flat">
              <a:noFill/>
              <a:prstDash val="solid"/>
              <a:miter/>
            </a:ln>
          </p:spPr>
          <p:txBody>
            <a:bodyPr rtlCol="0" anchor="ctr"/>
            <a:lstStyle/>
            <a:p>
              <a:endParaRPr lang="de-DE"/>
            </a:p>
          </p:txBody>
        </p:sp>
        <p:sp>
          <p:nvSpPr>
            <p:cNvPr id="20" name="Freihandform: Form 17">
              <a:extLst>
                <a:ext uri="{FF2B5EF4-FFF2-40B4-BE49-F238E27FC236}">
                  <a16:creationId xmlns:a16="http://schemas.microsoft.com/office/drawing/2014/main" id="{3D5720FA-7265-0A9E-2775-EAA29B79B711}"/>
                </a:ext>
              </a:extLst>
            </p:cNvPr>
            <p:cNvSpPr/>
            <p:nvPr/>
          </p:nvSpPr>
          <p:spPr>
            <a:xfrm>
              <a:off x="3838015" y="4167870"/>
              <a:ext cx="1029649" cy="1116969"/>
            </a:xfrm>
            <a:custGeom>
              <a:avLst/>
              <a:gdLst>
                <a:gd name="connsiteX0" fmla="*/ 671879 w 1029649"/>
                <a:gd name="connsiteY0" fmla="*/ 898668 h 1116969"/>
                <a:gd name="connsiteX1" fmla="*/ 329385 w 1029649"/>
                <a:gd name="connsiteY1" fmla="*/ 1116970 h 1116969"/>
                <a:gd name="connsiteX2" fmla="*/ 0 w 1029649"/>
                <a:gd name="connsiteY2" fmla="*/ 837601 h 1116969"/>
                <a:gd name="connsiteX3" fmla="*/ 390452 w 1029649"/>
                <a:gd name="connsiteY3" fmla="*/ 499477 h 1116969"/>
                <a:gd name="connsiteX4" fmla="*/ 669676 w 1029649"/>
                <a:gd name="connsiteY4" fmla="*/ 416598 h 1116969"/>
                <a:gd name="connsiteX5" fmla="*/ 669676 w 1029649"/>
                <a:gd name="connsiteY5" fmla="*/ 392619 h 1116969"/>
                <a:gd name="connsiteX6" fmla="*/ 484273 w 1029649"/>
                <a:gd name="connsiteY6" fmla="*/ 224658 h 1116969"/>
                <a:gd name="connsiteX7" fmla="*/ 235600 w 1029649"/>
                <a:gd name="connsiteY7" fmla="*/ 383916 h 1116969"/>
                <a:gd name="connsiteX8" fmla="*/ 8739 w 1029649"/>
                <a:gd name="connsiteY8" fmla="*/ 261746 h 1116969"/>
                <a:gd name="connsiteX9" fmla="*/ 514825 w 1029649"/>
                <a:gd name="connsiteY9" fmla="*/ 0 h 1116969"/>
                <a:gd name="connsiteX10" fmla="*/ 966379 w 1029649"/>
                <a:gd name="connsiteY10" fmla="*/ 410097 h 1116969"/>
                <a:gd name="connsiteX11" fmla="*/ 966379 w 1029649"/>
                <a:gd name="connsiteY11" fmla="*/ 763498 h 1116969"/>
                <a:gd name="connsiteX12" fmla="*/ 1029649 w 1029649"/>
                <a:gd name="connsiteY12" fmla="*/ 1114189 h 1116969"/>
                <a:gd name="connsiteX13" fmla="*/ 726446 w 1029649"/>
                <a:gd name="connsiteY13" fmla="*/ 1114189 h 1116969"/>
                <a:gd name="connsiteX14" fmla="*/ 671915 w 1029649"/>
                <a:gd name="connsiteY14" fmla="*/ 898740 h 1116969"/>
                <a:gd name="connsiteX15" fmla="*/ 677152 w 1029649"/>
                <a:gd name="connsiteY15" fmla="*/ 712615 h 1116969"/>
                <a:gd name="connsiteX16" fmla="*/ 677152 w 1029649"/>
                <a:gd name="connsiteY16" fmla="*/ 544473 h 1116969"/>
                <a:gd name="connsiteX17" fmla="*/ 677152 w 1029649"/>
                <a:gd name="connsiteY17" fmla="*/ 544473 h 1116969"/>
                <a:gd name="connsiteX18" fmla="*/ 533170 w 1029649"/>
                <a:gd name="connsiteY18" fmla="*/ 606334 h 1116969"/>
                <a:gd name="connsiteX19" fmla="*/ 308476 w 1029649"/>
                <a:gd name="connsiteY19" fmla="*/ 784588 h 1116969"/>
                <a:gd name="connsiteX20" fmla="*/ 441552 w 1029649"/>
                <a:gd name="connsiteY20" fmla="*/ 919830 h 1116969"/>
                <a:gd name="connsiteX21" fmla="*/ 677152 w 1029649"/>
                <a:gd name="connsiteY21" fmla="*/ 712615 h 11169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29649" h="1116969">
                  <a:moveTo>
                    <a:pt x="671879" y="898668"/>
                  </a:moveTo>
                  <a:cubicBezTo>
                    <a:pt x="621068" y="1043155"/>
                    <a:pt x="486476" y="1116970"/>
                    <a:pt x="329385" y="1116970"/>
                  </a:cubicBezTo>
                  <a:cubicBezTo>
                    <a:pt x="119967" y="1116970"/>
                    <a:pt x="0" y="1018635"/>
                    <a:pt x="0" y="837601"/>
                  </a:cubicBezTo>
                  <a:cubicBezTo>
                    <a:pt x="0" y="630350"/>
                    <a:pt x="163591" y="545304"/>
                    <a:pt x="390452" y="499477"/>
                  </a:cubicBezTo>
                  <a:cubicBezTo>
                    <a:pt x="578058" y="460222"/>
                    <a:pt x="660937" y="440577"/>
                    <a:pt x="669676" y="416598"/>
                  </a:cubicBezTo>
                  <a:lnTo>
                    <a:pt x="669676" y="392619"/>
                  </a:lnTo>
                  <a:cubicBezTo>
                    <a:pt x="669676" y="287928"/>
                    <a:pt x="617313" y="224658"/>
                    <a:pt x="484273" y="224658"/>
                  </a:cubicBezTo>
                  <a:cubicBezTo>
                    <a:pt x="351233" y="224658"/>
                    <a:pt x="270485" y="303167"/>
                    <a:pt x="235600" y="383916"/>
                  </a:cubicBezTo>
                  <a:lnTo>
                    <a:pt x="8739" y="261746"/>
                  </a:lnTo>
                  <a:cubicBezTo>
                    <a:pt x="87285" y="100321"/>
                    <a:pt x="279224" y="0"/>
                    <a:pt x="514825" y="0"/>
                  </a:cubicBezTo>
                  <a:cubicBezTo>
                    <a:pt x="822398" y="0"/>
                    <a:pt x="966379" y="143982"/>
                    <a:pt x="966379" y="410097"/>
                  </a:cubicBezTo>
                  <a:lnTo>
                    <a:pt x="966379" y="763498"/>
                  </a:lnTo>
                  <a:cubicBezTo>
                    <a:pt x="966379" y="990358"/>
                    <a:pt x="992561" y="1083674"/>
                    <a:pt x="1029649" y="1114189"/>
                  </a:cubicBezTo>
                  <a:lnTo>
                    <a:pt x="726446" y="1114189"/>
                  </a:lnTo>
                  <a:cubicBezTo>
                    <a:pt x="700264" y="1090210"/>
                    <a:pt x="678452" y="1023077"/>
                    <a:pt x="671915" y="898740"/>
                  </a:cubicBezTo>
                  <a:close/>
                  <a:moveTo>
                    <a:pt x="677152" y="712615"/>
                  </a:moveTo>
                  <a:lnTo>
                    <a:pt x="677152" y="544473"/>
                  </a:lnTo>
                  <a:lnTo>
                    <a:pt x="677152" y="544473"/>
                  </a:lnTo>
                  <a:cubicBezTo>
                    <a:pt x="647575" y="571811"/>
                    <a:pt x="611715" y="582356"/>
                    <a:pt x="533170" y="606334"/>
                  </a:cubicBezTo>
                  <a:cubicBezTo>
                    <a:pt x="384855" y="647792"/>
                    <a:pt x="308476" y="686433"/>
                    <a:pt x="308476" y="784588"/>
                  </a:cubicBezTo>
                  <a:cubicBezTo>
                    <a:pt x="308476" y="871836"/>
                    <a:pt x="369543" y="919830"/>
                    <a:pt x="441552" y="919830"/>
                  </a:cubicBezTo>
                  <a:cubicBezTo>
                    <a:pt x="550612" y="919830"/>
                    <a:pt x="655340" y="839118"/>
                    <a:pt x="677152" y="712615"/>
                  </a:cubicBezTo>
                  <a:close/>
                </a:path>
              </a:pathLst>
            </a:custGeom>
            <a:solidFill>
              <a:schemeClr val="bg1"/>
            </a:solidFill>
            <a:ln w="0" cap="flat">
              <a:noFill/>
              <a:prstDash val="solid"/>
              <a:miter/>
            </a:ln>
          </p:spPr>
          <p:txBody>
            <a:bodyPr rtlCol="0" anchor="ctr"/>
            <a:lstStyle/>
            <a:p>
              <a:endParaRPr lang="de-DE"/>
            </a:p>
          </p:txBody>
        </p:sp>
        <p:sp>
          <p:nvSpPr>
            <p:cNvPr id="21" name="Freihandform: Form 18">
              <a:extLst>
                <a:ext uri="{FF2B5EF4-FFF2-40B4-BE49-F238E27FC236}">
                  <a16:creationId xmlns:a16="http://schemas.microsoft.com/office/drawing/2014/main" id="{BBDE3CED-D985-A5AF-3BB8-5EA739C8381A}"/>
                </a:ext>
              </a:extLst>
            </p:cNvPr>
            <p:cNvSpPr/>
            <p:nvPr/>
          </p:nvSpPr>
          <p:spPr>
            <a:xfrm>
              <a:off x="8099474" y="4191379"/>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7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6"/>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7"/>
                    <a:pt x="438410" y="1100177"/>
                  </a:cubicBezTo>
                  <a:cubicBezTo>
                    <a:pt x="257159" y="1100177"/>
                    <a:pt x="84323" y="1028530"/>
                    <a:pt x="0" y="889423"/>
                  </a:cubicBezTo>
                  <a:close/>
                </a:path>
              </a:pathLst>
            </a:custGeom>
            <a:solidFill>
              <a:schemeClr val="bg1"/>
            </a:solidFill>
            <a:ln w="0" cap="flat">
              <a:noFill/>
              <a:prstDash val="solid"/>
              <a:miter/>
            </a:ln>
          </p:spPr>
          <p:txBody>
            <a:bodyPr rtlCol="0" anchor="ctr"/>
            <a:lstStyle/>
            <a:p>
              <a:endParaRPr lang="de-DE"/>
            </a:p>
          </p:txBody>
        </p:sp>
        <p:sp>
          <p:nvSpPr>
            <p:cNvPr id="22" name="Freihandform: Form 19">
              <a:extLst>
                <a:ext uri="{FF2B5EF4-FFF2-40B4-BE49-F238E27FC236}">
                  <a16:creationId xmlns:a16="http://schemas.microsoft.com/office/drawing/2014/main" id="{F949835D-3EFE-A7B4-098A-0AC2790E7CD3}"/>
                </a:ext>
              </a:extLst>
            </p:cNvPr>
            <p:cNvSpPr/>
            <p:nvPr/>
          </p:nvSpPr>
          <p:spPr>
            <a:xfrm>
              <a:off x="8099474" y="2807536"/>
              <a:ext cx="870463" cy="1100177"/>
            </a:xfrm>
            <a:custGeom>
              <a:avLst/>
              <a:gdLst>
                <a:gd name="connsiteX0" fmla="*/ 0 w 870463"/>
                <a:gd name="connsiteY0" fmla="*/ 889387 h 1100177"/>
                <a:gd name="connsiteX1" fmla="*/ 172836 w 870463"/>
                <a:gd name="connsiteY1" fmla="*/ 741866 h 1100177"/>
                <a:gd name="connsiteX2" fmla="*/ 434185 w 870463"/>
                <a:gd name="connsiteY2" fmla="*/ 893612 h 1100177"/>
                <a:gd name="connsiteX3" fmla="*/ 573291 w 870463"/>
                <a:gd name="connsiteY3" fmla="*/ 796649 h 1100177"/>
                <a:gd name="connsiteX4" fmla="*/ 305623 w 870463"/>
                <a:gd name="connsiteY4" fmla="*/ 621719 h 1100177"/>
                <a:gd name="connsiteX5" fmla="*/ 40049 w 870463"/>
                <a:gd name="connsiteY5" fmla="*/ 316132 h 1100177"/>
                <a:gd name="connsiteX6" fmla="*/ 459464 w 870463"/>
                <a:gd name="connsiteY6" fmla="*/ 0 h 1100177"/>
                <a:gd name="connsiteX7" fmla="*/ 859919 w 870463"/>
                <a:gd name="connsiteY7" fmla="*/ 181250 h 1100177"/>
                <a:gd name="connsiteX8" fmla="*/ 684988 w 870463"/>
                <a:gd name="connsiteY8" fmla="*/ 332996 h 1100177"/>
                <a:gd name="connsiteX9" fmla="*/ 472103 w 870463"/>
                <a:gd name="connsiteY9" fmla="*/ 202340 h 1100177"/>
                <a:gd name="connsiteX10" fmla="*/ 335127 w 870463"/>
                <a:gd name="connsiteY10" fmla="*/ 299303 h 1100177"/>
                <a:gd name="connsiteX11" fmla="*/ 577517 w 870463"/>
                <a:gd name="connsiteY11" fmla="*/ 463689 h 1100177"/>
                <a:gd name="connsiteX12" fmla="*/ 870464 w 870463"/>
                <a:gd name="connsiteY12" fmla="*/ 784046 h 1100177"/>
                <a:gd name="connsiteX13" fmla="*/ 438410 w 870463"/>
                <a:gd name="connsiteY13" fmla="*/ 1100178 h 1100177"/>
                <a:gd name="connsiteX14" fmla="*/ 0 w 870463"/>
                <a:gd name="connsiteY14" fmla="*/ 889423 h 1100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70463" h="1100177">
                  <a:moveTo>
                    <a:pt x="0" y="889387"/>
                  </a:moveTo>
                  <a:lnTo>
                    <a:pt x="172836" y="741866"/>
                  </a:lnTo>
                  <a:cubicBezTo>
                    <a:pt x="233975" y="836698"/>
                    <a:pt x="322488" y="893612"/>
                    <a:pt x="434185" y="893612"/>
                  </a:cubicBezTo>
                  <a:cubicBezTo>
                    <a:pt x="512152" y="893612"/>
                    <a:pt x="573291" y="859883"/>
                    <a:pt x="573291" y="796649"/>
                  </a:cubicBezTo>
                  <a:cubicBezTo>
                    <a:pt x="573291" y="712362"/>
                    <a:pt x="463689" y="676502"/>
                    <a:pt x="305623" y="621719"/>
                  </a:cubicBezTo>
                  <a:cubicBezTo>
                    <a:pt x="170742" y="573255"/>
                    <a:pt x="40049" y="493157"/>
                    <a:pt x="40049" y="316132"/>
                  </a:cubicBezTo>
                  <a:cubicBezTo>
                    <a:pt x="40049" y="139107"/>
                    <a:pt x="196021" y="0"/>
                    <a:pt x="459464" y="0"/>
                  </a:cubicBezTo>
                  <a:cubicBezTo>
                    <a:pt x="666029" y="0"/>
                    <a:pt x="781915" y="75873"/>
                    <a:pt x="859919" y="181250"/>
                  </a:cubicBezTo>
                  <a:lnTo>
                    <a:pt x="684988" y="332996"/>
                  </a:lnTo>
                  <a:cubicBezTo>
                    <a:pt x="657579" y="280308"/>
                    <a:pt x="588025" y="202340"/>
                    <a:pt x="472103" y="202340"/>
                  </a:cubicBezTo>
                  <a:cubicBezTo>
                    <a:pt x="387816" y="202340"/>
                    <a:pt x="335127" y="244484"/>
                    <a:pt x="335127" y="299303"/>
                  </a:cubicBezTo>
                  <a:cubicBezTo>
                    <a:pt x="335127" y="383627"/>
                    <a:pt x="446824" y="417320"/>
                    <a:pt x="577517" y="463689"/>
                  </a:cubicBezTo>
                  <a:cubicBezTo>
                    <a:pt x="727168" y="516377"/>
                    <a:pt x="870464" y="585931"/>
                    <a:pt x="870464" y="784046"/>
                  </a:cubicBezTo>
                  <a:cubicBezTo>
                    <a:pt x="870464" y="982161"/>
                    <a:pt x="703948" y="1100178"/>
                    <a:pt x="438410" y="1100178"/>
                  </a:cubicBezTo>
                  <a:cubicBezTo>
                    <a:pt x="257159" y="1100178"/>
                    <a:pt x="84323" y="1028530"/>
                    <a:pt x="0" y="889423"/>
                  </a:cubicBezTo>
                  <a:close/>
                </a:path>
              </a:pathLst>
            </a:custGeom>
            <a:solidFill>
              <a:schemeClr val="bg1"/>
            </a:solidFill>
            <a:ln w="0" cap="flat">
              <a:noFill/>
              <a:prstDash val="solid"/>
              <a:miter/>
            </a:ln>
          </p:spPr>
          <p:txBody>
            <a:bodyPr rtlCol="0" anchor="ctr"/>
            <a:lstStyle/>
            <a:p>
              <a:endParaRPr lang="de-DE"/>
            </a:p>
          </p:txBody>
        </p:sp>
      </p:grpSp>
    </p:spTree>
    <p:extLst>
      <p:ext uri="{BB962C8B-B14F-4D97-AF65-F5344CB8AC3E}">
        <p14:creationId xmlns:p14="http://schemas.microsoft.com/office/powerpoint/2010/main" val="2485276200"/>
      </p:ext>
    </p:extLst>
  </p:cSld>
  <p:clrMapOvr>
    <a:masterClrMapping/>
  </p:clrMapOvr>
  <p:transition>
    <p:fade/>
  </p:transition>
  <p:extLst>
    <p:ext uri="{DCECCB84-F9BA-43D5-87BE-67443E8EF086}">
      <p15:sldGuideLst xmlns:p15="http://schemas.microsoft.com/office/powerpoint/2012/main">
        <p15:guide id="1" orient="horz" pos="2160">
          <p15:clr>
            <a:srgbClr val="FBAE40"/>
          </p15:clr>
        </p15:guide>
        <p15:guide id="2" orient="horz" pos="417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제목만">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6AF8A-8016-BCC9-12B5-1D618C6DBF9E}"/>
              </a:ext>
            </a:extLst>
          </p:cNvPr>
          <p:cNvSpPr>
            <a:spLocks noGrp="1"/>
          </p:cNvSpPr>
          <p:nvPr>
            <p:ph type="title" hasCustomPrompt="1"/>
          </p:nvPr>
        </p:nvSpPr>
        <p:spPr>
          <a:xfrm>
            <a:off x="306000" y="306000"/>
            <a:ext cx="5648400" cy="360000"/>
          </a:xfrm>
        </p:spPr>
        <p:txBody>
          <a:bodyPr anchor="ctr"/>
          <a:lstStyle>
            <a:lvl1pPr>
              <a:defRPr/>
            </a:lvl1pPr>
          </a:lstStyle>
          <a:p>
            <a:r>
              <a:rPr lang="en-US" dirty="0"/>
              <a:t>Title</a:t>
            </a:r>
            <a:endParaRPr lang="en-GB" dirty="0"/>
          </a:p>
        </p:txBody>
      </p:sp>
      <p:sp>
        <p:nvSpPr>
          <p:cNvPr id="3" name="Date Placeholder 2">
            <a:extLst>
              <a:ext uri="{FF2B5EF4-FFF2-40B4-BE49-F238E27FC236}">
                <a16:creationId xmlns:a16="http://schemas.microsoft.com/office/drawing/2014/main" id="{E557783F-3B5D-FBBC-3B86-107F7D8E6E2B}"/>
              </a:ext>
            </a:extLst>
          </p:cNvPr>
          <p:cNvSpPr>
            <a:spLocks noGrp="1"/>
          </p:cNvSpPr>
          <p:nvPr>
            <p:ph type="dt" sz="half" idx="10"/>
          </p:nvPr>
        </p:nvSpPr>
        <p:spPr>
          <a:xfrm>
            <a:off x="6387315" y="6465600"/>
            <a:ext cx="2743200" cy="270000"/>
          </a:xfrm>
        </p:spPr>
        <p:txBody>
          <a:bodyPr lIns="0" tIns="0" rIns="0" bIns="0"/>
          <a:lstStyle/>
          <a:p>
            <a:r>
              <a:rPr lang="en-US"/>
              <a:t>Date</a:t>
            </a:r>
            <a:endParaRPr lang="en-GB" dirty="0"/>
          </a:p>
        </p:txBody>
      </p:sp>
      <p:sp>
        <p:nvSpPr>
          <p:cNvPr id="4" name="Footer Placeholder 3">
            <a:extLst>
              <a:ext uri="{FF2B5EF4-FFF2-40B4-BE49-F238E27FC236}">
                <a16:creationId xmlns:a16="http://schemas.microsoft.com/office/drawing/2014/main" id="{6DFEF2F1-42E8-46F7-31D5-40F93D392414}"/>
              </a:ext>
            </a:extLst>
          </p:cNvPr>
          <p:cNvSpPr>
            <a:spLocks noGrp="1"/>
          </p:cNvSpPr>
          <p:nvPr>
            <p:ph type="ftr" sz="quarter" idx="11"/>
          </p:nvPr>
        </p:nvSpPr>
        <p:spPr>
          <a:xfrm>
            <a:off x="2261472" y="6465600"/>
            <a:ext cx="4114800" cy="270000"/>
          </a:xfrm>
        </p:spPr>
        <p:txBody>
          <a:bodyPr lIns="0" tIns="0" rIns="0" bIns="0"/>
          <a:lstStyle/>
          <a:p>
            <a:r>
              <a:rPr lang="en-GB"/>
              <a:t>Title</a:t>
            </a:r>
            <a:endParaRPr lang="en-GB" dirty="0"/>
          </a:p>
        </p:txBody>
      </p:sp>
      <p:sp>
        <p:nvSpPr>
          <p:cNvPr id="5" name="Slide Number Placeholder 4">
            <a:extLst>
              <a:ext uri="{FF2B5EF4-FFF2-40B4-BE49-F238E27FC236}">
                <a16:creationId xmlns:a16="http://schemas.microsoft.com/office/drawing/2014/main" id="{8FE9ECC4-62F2-CD50-B09C-2AA803749042}"/>
              </a:ext>
            </a:extLst>
          </p:cNvPr>
          <p:cNvSpPr>
            <a:spLocks noGrp="1"/>
          </p:cNvSpPr>
          <p:nvPr>
            <p:ph type="sldNum" sz="quarter" idx="12"/>
          </p:nvPr>
        </p:nvSpPr>
        <p:spPr>
          <a:xfrm>
            <a:off x="304800" y="6465600"/>
            <a:ext cx="1945629" cy="270000"/>
          </a:xfrm>
        </p:spPr>
        <p:txBody>
          <a:bodyPr lIns="0" tIns="0" rIns="0" bIns="0"/>
          <a:lstStyle>
            <a:lvl1pPr algn="l">
              <a:defRPr/>
            </a:lvl1pPr>
          </a:lstStyle>
          <a:p>
            <a:fld id="{721C06D9-4617-44B0-8711-1EF1C439A609}" type="slidenum">
              <a:rPr lang="en-GB" smtClean="0"/>
              <a:pPr/>
              <a:t>‹#›</a:t>
            </a:fld>
            <a:endParaRPr lang="en-GB" dirty="0"/>
          </a:p>
        </p:txBody>
      </p:sp>
      <p:sp>
        <p:nvSpPr>
          <p:cNvPr id="6" name="Text Placeholder 6">
            <a:extLst>
              <a:ext uri="{FF2B5EF4-FFF2-40B4-BE49-F238E27FC236}">
                <a16:creationId xmlns:a16="http://schemas.microsoft.com/office/drawing/2014/main" id="{94C624DD-685D-7847-6014-2018E3CA64BF}"/>
              </a:ext>
            </a:extLst>
          </p:cNvPr>
          <p:cNvSpPr>
            <a:spLocks noGrp="1"/>
          </p:cNvSpPr>
          <p:nvPr>
            <p:ph type="body" sz="quarter" idx="13" hasCustomPrompt="1"/>
          </p:nvPr>
        </p:nvSpPr>
        <p:spPr>
          <a:xfrm>
            <a:off x="306000" y="673200"/>
            <a:ext cx="5648400" cy="360000"/>
          </a:xfrm>
        </p:spPr>
        <p:txBody>
          <a:bodyPr anchor="ctr"/>
          <a:lstStyle>
            <a:lvl1pPr marL="0" indent="0">
              <a:buNone/>
              <a:defRPr sz="2400" b="1"/>
            </a:lvl1pPr>
            <a:lvl2pPr>
              <a:defRPr sz="2400" b="1"/>
            </a:lvl2pPr>
            <a:lvl3pPr>
              <a:defRPr sz="2400" b="1"/>
            </a:lvl3pPr>
            <a:lvl4pPr>
              <a:defRPr sz="2400" b="1"/>
            </a:lvl4pPr>
            <a:lvl5pPr>
              <a:defRPr sz="2400" b="1"/>
            </a:lvl5pPr>
          </a:lstStyle>
          <a:p>
            <a:pPr lvl="0"/>
            <a:r>
              <a:rPr lang="en-US" dirty="0"/>
              <a:t>Subtitle</a:t>
            </a:r>
            <a:endParaRPr lang="en-GB" dirty="0"/>
          </a:p>
        </p:txBody>
      </p:sp>
    </p:spTree>
    <p:extLst>
      <p:ext uri="{BB962C8B-B14F-4D97-AF65-F5344CB8AC3E}">
        <p14:creationId xmlns:p14="http://schemas.microsoft.com/office/powerpoint/2010/main" val="2597745147"/>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74" Type="http://schemas.openxmlformats.org/officeDocument/2006/relationships/slideLayout" Target="../slideLayouts/slideLayout74.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image" Target="../media/image1.wmf"/><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9FE9FD2-6995-74C6-059B-87A19EAFB965}"/>
              </a:ext>
            </a:extLst>
          </p:cNvPr>
          <p:cNvSpPr>
            <a:spLocks noGrp="1"/>
          </p:cNvSpPr>
          <p:nvPr>
            <p:ph type="title"/>
          </p:nvPr>
        </p:nvSpPr>
        <p:spPr>
          <a:xfrm>
            <a:off x="306000" y="306000"/>
            <a:ext cx="11581200" cy="360000"/>
          </a:xfrm>
          <a:prstGeom prst="rect">
            <a:avLst/>
          </a:prstGeom>
        </p:spPr>
        <p:txBody>
          <a:bodyPr vert="horz" lIns="0" tIns="0" rIns="0" bIns="0" rtlCol="0" anchor="t">
            <a:noAutofit/>
          </a:bodyPr>
          <a:lstStyle/>
          <a:p>
            <a:r>
              <a:rPr lang="ko-KR" altLang="en-US"/>
              <a:t>마스터 제목 스타일 편집</a:t>
            </a:r>
            <a:endParaRPr lang="en-GB" dirty="0"/>
          </a:p>
        </p:txBody>
      </p:sp>
      <p:sp>
        <p:nvSpPr>
          <p:cNvPr id="3" name="Text Placeholder 2">
            <a:extLst>
              <a:ext uri="{FF2B5EF4-FFF2-40B4-BE49-F238E27FC236}">
                <a16:creationId xmlns:a16="http://schemas.microsoft.com/office/drawing/2014/main" id="{B1BC34D3-7536-C818-EFDA-AFF20251F0DA}"/>
              </a:ext>
            </a:extLst>
          </p:cNvPr>
          <p:cNvSpPr>
            <a:spLocks noGrp="1"/>
          </p:cNvSpPr>
          <p:nvPr>
            <p:ph type="body" idx="1"/>
          </p:nvPr>
        </p:nvSpPr>
        <p:spPr>
          <a:xfrm>
            <a:off x="306000" y="1620000"/>
            <a:ext cx="11581200" cy="4320000"/>
          </a:xfrm>
          <a:prstGeom prst="rect">
            <a:avLst/>
          </a:prstGeom>
        </p:spPr>
        <p:txBody>
          <a:bodyPr vert="horz" lIns="0" tIns="0" rIns="0" bIns="0" rtlCol="0">
            <a:no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GB" dirty="0"/>
          </a:p>
        </p:txBody>
      </p:sp>
      <p:sp>
        <p:nvSpPr>
          <p:cNvPr id="4" name="Date Placeholder 3">
            <a:extLst>
              <a:ext uri="{FF2B5EF4-FFF2-40B4-BE49-F238E27FC236}">
                <a16:creationId xmlns:a16="http://schemas.microsoft.com/office/drawing/2014/main" id="{37022941-1361-6E63-B12A-06C77F5C0FBB}"/>
              </a:ext>
            </a:extLst>
          </p:cNvPr>
          <p:cNvSpPr>
            <a:spLocks noGrp="1"/>
          </p:cNvSpPr>
          <p:nvPr>
            <p:ph type="dt" sz="half" idx="2"/>
          </p:nvPr>
        </p:nvSpPr>
        <p:spPr>
          <a:xfrm>
            <a:off x="8560582" y="6417000"/>
            <a:ext cx="1260000" cy="270000"/>
          </a:xfrm>
          <a:prstGeom prst="rect">
            <a:avLst/>
          </a:prstGeom>
        </p:spPr>
        <p:txBody>
          <a:bodyPr vert="horz" lIns="0" tIns="45720" rIns="0" bIns="45720" rtlCol="0" anchor="ctr"/>
          <a:lstStyle>
            <a:lvl1pPr algn="r">
              <a:defRPr sz="1000">
                <a:solidFill>
                  <a:schemeClr val="tx1"/>
                </a:solidFill>
              </a:defRPr>
            </a:lvl1pPr>
          </a:lstStyle>
          <a:p>
            <a:r>
              <a:rPr lang="en-US"/>
              <a:t>Date</a:t>
            </a:r>
            <a:endParaRPr lang="en-GB" dirty="0"/>
          </a:p>
        </p:txBody>
      </p:sp>
      <p:sp>
        <p:nvSpPr>
          <p:cNvPr id="5" name="Footer Placeholder 4">
            <a:extLst>
              <a:ext uri="{FF2B5EF4-FFF2-40B4-BE49-F238E27FC236}">
                <a16:creationId xmlns:a16="http://schemas.microsoft.com/office/drawing/2014/main" id="{D5C9E4D8-93A5-6C78-B5B9-150B83256C33}"/>
              </a:ext>
            </a:extLst>
          </p:cNvPr>
          <p:cNvSpPr>
            <a:spLocks noGrp="1"/>
          </p:cNvSpPr>
          <p:nvPr>
            <p:ph type="ftr" sz="quarter" idx="3"/>
          </p:nvPr>
        </p:nvSpPr>
        <p:spPr>
          <a:xfrm>
            <a:off x="1200036" y="6417000"/>
            <a:ext cx="6069127" cy="270000"/>
          </a:xfrm>
          <a:prstGeom prst="rect">
            <a:avLst/>
          </a:prstGeom>
        </p:spPr>
        <p:txBody>
          <a:bodyPr vert="horz" lIns="0" tIns="45720" rIns="0" bIns="45720" rtlCol="0" anchor="ctr"/>
          <a:lstStyle>
            <a:lvl1pPr algn="ctr">
              <a:defRPr sz="1000">
                <a:solidFill>
                  <a:schemeClr val="tx1"/>
                </a:solidFill>
              </a:defRPr>
            </a:lvl1pPr>
          </a:lstStyle>
          <a:p>
            <a:r>
              <a:rPr lang="en-GB"/>
              <a:t>Title</a:t>
            </a:r>
            <a:endParaRPr lang="en-GB" dirty="0"/>
          </a:p>
        </p:txBody>
      </p:sp>
      <p:sp>
        <p:nvSpPr>
          <p:cNvPr id="6" name="Slide Number Placeholder 5">
            <a:extLst>
              <a:ext uri="{FF2B5EF4-FFF2-40B4-BE49-F238E27FC236}">
                <a16:creationId xmlns:a16="http://schemas.microsoft.com/office/drawing/2014/main" id="{15B14A89-CC20-0ECB-B7C5-296A21ECF522}"/>
              </a:ext>
            </a:extLst>
          </p:cNvPr>
          <p:cNvSpPr>
            <a:spLocks noGrp="1"/>
          </p:cNvSpPr>
          <p:nvPr>
            <p:ph type="sldNum" sz="quarter" idx="4"/>
          </p:nvPr>
        </p:nvSpPr>
        <p:spPr>
          <a:xfrm>
            <a:off x="300037" y="6417000"/>
            <a:ext cx="900000" cy="270000"/>
          </a:xfrm>
          <a:prstGeom prst="rect">
            <a:avLst/>
          </a:prstGeom>
        </p:spPr>
        <p:txBody>
          <a:bodyPr vert="horz" lIns="0" tIns="45720" rIns="0" bIns="45720" rtlCol="0" anchor="ctr"/>
          <a:lstStyle>
            <a:lvl1pPr algn="l">
              <a:defRPr sz="1000">
                <a:solidFill>
                  <a:schemeClr val="tx1"/>
                </a:solidFill>
              </a:defRPr>
            </a:lvl1pPr>
          </a:lstStyle>
          <a:p>
            <a:fld id="{721C06D9-4617-44B0-8711-1EF1C439A609}" type="slidenum">
              <a:rPr lang="en-GB" smtClean="0"/>
              <a:pPr/>
              <a:t>‹#›</a:t>
            </a:fld>
            <a:endParaRPr lang="en-GB" dirty="0"/>
          </a:p>
        </p:txBody>
      </p:sp>
      <p:sp>
        <p:nvSpPr>
          <p:cNvPr id="9" name="TextBox 8">
            <a:extLst>
              <a:ext uri="{FF2B5EF4-FFF2-40B4-BE49-F238E27FC236}">
                <a16:creationId xmlns:a16="http://schemas.microsoft.com/office/drawing/2014/main" id="{CE590955-4EF9-42DC-2545-2A78687F80FE}"/>
              </a:ext>
            </a:extLst>
          </p:cNvPr>
          <p:cNvSpPr txBox="1"/>
          <p:nvPr userDrawn="1"/>
        </p:nvSpPr>
        <p:spPr>
          <a:xfrm>
            <a:off x="-763351" y="378278"/>
            <a:ext cx="763351" cy="215444"/>
          </a:xfrm>
          <a:prstGeom prst="rect">
            <a:avLst/>
          </a:prstGeom>
          <a:noFill/>
        </p:spPr>
        <p:txBody>
          <a:bodyPr wrap="none" rtlCol="0">
            <a:spAutoFit/>
          </a:bodyPr>
          <a:lstStyle/>
          <a:p>
            <a:pPr algn="r"/>
            <a:r>
              <a:rPr lang="en-GB" sz="800" dirty="0">
                <a:solidFill>
                  <a:schemeClr val="tx1"/>
                </a:solidFill>
              </a:rPr>
              <a:t>Title position</a:t>
            </a:r>
          </a:p>
        </p:txBody>
      </p:sp>
      <p:sp>
        <p:nvSpPr>
          <p:cNvPr id="10" name="TextBox 9">
            <a:extLst>
              <a:ext uri="{FF2B5EF4-FFF2-40B4-BE49-F238E27FC236}">
                <a16:creationId xmlns:a16="http://schemas.microsoft.com/office/drawing/2014/main" id="{3ECA7508-55FC-E080-04D3-FAB46B4F6DCE}"/>
              </a:ext>
            </a:extLst>
          </p:cNvPr>
          <p:cNvSpPr txBox="1"/>
          <p:nvPr userDrawn="1"/>
        </p:nvSpPr>
        <p:spPr>
          <a:xfrm>
            <a:off x="-1885453" y="1041381"/>
            <a:ext cx="1885453" cy="215444"/>
          </a:xfrm>
          <a:prstGeom prst="rect">
            <a:avLst/>
          </a:prstGeom>
          <a:noFill/>
        </p:spPr>
        <p:txBody>
          <a:bodyPr wrap="none" rtlCol="0">
            <a:spAutoFit/>
          </a:bodyPr>
          <a:lstStyle/>
          <a:p>
            <a:pPr algn="r"/>
            <a:r>
              <a:rPr lang="en-GB" sz="800" dirty="0">
                <a:solidFill>
                  <a:schemeClr val="tx1"/>
                </a:solidFill>
              </a:rPr>
              <a:t>Maximum vertical position for content</a:t>
            </a:r>
          </a:p>
        </p:txBody>
      </p:sp>
      <p:sp>
        <p:nvSpPr>
          <p:cNvPr id="11" name="TextBox 10">
            <a:extLst>
              <a:ext uri="{FF2B5EF4-FFF2-40B4-BE49-F238E27FC236}">
                <a16:creationId xmlns:a16="http://schemas.microsoft.com/office/drawing/2014/main" id="{504E1C66-75FC-0179-2386-75B484CB4966}"/>
              </a:ext>
            </a:extLst>
          </p:cNvPr>
          <p:cNvSpPr txBox="1"/>
          <p:nvPr userDrawn="1"/>
        </p:nvSpPr>
        <p:spPr>
          <a:xfrm>
            <a:off x="-1856598" y="5734506"/>
            <a:ext cx="1856598" cy="215444"/>
          </a:xfrm>
          <a:prstGeom prst="rect">
            <a:avLst/>
          </a:prstGeom>
          <a:noFill/>
        </p:spPr>
        <p:txBody>
          <a:bodyPr wrap="none" rtlCol="0">
            <a:spAutoFit/>
          </a:bodyPr>
          <a:lstStyle/>
          <a:p>
            <a:pPr algn="r"/>
            <a:r>
              <a:rPr lang="en-GB" sz="800" dirty="0">
                <a:solidFill>
                  <a:schemeClr val="tx1"/>
                </a:solidFill>
              </a:rPr>
              <a:t>Minimum vertical position for content</a:t>
            </a:r>
          </a:p>
        </p:txBody>
      </p:sp>
      <p:sp>
        <p:nvSpPr>
          <p:cNvPr id="13" name="TextBox 12">
            <a:extLst>
              <a:ext uri="{FF2B5EF4-FFF2-40B4-BE49-F238E27FC236}">
                <a16:creationId xmlns:a16="http://schemas.microsoft.com/office/drawing/2014/main" id="{6F4C75A6-3E07-FB50-DCC7-0EA23683196A}"/>
              </a:ext>
            </a:extLst>
          </p:cNvPr>
          <p:cNvSpPr txBox="1"/>
          <p:nvPr userDrawn="1"/>
        </p:nvSpPr>
        <p:spPr>
          <a:xfrm>
            <a:off x="-914033" y="727528"/>
            <a:ext cx="914033" cy="215444"/>
          </a:xfrm>
          <a:prstGeom prst="rect">
            <a:avLst/>
          </a:prstGeom>
          <a:noFill/>
        </p:spPr>
        <p:txBody>
          <a:bodyPr wrap="none" rtlCol="0">
            <a:spAutoFit/>
          </a:bodyPr>
          <a:lstStyle/>
          <a:p>
            <a:pPr algn="r"/>
            <a:r>
              <a:rPr lang="en-GB" sz="800" dirty="0">
                <a:solidFill>
                  <a:schemeClr val="tx1"/>
                </a:solidFill>
              </a:rPr>
              <a:t>Subtitle position</a:t>
            </a:r>
          </a:p>
        </p:txBody>
      </p:sp>
      <p:pic>
        <p:nvPicPr>
          <p:cNvPr id="8" name="Grafik 11">
            <a:extLst>
              <a:ext uri="{FF2B5EF4-FFF2-40B4-BE49-F238E27FC236}">
                <a16:creationId xmlns:a16="http://schemas.microsoft.com/office/drawing/2014/main" id="{5469F5F3-C99F-2E93-A1EB-1758A92F8191}"/>
              </a:ext>
            </a:extLst>
          </p:cNvPr>
          <p:cNvPicPr>
            <a:picLocks noChangeAspect="1"/>
          </p:cNvPicPr>
          <p:nvPr userDrawn="1"/>
        </p:nvPicPr>
        <p:blipFill>
          <a:blip r:embed="rId78" cstate="print">
            <a:extLst>
              <a:ext uri="{28A0092B-C50C-407E-A947-70E740481C1C}">
                <a14:useLocalDpi xmlns:a14="http://schemas.microsoft.com/office/drawing/2010/main" val="0"/>
              </a:ext>
            </a:extLst>
          </a:blip>
          <a:stretch>
            <a:fillRect/>
          </a:stretch>
        </p:blipFill>
        <p:spPr>
          <a:xfrm>
            <a:off x="10811963" y="6164039"/>
            <a:ext cx="1080000" cy="454961"/>
          </a:xfrm>
          <a:prstGeom prst="rect">
            <a:avLst/>
          </a:prstGeom>
        </p:spPr>
      </p:pic>
    </p:spTree>
    <p:extLst>
      <p:ext uri="{BB962C8B-B14F-4D97-AF65-F5344CB8AC3E}">
        <p14:creationId xmlns:p14="http://schemas.microsoft.com/office/powerpoint/2010/main" val="24399365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709" r:id="rId3"/>
    <p:sldLayoutId id="2147483710" r:id="rId4"/>
    <p:sldLayoutId id="2147483735" r:id="rId5"/>
    <p:sldLayoutId id="2147483736" r:id="rId6"/>
    <p:sldLayoutId id="2147483737" r:id="rId7"/>
    <p:sldLayoutId id="2147483738" r:id="rId8"/>
    <p:sldLayoutId id="2147483739" r:id="rId9"/>
    <p:sldLayoutId id="2147483651" r:id="rId10"/>
    <p:sldLayoutId id="2147483652" r:id="rId11"/>
    <p:sldLayoutId id="2147483653" r:id="rId12"/>
    <p:sldLayoutId id="2147483740" r:id="rId13"/>
    <p:sldLayoutId id="2147483741" r:id="rId14"/>
    <p:sldLayoutId id="2147483742" r:id="rId15"/>
    <p:sldLayoutId id="2147483657" r:id="rId16"/>
    <p:sldLayoutId id="2147483658" r:id="rId17"/>
    <p:sldLayoutId id="2147483659" r:id="rId18"/>
    <p:sldLayoutId id="2147483660" r:id="rId19"/>
    <p:sldLayoutId id="2147483661" r:id="rId20"/>
    <p:sldLayoutId id="2147483662" r:id="rId21"/>
    <p:sldLayoutId id="2147483663" r:id="rId22"/>
    <p:sldLayoutId id="2147483664" r:id="rId23"/>
    <p:sldLayoutId id="2147483665" r:id="rId24"/>
    <p:sldLayoutId id="2147483666" r:id="rId25"/>
    <p:sldLayoutId id="2147483731" r:id="rId26"/>
    <p:sldLayoutId id="2147483667" r:id="rId27"/>
    <p:sldLayoutId id="2147483669" r:id="rId28"/>
    <p:sldLayoutId id="2147483668" r:id="rId29"/>
    <p:sldLayoutId id="2147483670" r:id="rId30"/>
    <p:sldLayoutId id="2147483672" r:id="rId31"/>
    <p:sldLayoutId id="2147483673" r:id="rId32"/>
    <p:sldLayoutId id="2147483674"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720" r:id="rId42"/>
    <p:sldLayoutId id="2147483721" r:id="rId43"/>
    <p:sldLayoutId id="2147483722" r:id="rId44"/>
    <p:sldLayoutId id="2147483723" r:id="rId45"/>
    <p:sldLayoutId id="2147483718" r:id="rId46"/>
    <p:sldLayoutId id="2147483719" r:id="rId47"/>
    <p:sldLayoutId id="2147483688" r:id="rId48"/>
    <p:sldLayoutId id="2147483689" r:id="rId49"/>
    <p:sldLayoutId id="2147483690" r:id="rId50"/>
    <p:sldLayoutId id="2147483713" r:id="rId51"/>
    <p:sldLayoutId id="2147483712" r:id="rId52"/>
    <p:sldLayoutId id="2147483691" r:id="rId53"/>
    <p:sldLayoutId id="2147483707" r:id="rId54"/>
    <p:sldLayoutId id="2147483708" r:id="rId55"/>
    <p:sldLayoutId id="2147483714" r:id="rId56"/>
    <p:sldLayoutId id="2147483715" r:id="rId57"/>
    <p:sldLayoutId id="2147483695" r:id="rId58"/>
    <p:sldLayoutId id="2147483696" r:id="rId59"/>
    <p:sldLayoutId id="2147483697" r:id="rId60"/>
    <p:sldLayoutId id="2147483698" r:id="rId61"/>
    <p:sldLayoutId id="2147483699" r:id="rId62"/>
    <p:sldLayoutId id="2147483700" r:id="rId63"/>
    <p:sldLayoutId id="2147483701" r:id="rId64"/>
    <p:sldLayoutId id="2147483702" r:id="rId65"/>
    <p:sldLayoutId id="2147483703" r:id="rId66"/>
    <p:sldLayoutId id="2147483704" r:id="rId67"/>
    <p:sldLayoutId id="2147483705" r:id="rId68"/>
    <p:sldLayoutId id="2147483706" r:id="rId69"/>
    <p:sldLayoutId id="2147483743" r:id="rId70"/>
    <p:sldLayoutId id="2147483744" r:id="rId71"/>
    <p:sldLayoutId id="2147483745" r:id="rId72"/>
    <p:sldLayoutId id="2147483746" r:id="rId73"/>
    <p:sldLayoutId id="2147483747" r:id="rId74"/>
    <p:sldLayoutId id="2147483748" r:id="rId75"/>
    <p:sldLayoutId id="2147483711" r:id="rId76"/>
  </p:sldLayoutIdLst>
  <p:transition>
    <p:fade/>
  </p:transition>
  <p:hf hdr="0"/>
  <p:txStyles>
    <p:titleStyle>
      <a:lvl1pPr algn="l" defTabSz="914400" rtl="0" eaLnBrk="1" latinLnBrk="1" hangingPunct="1">
        <a:lnSpc>
          <a:spcPct val="90000"/>
        </a:lnSpc>
        <a:spcBef>
          <a:spcPct val="0"/>
        </a:spcBef>
        <a:buNone/>
        <a:defRPr sz="2400" kern="1200">
          <a:solidFill>
            <a:schemeClr val="tx1"/>
          </a:solidFill>
          <a:latin typeface="+mj-lt"/>
          <a:ea typeface="+mj-ea"/>
          <a:cs typeface="+mj-cs"/>
        </a:defRPr>
      </a:lvl1pPr>
    </p:titleStyle>
    <p:bodyStyle>
      <a:lvl1pPr marL="180975" indent="-180975" algn="l" defTabSz="914400" rtl="0" eaLnBrk="1" latinLnBrk="1" hangingPunct="1">
        <a:lnSpc>
          <a:spcPct val="105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1pPr>
      <a:lvl2pPr marL="357188" indent="-180975" algn="l" defTabSz="914400" rtl="0" eaLnBrk="1" latinLnBrk="1" hangingPunct="1">
        <a:lnSpc>
          <a:spcPct val="105000"/>
        </a:lnSpc>
        <a:spcBef>
          <a:spcPts val="0"/>
        </a:spcBef>
        <a:spcAft>
          <a:spcPts val="600"/>
        </a:spcAft>
        <a:buSzPct val="85000"/>
        <a:buFont typeface="Arial" panose="020B0604020202020204" pitchFamily="34" charset="0"/>
        <a:buChar char="•"/>
        <a:defRPr sz="1400" kern="1200">
          <a:solidFill>
            <a:schemeClr val="tx1"/>
          </a:solidFill>
          <a:latin typeface="+mn-lt"/>
          <a:ea typeface="+mn-ea"/>
          <a:cs typeface="+mn-cs"/>
        </a:defRPr>
      </a:lvl2pPr>
      <a:lvl3pPr marL="5381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3pPr>
      <a:lvl4pPr marL="715963"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4pPr>
      <a:lvl5pPr marL="896938" indent="-180975" algn="l" defTabSz="914400" rtl="0" eaLnBrk="1" latinLnBrk="1" hangingPunct="1">
        <a:lnSpc>
          <a:spcPct val="105000"/>
        </a:lnSpc>
        <a:spcBef>
          <a:spcPts val="0"/>
        </a:spcBef>
        <a:spcAft>
          <a:spcPts val="600"/>
        </a:spcAft>
        <a:buSzPct val="70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4" orient="horz" pos="192" userDrawn="1">
          <p15:clr>
            <a:srgbClr val="F26B43"/>
          </p15:clr>
        </p15:guide>
        <p15:guide id="5" orient="horz" pos="420" userDrawn="1">
          <p15:clr>
            <a:srgbClr val="F26B43"/>
          </p15:clr>
        </p15:guide>
        <p15:guide id="7" orient="horz" pos="3748" userDrawn="1">
          <p15:clr>
            <a:srgbClr val="F26B43"/>
          </p15:clr>
        </p15:guide>
        <p15:guide id="9" pos="7491" userDrawn="1">
          <p15:clr>
            <a:srgbClr val="F26B43"/>
          </p15:clr>
        </p15:guide>
        <p15:guide id="10" orient="horz" pos="650" userDrawn="1">
          <p15:clr>
            <a:srgbClr val="F26B43"/>
          </p15:clr>
        </p15:guide>
        <p15:guide id="12" pos="192" userDrawn="1">
          <p15:clr>
            <a:srgbClr val="F26B43"/>
          </p15:clr>
        </p15:guide>
        <p15:guide id="13" orient="horz" pos="793"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_rels/slide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4CE10-79AD-26BA-41DC-8049F38D70F1}"/>
              </a:ext>
            </a:extLst>
          </p:cNvPr>
          <p:cNvSpPr>
            <a:spLocks noGrp="1"/>
          </p:cNvSpPr>
          <p:nvPr>
            <p:ph type="ctr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Subtitle 2">
            <a:extLst>
              <a:ext uri="{FF2B5EF4-FFF2-40B4-BE49-F238E27FC236}">
                <a16:creationId xmlns:a16="http://schemas.microsoft.com/office/drawing/2014/main" id="{76F68C1A-150F-D860-04D8-67EBFC0925E7}"/>
              </a:ext>
            </a:extLst>
          </p:cNvPr>
          <p:cNvSpPr>
            <a:spLocks noGrp="1"/>
          </p:cNvSpPr>
          <p:nvPr>
            <p:ph type="subTitle" idx="1"/>
          </p:nvPr>
        </p:nvSpPr>
        <p:spPr/>
        <p:txBody>
          <a:bodyPr/>
          <a:lstStyle/>
          <a:p>
            <a:r>
              <a:rPr lang="en-US" dirty="0">
                <a:latin typeface="Noto Sans KR" panose="020B0200000000000000" pitchFamily="50" charset="-127"/>
                <a:ea typeface="Noto Sans KR" panose="020B0200000000000000" pitchFamily="50" charset="-127"/>
              </a:rPr>
              <a:t>FY2026 – Interim Audit Closing</a:t>
            </a:r>
          </a:p>
        </p:txBody>
      </p:sp>
      <p:pic>
        <p:nvPicPr>
          <p:cNvPr id="7" name="그림 개체 틀 6">
            <a:extLst>
              <a:ext uri="{FF2B5EF4-FFF2-40B4-BE49-F238E27FC236}">
                <a16:creationId xmlns:a16="http://schemas.microsoft.com/office/drawing/2014/main" id="{D41D58CD-77CE-7E65-2172-521287701E1F}"/>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2" b="40436"/>
          <a:stretch>
            <a:fillRect/>
          </a:stretch>
        </p:blipFill>
        <p:spPr>
          <a:xfrm>
            <a:off x="305400" y="304800"/>
            <a:ext cx="11581200" cy="3880800"/>
          </a:xfrm>
          <a:prstGeom prst="rect">
            <a:avLst/>
          </a:prstGeom>
          <a:solidFill>
            <a:srgbClr val="FFFFFF">
              <a:lumMod val="95000"/>
            </a:srgbClr>
          </a:solidFill>
        </p:spPr>
      </p:pic>
      <p:sp>
        <p:nvSpPr>
          <p:cNvPr id="4" name="Text Placeholder 3">
            <a:extLst>
              <a:ext uri="{FF2B5EF4-FFF2-40B4-BE49-F238E27FC236}">
                <a16:creationId xmlns:a16="http://schemas.microsoft.com/office/drawing/2014/main" id="{1A097BCA-DBD1-222E-9951-4B522670D864}"/>
              </a:ext>
            </a:extLst>
          </p:cNvPr>
          <p:cNvSpPr>
            <a:spLocks noGrp="1"/>
          </p:cNvSpPr>
          <p:nvPr>
            <p:ph type="body" sz="quarter" idx="11"/>
          </p:nvPr>
        </p:nvSpPr>
        <p:spPr/>
        <p:txBody>
          <a:bodyPr/>
          <a:lstStyle/>
          <a:p>
            <a:r>
              <a:rPr lang="en-US" dirty="0">
                <a:latin typeface="Noto Sans KR" panose="020B0200000000000000" pitchFamily="50" charset="-127"/>
                <a:ea typeface="Noto Sans KR" panose="020B0200000000000000" pitchFamily="50" charset="-127"/>
              </a:rPr>
              <a:t>October 28, 2026</a:t>
            </a:r>
          </a:p>
        </p:txBody>
      </p:sp>
    </p:spTree>
    <p:extLst>
      <p:ext uri="{BB962C8B-B14F-4D97-AF65-F5344CB8AC3E}">
        <p14:creationId xmlns:p14="http://schemas.microsoft.com/office/powerpoint/2010/main" val="3355258635"/>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BC76F8E-415A-FAB6-D611-26F88E3E40ED}"/>
              </a:ext>
            </a:extLst>
          </p:cNvPr>
          <p:cNvSpPr>
            <a:spLocks noGrp="1"/>
          </p:cNvSpPr>
          <p:nvPr>
            <p:ph type="title"/>
          </p:nvPr>
        </p:nvSpPr>
        <p:spPr>
          <a:xfrm>
            <a:off x="306000" y="306000"/>
            <a:ext cx="5648400" cy="360000"/>
          </a:xfrm>
        </p:spPr>
        <p:txBody>
          <a:bodyPr/>
          <a:lstStyle/>
          <a:p>
            <a:r>
              <a:rPr lang="en-US" dirty="0">
                <a:latin typeface="Noto Sans KR" panose="020B0200000000000000" pitchFamily="50" charset="-127"/>
                <a:ea typeface="Noto Sans KR" panose="020B0200000000000000" pitchFamily="50" charset="-127"/>
              </a:rPr>
              <a:t>Agenda</a:t>
            </a:r>
          </a:p>
        </p:txBody>
      </p:sp>
      <p:sp>
        <p:nvSpPr>
          <p:cNvPr id="10" name="Slide Number Placeholder 9">
            <a:extLst>
              <a:ext uri="{FF2B5EF4-FFF2-40B4-BE49-F238E27FC236}">
                <a16:creationId xmlns:a16="http://schemas.microsoft.com/office/drawing/2014/main" id="{4ECEA13A-71B7-C5DE-BF90-4B7FA22FA80A}"/>
              </a:ext>
            </a:extLst>
          </p:cNvPr>
          <p:cNvSpPr>
            <a:spLocks noGrp="1"/>
          </p:cNvSpPr>
          <p:nvPr>
            <p:ph type="sldNum" sz="quarter" idx="12"/>
          </p:nvPr>
        </p:nvSpPr>
        <p:spPr>
          <a:xfrm>
            <a:off x="300037" y="6417000"/>
            <a:ext cx="900000" cy="270000"/>
          </a:xfrm>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2</a:t>
            </a:fld>
            <a:endParaRPr lang="en-GB" dirty="0">
              <a:latin typeface="Noto Sans KR" panose="020B0200000000000000" pitchFamily="50" charset="-127"/>
              <a:ea typeface="Noto Sans KR" panose="020B0200000000000000" pitchFamily="50" charset="-127"/>
            </a:endParaRPr>
          </a:p>
        </p:txBody>
      </p:sp>
      <p:pic>
        <p:nvPicPr>
          <p:cNvPr id="7" name="Espace réservé pour une image  8">
            <a:extLst>
              <a:ext uri="{FF2B5EF4-FFF2-40B4-BE49-F238E27FC236}">
                <a16:creationId xmlns:a16="http://schemas.microsoft.com/office/drawing/2014/main" id="{356BE567-A5C8-9F66-5D36-0C0B86B71D0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1853" r="21853"/>
          <a:stretch/>
        </p:blipFill>
        <p:spPr>
          <a:xfrm>
            <a:off x="6237601" y="305999"/>
            <a:ext cx="5648400" cy="5643951"/>
          </a:xfrm>
        </p:spPr>
      </p:pic>
      <p:sp>
        <p:nvSpPr>
          <p:cNvPr id="5" name="Text Placeholder 4">
            <a:extLst>
              <a:ext uri="{FF2B5EF4-FFF2-40B4-BE49-F238E27FC236}">
                <a16:creationId xmlns:a16="http://schemas.microsoft.com/office/drawing/2014/main" id="{286A64C6-FD9B-6620-ACC1-98F12B3352A4}"/>
              </a:ext>
            </a:extLst>
          </p:cNvPr>
          <p:cNvSpPr>
            <a:spLocks noGrp="1"/>
          </p:cNvSpPr>
          <p:nvPr>
            <p:ph type="body" sz="quarter" idx="13"/>
          </p:nvPr>
        </p:nvSpPr>
        <p:spPr>
          <a:xfrm>
            <a:off x="306388" y="1268413"/>
            <a:ext cx="5648325" cy="4681537"/>
          </a:xfrm>
        </p:spPr>
        <p:txBody>
          <a:bodyPr/>
          <a:lstStyle/>
          <a:p>
            <a:r>
              <a:rPr lang="en-US" dirty="0">
                <a:latin typeface="Noto Sans KR" panose="020B0200000000000000" pitchFamily="50" charset="-127"/>
                <a:ea typeface="Noto Sans KR" panose="020B0200000000000000" pitchFamily="50" charset="-127"/>
              </a:rPr>
              <a:t>Audit Schedule</a:t>
            </a:r>
          </a:p>
          <a:p>
            <a:r>
              <a:rPr lang="en-US" dirty="0">
                <a:latin typeface="Noto Sans KR" panose="020B0200000000000000" pitchFamily="50" charset="-127"/>
                <a:ea typeface="Noto Sans KR" panose="020B0200000000000000" pitchFamily="50" charset="-127"/>
              </a:rPr>
              <a:t>Results of Walkthrough Tests and Tests of Controls</a:t>
            </a:r>
          </a:p>
          <a:p>
            <a:r>
              <a:rPr lang="en-US" dirty="0">
                <a:latin typeface="Noto Sans KR" panose="020B0200000000000000" pitchFamily="50" charset="-127"/>
                <a:ea typeface="Noto Sans KR" panose="020B0200000000000000" pitchFamily="50" charset="-127"/>
              </a:rPr>
              <a:t>Follow-up of Prior Year-end Audit Findings</a:t>
            </a:r>
          </a:p>
          <a:p>
            <a:r>
              <a:rPr lang="en-US" dirty="0">
                <a:latin typeface="Noto Sans KR" panose="020B0200000000000000" pitchFamily="50" charset="-127"/>
                <a:ea typeface="Noto Sans KR" panose="020B0200000000000000" pitchFamily="50" charset="-127"/>
              </a:rPr>
              <a:t>Interim Audit Findings</a:t>
            </a:r>
          </a:p>
          <a:p>
            <a:r>
              <a:rPr lang="en-US" dirty="0">
                <a:latin typeface="Noto Sans KR" panose="020B0200000000000000" pitchFamily="50" charset="-127"/>
                <a:ea typeface="Noto Sans KR" panose="020B0200000000000000" pitchFamily="50" charset="-127"/>
              </a:rPr>
              <a:t>Pending Items &amp; Year-end Audit Preparation</a:t>
            </a:r>
          </a:p>
        </p:txBody>
      </p:sp>
    </p:spTree>
    <p:extLst>
      <p:ext uri="{BB962C8B-B14F-4D97-AF65-F5344CB8AC3E}">
        <p14:creationId xmlns:p14="http://schemas.microsoft.com/office/powerpoint/2010/main" val="2031370532"/>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01</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제목 14">
            <a:extLst>
              <a:ext uri="{FF2B5EF4-FFF2-40B4-BE49-F238E27FC236}">
                <a16:creationId xmlns:a16="http://schemas.microsoft.com/office/drawing/2014/main" id="{30FF76B2-23BB-F23D-5A03-1AB5147D2B83}"/>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16" name="텍스트 개체 틀 15">
            <a:extLst>
              <a:ext uri="{FF2B5EF4-FFF2-40B4-BE49-F238E27FC236}">
                <a16:creationId xmlns:a16="http://schemas.microsoft.com/office/drawing/2014/main" id="{578F4448-CE93-81F2-77BC-2E76CBA5C5B3}"/>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Audit Schedule</a:t>
            </a:r>
          </a:p>
        </p:txBody>
      </p:sp>
      <p:sp>
        <p:nvSpPr>
          <p:cNvPr id="17" name="텍스트 개체 틀 16">
            <a:extLst>
              <a:ext uri="{FF2B5EF4-FFF2-40B4-BE49-F238E27FC236}">
                <a16:creationId xmlns:a16="http://schemas.microsoft.com/office/drawing/2014/main" id="{76C6D597-8D20-5D51-9532-4BD1D7F7C529}"/>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Interim Audit</a:t>
            </a:r>
          </a:p>
        </p:txBody>
      </p:sp>
      <p:sp>
        <p:nvSpPr>
          <p:cNvPr id="18" name="내용 개체 틀 17">
            <a:extLst>
              <a:ext uri="{FF2B5EF4-FFF2-40B4-BE49-F238E27FC236}">
                <a16:creationId xmlns:a16="http://schemas.microsoft.com/office/drawing/2014/main" id="{F9497090-6619-6BCF-D6F5-AAC98A6DDE24}"/>
              </a:ext>
            </a:extLst>
          </p:cNvPr>
          <p:cNvSpPr>
            <a:spLocks noGrp="1"/>
          </p:cNvSpPr>
          <p:nvPr>
            <p:ph sz="quarter" idx="15"/>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October 19–23, 2026 (5 days)</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Understanding key processes and internal controls (walkthrough tests)</a:t>
            </a:r>
          </a:p>
          <a:p>
            <a:pPr lvl="1"/>
            <a:r>
              <a:rPr lang="en-US" sz="1200" dirty="0">
                <a:latin typeface="Noto Sans KR" panose="020B0200000000000000" pitchFamily="50" charset="-127"/>
                <a:ea typeface="Noto Sans KR" panose="020B0200000000000000" pitchFamily="50" charset="-127"/>
              </a:rPr>
              <a:t>Testing the operating effectiveness of key controls (TOC)</a:t>
            </a:r>
          </a:p>
          <a:p>
            <a:pPr lvl="1"/>
            <a:r>
              <a:rPr lang="en-US" sz="1200" dirty="0">
                <a:latin typeface="Noto Sans KR" panose="020B0200000000000000" pitchFamily="50" charset="-127"/>
                <a:ea typeface="Noto Sans KR" panose="020B0200000000000000" pitchFamily="50" charset="-127"/>
              </a:rPr>
              <a:t>Analytical review of the September 2026 interim FS and review of statutory (K-GAAP) adjustments</a:t>
            </a:r>
          </a:p>
          <a:p>
            <a:pPr lvl="1"/>
            <a:r>
              <a:rPr lang="en-US" sz="1200" dirty="0">
                <a:latin typeface="Noto Sans KR" panose="020B0200000000000000" pitchFamily="50" charset="-127"/>
                <a:ea typeface="Noto Sans KR" panose="020B0200000000000000" pitchFamily="50" charset="-127"/>
              </a:rPr>
              <a:t>Analysis of significant transactions (Taxotere divestment, restructuring, etc.)</a:t>
            </a:r>
            <a:endParaRPr lang="ko-KR" altLang="en-US" sz="1200" dirty="0">
              <a:latin typeface="Noto Sans KR" panose="020B0200000000000000" pitchFamily="50" charset="-127"/>
              <a:ea typeface="Noto Sans KR" panose="020B0200000000000000" pitchFamily="50" charset="-127"/>
            </a:endParaRPr>
          </a:p>
          <a:p>
            <a:pPr lvl="1"/>
            <a:r>
              <a:rPr lang="en-US" sz="1200" dirty="0">
                <a:latin typeface="Noto Sans KR" panose="020B0200000000000000" pitchFamily="50" charset="-127"/>
                <a:ea typeface="Noto Sans KR" panose="020B0200000000000000" pitchFamily="50" charset="-127"/>
              </a:rPr>
              <a:t>Risk assessment and planning of year-end procedures</a:t>
            </a:r>
          </a:p>
        </p:txBody>
      </p:sp>
      <p:sp>
        <p:nvSpPr>
          <p:cNvPr id="19" name="텍스트 개체 틀 18">
            <a:extLst>
              <a:ext uri="{FF2B5EF4-FFF2-40B4-BE49-F238E27FC236}">
                <a16:creationId xmlns:a16="http://schemas.microsoft.com/office/drawing/2014/main" id="{8788F2E1-0703-8FE7-AD3B-7777CB634C62}"/>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Inventory Stock-take</a:t>
            </a:r>
          </a:p>
        </p:txBody>
      </p:sp>
      <p:sp>
        <p:nvSpPr>
          <p:cNvPr id="20" name="내용 개체 틀 19">
            <a:extLst>
              <a:ext uri="{FF2B5EF4-FFF2-40B4-BE49-F238E27FC236}">
                <a16:creationId xmlns:a16="http://schemas.microsoft.com/office/drawing/2014/main" id="{40F7342D-7B38-E4F7-FB0E-601171281FC2}"/>
              </a:ext>
            </a:extLst>
          </p:cNvPr>
          <p:cNvSpPr>
            <a:spLocks noGrp="1"/>
          </p:cNvSpPr>
          <p:nvPr>
            <p:ph sz="quarter" idx="17"/>
          </p:nvPr>
        </p:nvSpPr>
        <p:spPr/>
        <p:txBody>
          <a:bodyPr/>
          <a:lstStyle/>
          <a:p>
            <a:r>
              <a:rPr lang="en-US" b="1" dirty="0">
                <a:latin typeface="Noto Sans KR" panose="020B0200000000000000" pitchFamily="50" charset="-127"/>
                <a:ea typeface="Noto Sans KR" panose="020B0200000000000000" pitchFamily="50" charset="-127"/>
              </a:rPr>
              <a:t>Gunpo Warehouse</a:t>
            </a:r>
          </a:p>
          <a:p>
            <a:r>
              <a:rPr lang="en-US" b="1" dirty="0">
                <a:latin typeface="Noto Sans KR" panose="020B0200000000000000" pitchFamily="50" charset="-127"/>
                <a:ea typeface="Noto Sans KR" panose="020B0200000000000000" pitchFamily="50" charset="-127"/>
              </a:rPr>
              <a:t>December 29, 2026</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Attendance at the company's year-end inventory count</a:t>
            </a:r>
          </a:p>
          <a:p>
            <a:pPr lvl="1"/>
            <a:r>
              <a:rPr lang="en-US" sz="1200" dirty="0">
                <a:latin typeface="Noto Sans KR" panose="020B0200000000000000" pitchFamily="50" charset="-127"/>
                <a:ea typeface="Noto Sans KR" panose="020B0200000000000000" pitchFamily="50" charset="-127"/>
              </a:rPr>
              <a:t>Independent test counts of selected items</a:t>
            </a:r>
          </a:p>
          <a:p>
            <a:pPr lvl="1"/>
            <a:r>
              <a:rPr lang="en-US" sz="1200" dirty="0">
                <a:latin typeface="Noto Sans KR" panose="020B0200000000000000" pitchFamily="50" charset="-127"/>
                <a:ea typeface="Noto Sans KR" panose="020B0200000000000000" pitchFamily="50" charset="-127"/>
              </a:rPr>
              <a:t>Inspection of returned, expired and divested-product stock</a:t>
            </a:r>
          </a:p>
        </p:txBody>
      </p:sp>
      <p:sp>
        <p:nvSpPr>
          <p:cNvPr id="21" name="텍스트 개체 틀 20">
            <a:extLst>
              <a:ext uri="{FF2B5EF4-FFF2-40B4-BE49-F238E27FC236}">
                <a16:creationId xmlns:a16="http://schemas.microsoft.com/office/drawing/2014/main" id="{16FF46CB-4837-4BAE-A586-05760A65B7EE}"/>
              </a:ext>
            </a:extLst>
          </p:cNvPr>
          <p:cNvSpPr>
            <a:spLocks noGrp="1"/>
          </p:cNvSpPr>
          <p:nvPr>
            <p:ph type="body" sz="quarter" idx="21"/>
          </p:nvPr>
        </p:nvSpPr>
        <p:spPr/>
        <p:txBody>
          <a:bodyPr/>
          <a:lstStyle/>
          <a:p>
            <a:r>
              <a:rPr lang="en-US" dirty="0">
                <a:latin typeface="Noto Sans KR" panose="020B0200000000000000" pitchFamily="50" charset="-127"/>
                <a:ea typeface="Noto Sans KR" panose="020B0200000000000000" pitchFamily="50" charset="-127"/>
              </a:rPr>
              <a:t>Year-end Audit</a:t>
            </a:r>
          </a:p>
        </p:txBody>
      </p:sp>
      <p:sp>
        <p:nvSpPr>
          <p:cNvPr id="22" name="내용 개체 틀 21">
            <a:extLst>
              <a:ext uri="{FF2B5EF4-FFF2-40B4-BE49-F238E27FC236}">
                <a16:creationId xmlns:a16="http://schemas.microsoft.com/office/drawing/2014/main" id="{92381973-E2E0-8BF5-80DC-B909AA1C9B62}"/>
              </a:ext>
            </a:extLst>
          </p:cNvPr>
          <p:cNvSpPr>
            <a:spLocks noGrp="1"/>
          </p:cNvSpPr>
          <p:nvPr>
            <p:ph sz="quarter" idx="22"/>
          </p:nvPr>
        </p:nvSpPr>
        <p:spPr/>
        <p:txBody>
          <a:bodyPr/>
          <a:lstStyle/>
          <a:p>
            <a:r>
              <a:rPr lang="en-US" b="1" dirty="0">
                <a:latin typeface="Noto Sans KR" panose="020B0200000000000000" pitchFamily="50" charset="-127"/>
                <a:ea typeface="Noto Sans KR" panose="020B0200000000000000" pitchFamily="50" charset="-127"/>
              </a:rPr>
              <a:t>SAK Head Office and Remote</a:t>
            </a:r>
          </a:p>
          <a:p>
            <a:r>
              <a:rPr lang="en-US" b="1" dirty="0">
                <a:latin typeface="Noto Sans KR" panose="020B0200000000000000" pitchFamily="50" charset="-127"/>
                <a:ea typeface="Noto Sans KR" panose="020B0200000000000000" pitchFamily="50" charset="-127"/>
              </a:rPr>
              <a:t>February 10–16, 2027</a:t>
            </a:r>
          </a:p>
          <a:p>
            <a:r>
              <a:rPr lang="en-US" b="1" dirty="0">
                <a:latin typeface="Noto Sans KR" panose="020B0200000000000000" pitchFamily="50" charset="-127"/>
                <a:ea typeface="Noto Sans KR" panose="020B0200000000000000" pitchFamily="50" charset="-127"/>
              </a:rPr>
              <a:t>Description of Work</a:t>
            </a:r>
          </a:p>
          <a:p>
            <a:pPr lvl="1"/>
            <a:r>
              <a:rPr lang="en-US" sz="1200" dirty="0">
                <a:latin typeface="Noto Sans KR" panose="020B0200000000000000" pitchFamily="50" charset="-127"/>
                <a:ea typeface="Noto Sans KR" panose="020B0200000000000000" pitchFamily="50" charset="-127"/>
              </a:rPr>
              <a:t>Follow-up on interim findings and pending items</a:t>
            </a:r>
          </a:p>
          <a:p>
            <a:pPr lvl="1"/>
            <a:r>
              <a:rPr lang="en-US" sz="1200" dirty="0">
                <a:latin typeface="Noto Sans KR" panose="020B0200000000000000" pitchFamily="50" charset="-127"/>
                <a:ea typeface="Noto Sans KR" panose="020B0200000000000000" pitchFamily="50" charset="-127"/>
              </a:rPr>
              <a:t>Substantive procedures by account</a:t>
            </a:r>
          </a:p>
          <a:p>
            <a:pPr lvl="1"/>
            <a:r>
              <a:rPr lang="en-US" sz="1200" dirty="0">
                <a:latin typeface="Noto Sans KR" panose="020B0200000000000000" pitchFamily="50" charset="-127"/>
                <a:ea typeface="Noto Sans KR" panose="020B0200000000000000" pitchFamily="50" charset="-127"/>
              </a:rPr>
              <a:t>Bank and legal confirmations</a:t>
            </a:r>
          </a:p>
          <a:p>
            <a:pPr lvl="1"/>
            <a:r>
              <a:rPr lang="en-US" sz="1200" dirty="0">
                <a:latin typeface="Noto Sans KR" panose="020B0200000000000000" pitchFamily="50" charset="-127"/>
                <a:ea typeface="Noto Sans KR" panose="020B0200000000000000" pitchFamily="50" charset="-127"/>
              </a:rPr>
              <a:t>AR/AP confirmations and follow-up</a:t>
            </a:r>
          </a:p>
        </p:txBody>
      </p:sp>
      <p:sp>
        <p:nvSpPr>
          <p:cNvPr id="23" name="텍스트 개체 틀 22">
            <a:extLst>
              <a:ext uri="{FF2B5EF4-FFF2-40B4-BE49-F238E27FC236}">
                <a16:creationId xmlns:a16="http://schemas.microsoft.com/office/drawing/2014/main" id="{7CE08BE2-C19B-446C-6396-B9980B9285CC}"/>
              </a:ext>
            </a:extLst>
          </p:cNvPr>
          <p:cNvSpPr>
            <a:spLocks noGrp="1"/>
          </p:cNvSpPr>
          <p:nvPr>
            <p:ph type="body" sz="quarter" idx="23"/>
          </p:nvPr>
        </p:nvSpPr>
        <p:spPr/>
        <p:txBody>
          <a:bodyPr/>
          <a:lstStyle/>
          <a:p>
            <a:endParaRPr lang="ko-KR" altLang="en-US">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355215810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02</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107E5-9A92-C926-60AB-C08F17D90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77376-9F2C-7B83-B3A4-46E2A58E3F3E}"/>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51FE68D4-DD01-DF6C-0EAA-B9859C5F3EA9}"/>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Results of Walkthrough Tests and Tests of Controls</a:t>
            </a:r>
          </a:p>
        </p:txBody>
      </p:sp>
      <p:sp>
        <p:nvSpPr>
          <p:cNvPr id="10" name="Slide Number Placeholder 9">
            <a:extLst>
              <a:ext uri="{FF2B5EF4-FFF2-40B4-BE49-F238E27FC236}">
                <a16:creationId xmlns:a16="http://schemas.microsoft.com/office/drawing/2014/main" id="{ED207A9C-6D3C-3B5C-37B9-66BA4C43FD8B}"/>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6</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14A40072-9CD5-749A-912B-BED81473E8DD}"/>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Summary by Process</a:t>
            </a:r>
          </a:p>
        </p:txBody>
      </p:sp>
      <p:graphicFrame>
        <p:nvGraphicFramePr>
          <p:cNvPr id="90" name="Table 90"/>
          <p:cNvGraphicFramePr>
            <a:graphicFrameLocks noGrp="1"/>
          </p:cNvGraphicFramePr>
          <p:nvPr>
            <p:extLst>
              <p:ext uri="{D42A27DB-BD31-4B8C-83A1-F6EECF244321}">
                <p14:modId xmlns:p14="http://schemas.microsoft.com/office/powerpoint/2010/main" val="2740129069"/>
              </p:ext>
            </p:extLst>
          </p:nvPr>
        </p:nvGraphicFramePr>
        <p:xfrm>
          <a:off x="301752" y="2011680"/>
          <a:ext cx="11585448" cy="4038120"/>
        </p:xfrm>
        <a:graphic>
          <a:graphicData uri="http://schemas.openxmlformats.org/drawingml/2006/table">
            <a:tbl>
              <a:tblPr firstRow="1" bandRow="1"/>
              <a:tblGrid>
                <a:gridCol w="1824480">
                  <a:extLst>
                    <a:ext uri="{9D8B030D-6E8A-4147-A177-3AD203B41FA5}">
                      <a16:colId xmlns:a16="http://schemas.microsoft.com/office/drawing/2014/main" val="20000"/>
                    </a:ext>
                  </a:extLst>
                </a:gridCol>
                <a:gridCol w="2907992">
                  <a:extLst>
                    <a:ext uri="{9D8B030D-6E8A-4147-A177-3AD203B41FA5}">
                      <a16:colId xmlns:a16="http://schemas.microsoft.com/office/drawing/2014/main" val="20001"/>
                    </a:ext>
                  </a:extLst>
                </a:gridCol>
                <a:gridCol w="1773534">
                  <a:extLst>
                    <a:ext uri="{9D8B030D-6E8A-4147-A177-3AD203B41FA5}">
                      <a16:colId xmlns:a16="http://schemas.microsoft.com/office/drawing/2014/main" val="20002"/>
                    </a:ext>
                  </a:extLst>
                </a:gridCol>
                <a:gridCol w="1773534">
                  <a:extLst>
                    <a:ext uri="{9D8B030D-6E8A-4147-A177-3AD203B41FA5}">
                      <a16:colId xmlns:a16="http://schemas.microsoft.com/office/drawing/2014/main" val="20003"/>
                    </a:ext>
                  </a:extLst>
                </a:gridCol>
                <a:gridCol w="3305908">
                  <a:extLst>
                    <a:ext uri="{9D8B030D-6E8A-4147-A177-3AD203B41FA5}">
                      <a16:colId xmlns:a16="http://schemas.microsoft.com/office/drawing/2014/main" val="20004"/>
                    </a:ext>
                  </a:extLst>
                </a:gridCol>
              </a:tblGrid>
              <a:tr h="403812">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Process</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Key control</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WTT</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ko-KR" altLang="en-US" sz="1100" b="1" dirty="0">
                          <a:solidFill>
                            <a:srgbClr val="FFFFFF"/>
                          </a:solidFill>
                          <a:latin typeface="Noto Sans KR" panose="020B0200000000000000" pitchFamily="50" charset="-127"/>
                          <a:ea typeface="Noto Sans KR" panose="020B0200000000000000" pitchFamily="50" charset="-127"/>
                        </a:rPr>
                        <a:t>TOC</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100" b="1" dirty="0">
                          <a:solidFill>
                            <a:srgbClr val="FFFFFF"/>
                          </a:solidFill>
                          <a:latin typeface="Noto Sans KR" panose="020B0200000000000000" pitchFamily="50" charset="-127"/>
                          <a:ea typeface="Noto Sans KR" panose="020B0200000000000000" pitchFamily="50" charset="-127"/>
                        </a:rPr>
                        <a:t>Result / related observation</a:t>
                      </a:r>
                    </a:p>
                  </a:txBody>
                  <a:tcPr marL="54864" marR="54864" marT="27432" marB="27432"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Revenue / AR</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revenue reconciliation (SD–FI)</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p>
                    <a:p>
                      <a:pPr marL="0" indent="0" algn="ctr">
                        <a:buNone/>
                      </a:pPr>
                      <a:r>
                        <a:rPr lang="en-US" sz="1100" dirty="0">
                          <a:solidFill>
                            <a:srgbClr val="FF0000"/>
                          </a:solidFill>
                          <a:latin typeface="Noto Sans KR" panose="020B0200000000000000" pitchFamily="50" charset="-127"/>
                          <a:ea typeface="Noto Sans KR" panose="020B0200000000000000" pitchFamily="50" charset="-127"/>
                        </a:rPr>
                        <a:t>(*December to be tested)</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December to be tested at year-end</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Invoice generation (order–delivery–invoice matching)</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evidence by end of November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endParaRPr kumimoji="0" lang="ko-KR" alt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Bad debt allowance (credit report review)</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kumimoji="0" lang="en-US" sz="1100" b="0" i="0" u="none" strike="noStrike" kern="1200" cap="none" spc="0" normalizeH="0" baseline="0" noProof="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403812">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Revenue / AR</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Return approval</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kumimoji="0" lang="en-US" sz="1100" b="0" i="0" u="none" strike="noStrike" kern="1200" cap="none" spc="0" normalizeH="0" baseline="0" noProof="0" dirty="0">
                          <a:ln>
                            <a:noFill/>
                          </a:ln>
                          <a:solidFill>
                            <a:srgbClr val="464B4B"/>
                          </a:solidFill>
                          <a:effectLst/>
                          <a:uLnTx/>
                          <a:uFillTx/>
                          <a:latin typeface="Noto Sans KR" panose="020B0200000000000000" pitchFamily="50" charset="-127"/>
                          <a:ea typeface="Noto Sans KR" panose="020B0200000000000000" pitchFamily="50" charset="-127"/>
                          <a:cs typeface="+mn-cs"/>
                        </a:rPr>
                        <a:t>Completed</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Purchases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Goods receipt matching to supporting documents</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To be tested on receipt of goods receipt confirmations by end of October</a:t>
                      </a: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Inventory</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Monthly inventory quantity reconciliation (SAP–WMS)</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Treasury</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Payment approval</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Effective</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7"/>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HR</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r>
                        <a:rPr lang="en-US" sz="1100" dirty="0">
                          <a:solidFill>
                            <a:srgbClr val="464B4B"/>
                          </a:solidFill>
                          <a:latin typeface="Noto Sans KR" panose="020B0200000000000000" pitchFamily="50" charset="-127"/>
                          <a:ea typeface="Noto Sans KR" panose="020B0200000000000000" pitchFamily="50" charset="-127"/>
                        </a:rPr>
                        <a:t>Payroll (payroll register to payment)</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Completed</a:t>
                      </a: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tc>
                  <a:txBody>
                    <a:bodyPr/>
                    <a:lstStyle/>
                    <a:p>
                      <a:pPr marL="0" indent="0" algn="l">
                        <a:buNone/>
                      </a:pP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cap="flat" cmpd="sng" algn="ctr">
                      <a:solidFill>
                        <a:srgbClr val="B1B3B3"/>
                      </a:solidFill>
                      <a:prstDash val="solid"/>
                      <a:round/>
                      <a:headEnd type="none" w="med" len="med"/>
                      <a:tailEnd type="none" w="med" len="med"/>
                    </a:lnB>
                    <a:solidFill>
                      <a:srgbClr val="F4F4F4"/>
                    </a:solidFill>
                  </a:tcPr>
                </a:tc>
                <a:extLst>
                  <a:ext uri="{0D108BD9-81ED-4DB2-BD59-A6C34878D82A}">
                    <a16:rowId xmlns:a16="http://schemas.microsoft.com/office/drawing/2014/main" val="10008"/>
                  </a:ext>
                </a:extLst>
              </a:tr>
              <a:tr h="403812">
                <a:tc>
                  <a:txBody>
                    <a:bodyPr/>
                    <a:lstStyle/>
                    <a:p>
                      <a:pPr marL="0" indent="0" algn="ctr">
                        <a:buNone/>
                      </a:pPr>
                      <a:r>
                        <a:rPr lang="en-US" sz="1100" dirty="0">
                          <a:solidFill>
                            <a:srgbClr val="464B4B"/>
                          </a:solidFill>
                          <a:latin typeface="Noto Sans KR" panose="020B0200000000000000" pitchFamily="50" charset="-127"/>
                          <a:ea typeface="Noto Sans KR" panose="020B0200000000000000" pitchFamily="50" charset="-127"/>
                        </a:rPr>
                        <a:t>Fixed assets</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Asset acquisition (purchase request to asset registration)</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FF0000"/>
                          </a:solidFill>
                          <a:latin typeface="Noto Sans KR" panose="020B0200000000000000" pitchFamily="50" charset="-127"/>
                          <a:ea typeface="Noto Sans KR" panose="020B0200000000000000" pitchFamily="50" charset="-127"/>
                        </a:rPr>
                        <a:t>Pending</a:t>
                      </a:r>
                      <a:endParaRPr lang="ko-KR" altLang="en-US" sz="1100" dirty="0">
                        <a:solidFill>
                          <a:srgbClr val="FF0000"/>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indent="0" algn="ctr">
                        <a:buNone/>
                      </a:pPr>
                      <a:r>
                        <a:rPr lang="en-US" altLang="ko-KR" sz="1100" dirty="0">
                          <a:solidFill>
                            <a:srgbClr val="464B4B"/>
                          </a:solidFill>
                          <a:latin typeface="Noto Sans KR" panose="020B0200000000000000" pitchFamily="50" charset="-127"/>
                          <a:ea typeface="Noto Sans KR" panose="020B0200000000000000" pitchFamily="50" charset="-127"/>
                        </a:rPr>
                        <a:t>N/A</a:t>
                      </a:r>
                      <a:endParaRPr lang="ko-KR" altLang="en-US" sz="1100" dirty="0">
                        <a:solidFill>
                          <a:srgbClr val="464B4B"/>
                        </a:solidFill>
                        <a:latin typeface="Noto Sans KR" panose="020B0200000000000000" pitchFamily="50" charset="-127"/>
                        <a:ea typeface="Noto Sans KR" panose="020B0200000000000000" pitchFamily="50" charset="-127"/>
                      </a:endParaRPr>
                    </a:p>
                  </a:txBody>
                  <a:tcPr marL="54864" marR="54864" marT="27432" marB="27432" anchor="ctr">
                    <a:lnL w="0">
                      <a:noFill/>
                    </a:lnL>
                    <a:lnR w="0">
                      <a:noFill/>
                    </a:lnR>
                    <a:lnT w="6350">
                      <a:solidFill>
                        <a:srgbClr val="B1B3B3"/>
                      </a:solidFill>
                    </a:lnT>
                    <a:lnB w="6350">
                      <a:solidFill>
                        <a:srgbClr val="B1B3B3"/>
                      </a:solidFill>
                    </a:lnB>
                    <a:solidFill>
                      <a:srgbClr val="F4F4F4"/>
                    </a:solid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1100" dirty="0">
                          <a:solidFill>
                            <a:srgbClr val="464B4B"/>
                          </a:solidFill>
                          <a:latin typeface="Noto Sans KR" panose="020B0200000000000000" pitchFamily="50" charset="-127"/>
                          <a:ea typeface="Noto Sans KR" panose="020B0200000000000000" pitchFamily="50" charset="-127"/>
                        </a:rPr>
                        <a:t>WTT evidence partly outstanding</a:t>
                      </a:r>
                    </a:p>
                  </a:txBody>
                  <a:tcPr marL="54864" marR="54864" marT="27432" marB="27432"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947575566"/>
                  </a:ext>
                </a:extLst>
              </a:tr>
            </a:tbl>
          </a:graphicData>
        </a:graphic>
      </p:graphicFrame>
    </p:spTree>
    <p:extLst>
      <p:ext uri="{BB962C8B-B14F-4D97-AF65-F5344CB8AC3E}">
        <p14:creationId xmlns:p14="http://schemas.microsoft.com/office/powerpoint/2010/main" val="426986721"/>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03</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Of the balance carried forward from the prior year (KRW 3,545m), only KRW 645m for the employee who retired on September 30 (paid in October) is supported. The remaining KRW 2,901m should be reversed unless there is a plan for its subsequent use.</a:t>
            </a:r>
          </a:p>
          <a:p>
            <a:pPr lvl="1"/>
            <a:r>
              <a:rPr lang="en-US" sz="1300" dirty="0">
                <a:latin typeface="Noto Sans KR" panose="020B0200000000000000" pitchFamily="50" charset="-127"/>
                <a:ea typeface="Noto Sans KR" panose="020B0200000000000000" pitchFamily="50" charset="-127"/>
              </a:rPr>
              <a:t>For the 2026 provisions (KRW 970m in total), we inspected the resignation agreements of 2 employees retiring after September (KRW 808m in total). The agreements are concluded and meet the recognition criteria (K-GAAP Chapter 14).</a:t>
            </a:r>
          </a:p>
          <a:p>
            <a:pPr lvl="1"/>
            <a:r>
              <a:rPr lang="en-US" sz="1300" dirty="0">
                <a:latin typeface="Noto Sans KR" panose="020B0200000000000000" pitchFamily="50" charset="-127"/>
                <a:ea typeface="Noto Sans KR" panose="020B0200000000000000" pitchFamily="50" charset="-127"/>
              </a:rPr>
              <a:t>However, 4 provisions (KRW 970m) were booked in 2026, KRW 162m more than the amount for the 2 employees (KRW 808m). A restructuring provision may be recognised only to the extent the recognition criteria (a formal, detailed plan that has been announced) are met.</a:t>
            </a:r>
            <a:endParaRPr lang="ko-KR" altLang="en-US" sz="1300" dirty="0">
              <a:highlight>
                <a:srgbClr val="FFFF00"/>
              </a:highlight>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8</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Restructuring (Voluntary Retirement Program, VRP)</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a:xfrm>
            <a:off x="301752" y="2587752"/>
            <a:ext cx="5650992" cy="3314448"/>
          </a:xfrm>
        </p:spPr>
        <p:txBody>
          <a:bodyPr/>
          <a:lstStyle/>
          <a:p>
            <a:pPr lvl="1"/>
            <a:r>
              <a:rPr lang="en-US" sz="1300" dirty="0">
                <a:latin typeface="Noto Sans KR" panose="020B0200000000000000" pitchFamily="50" charset="-127"/>
                <a:ea typeface="Noto Sans KR" panose="020B0200000000000000" pitchFamily="50" charset="-127"/>
              </a:rPr>
              <a:t>The restructuring provision at FY2025 year-end was KRW 17.0bn (KRW 9.0bn for the 19 employees who retired on December 31, 2025). The restructuring was expected to continue into 2026 (29 participants planned).</a:t>
            </a:r>
            <a:endParaRPr lang="en-US" altLang="ko-KR"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Movements in the restructuring provision during 2026:</a:t>
            </a:r>
            <a:endParaRPr lang="ko-KR" altLang="en-US" sz="1300" dirty="0">
              <a:latin typeface="Noto Sans KR" panose="020B0200000000000000" pitchFamily="50" charset="-127"/>
              <a:ea typeface="Noto Sans KR" panose="020B0200000000000000" pitchFamily="50" charset="-127"/>
            </a:endParaRPr>
          </a:p>
        </p:txBody>
      </p:sp>
      <p:graphicFrame>
        <p:nvGraphicFramePr>
          <p:cNvPr id="90" name="Table 90"/>
          <p:cNvGraphicFramePr>
            <a:graphicFrameLocks noGrp="1"/>
          </p:cNvGraphicFramePr>
          <p:nvPr>
            <p:extLst>
              <p:ext uri="{D42A27DB-BD31-4B8C-83A1-F6EECF244321}">
                <p14:modId xmlns:p14="http://schemas.microsoft.com/office/powerpoint/2010/main" val="3592816847"/>
              </p:ext>
            </p:extLst>
          </p:nvPr>
        </p:nvGraphicFramePr>
        <p:xfrm>
          <a:off x="658888" y="3840480"/>
          <a:ext cx="5289548" cy="1728216"/>
        </p:xfrm>
        <a:graphic>
          <a:graphicData uri="http://schemas.openxmlformats.org/drawingml/2006/table">
            <a:tbl>
              <a:tblPr firstRow="1" bandRow="1"/>
              <a:tblGrid>
                <a:gridCol w="1833103">
                  <a:extLst>
                    <a:ext uri="{9D8B030D-6E8A-4147-A177-3AD203B41FA5}">
                      <a16:colId xmlns:a16="http://schemas.microsoft.com/office/drawing/2014/main" val="20000"/>
                    </a:ext>
                  </a:extLst>
                </a:gridCol>
                <a:gridCol w="691289">
                  <a:extLst>
                    <a:ext uri="{9D8B030D-6E8A-4147-A177-3AD203B41FA5}">
                      <a16:colId xmlns:a16="http://schemas.microsoft.com/office/drawing/2014/main" val="20001"/>
                    </a:ext>
                  </a:extLst>
                </a:gridCol>
                <a:gridCol w="691289">
                  <a:extLst>
                    <a:ext uri="{9D8B030D-6E8A-4147-A177-3AD203B41FA5}">
                      <a16:colId xmlns:a16="http://schemas.microsoft.com/office/drawing/2014/main" val="20002"/>
                    </a:ext>
                  </a:extLst>
                </a:gridCol>
                <a:gridCol w="691289">
                  <a:extLst>
                    <a:ext uri="{9D8B030D-6E8A-4147-A177-3AD203B41FA5}">
                      <a16:colId xmlns:a16="http://schemas.microsoft.com/office/drawing/2014/main" val="20003"/>
                    </a:ext>
                  </a:extLst>
                </a:gridCol>
                <a:gridCol w="691289">
                  <a:extLst>
                    <a:ext uri="{9D8B030D-6E8A-4147-A177-3AD203B41FA5}">
                      <a16:colId xmlns:a16="http://schemas.microsoft.com/office/drawing/2014/main" val="20004"/>
                    </a:ext>
                  </a:extLst>
                </a:gridCol>
                <a:gridCol w="691289">
                  <a:extLst>
                    <a:ext uri="{9D8B030D-6E8A-4147-A177-3AD203B41FA5}">
                      <a16:colId xmlns:a16="http://schemas.microsoft.com/office/drawing/2014/main" val="20005"/>
                    </a:ext>
                  </a:extLst>
                </a:gridCol>
              </a:tblGrid>
              <a:tr h="246888">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Movement (KRW m)</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Opening</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Provided</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Reversed</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Used</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1000" b="1" dirty="0">
                          <a:solidFill>
                            <a:srgbClr val="FFFFFF"/>
                          </a:solidFill>
                          <a:latin typeface="Noto Sans KR" panose="020B0200000000000000" pitchFamily="50" charset="-127"/>
                          <a:ea typeface="Noto Sans KR" panose="020B0200000000000000" pitchFamily="50" charset="-127"/>
                        </a:rPr>
                        <a:t>Sep-26</a:t>
                      </a:r>
                    </a:p>
                  </a:txBody>
                  <a:tcPr marL="45720" marR="45720" marT="18288" marB="18288"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Prior-year programs ('25 Drive 2 etc.)</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3,545</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Key market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390</a:t>
                      </a:r>
                    </a:p>
                  </a:txBody>
                  <a:tcPr marL="45720" marR="45720" marT="18288" marB="18288" anchor="ctr">
                    <a:lnL w="0">
                      <a:noFill/>
                    </a:lnL>
                    <a:lnR w="0">
                      <a:noFill/>
                    </a:lnR>
                    <a:lnT w="6350" cap="flat" cmpd="sng" algn="ctr">
                      <a:solidFill>
                        <a:srgbClr val="B1B3B3"/>
                      </a:solidFill>
                      <a:prstDash val="solid"/>
                      <a:round/>
                      <a:headEnd type="none" w="med" len="med"/>
                      <a:tailEnd type="none" w="med" len="med"/>
                    </a:lnT>
                    <a:lnB w="6350">
                      <a:solidFill>
                        <a:srgbClr val="B1B3B3"/>
                      </a:solidFill>
                    </a:lnB>
                    <a:noFill/>
                  </a:tcPr>
                </a:tc>
                <a:extLst>
                  <a:ext uri="{0D108BD9-81ED-4DB2-BD59-A6C34878D82A}">
                    <a16:rowId xmlns:a16="http://schemas.microsoft.com/office/drawing/2014/main" val="10003"/>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a:t>
                      </a:r>
                      <a:r>
                        <a:rPr lang="ko-KR" altLang="en-US" sz="1000" dirty="0" err="1">
                          <a:latin typeface="Noto Sans KR" panose="020B0200000000000000" pitchFamily="50" charset="-127"/>
                          <a:ea typeface="Noto Sans KR" panose="020B0200000000000000" pitchFamily="50" charset="-127"/>
                        </a:rPr>
                        <a:t>Procurement</a:t>
                      </a:r>
                      <a:r>
                        <a:rPr lang="ko-KR" altLang="en-US" sz="1000" dirty="0">
                          <a:latin typeface="Noto Sans KR" panose="020B0200000000000000" pitchFamily="50" charset="-127"/>
                          <a:ea typeface="Noto Sans KR" panose="020B0200000000000000" pitchFamily="50" charset="-127"/>
                        </a:rPr>
                        <a:t> </a:t>
                      </a:r>
                      <a:r>
                        <a:rPr lang="ko-KR" altLang="en-US" sz="1000" dirty="0" err="1">
                          <a:latin typeface="Noto Sans KR" panose="020B0200000000000000" pitchFamily="50" charset="-127"/>
                          <a:ea typeface="Noto Sans KR" panose="020B0200000000000000" pitchFamily="50" charset="-127"/>
                        </a:rPr>
                        <a:t>transformation</a:t>
                      </a:r>
                      <a:endParaRPr lang="ko-KR" altLang="en-US" sz="1000" dirty="0">
                        <a:latin typeface="Noto Sans KR" panose="020B0200000000000000" pitchFamily="50" charset="-127"/>
                        <a:ea typeface="Noto Sans KR" panose="020B0200000000000000" pitchFamily="50" charset="-127"/>
                      </a:endParaRP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294</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246888">
                <a:tc>
                  <a:txBody>
                    <a:bodyPr/>
                    <a:lstStyle/>
                    <a:p>
                      <a:pPr marL="0" indent="0" algn="l">
                        <a:buNone/>
                      </a:pPr>
                      <a:r>
                        <a:rPr lang="ko-KR" altLang="en-US" sz="1000" dirty="0">
                          <a:latin typeface="Noto Sans KR" panose="020B0200000000000000" pitchFamily="50" charset="-127"/>
                          <a:ea typeface="Noto Sans KR" panose="020B0200000000000000" pitchFamily="50" charset="-127"/>
                        </a:rPr>
                        <a:t>'26 DD&amp;O footprint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no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249</a:t>
                      </a:r>
                    </a:p>
                  </a:txBody>
                  <a:tcPr marL="45720" marR="45720" marT="18288" marB="18288"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r h="246888">
                <a:tc>
                  <a:txBody>
                    <a:bodyPr/>
                    <a:lstStyle/>
                    <a:p>
                      <a:pPr marL="0" indent="0" algn="l">
                        <a:buNone/>
                      </a:pPr>
                      <a:r>
                        <a:rPr lang="en-US" sz="1000" dirty="0">
                          <a:latin typeface="Noto Sans KR" panose="020B0200000000000000" pitchFamily="50" charset="-127"/>
                          <a:ea typeface="Noto Sans KR" panose="020B0200000000000000" pitchFamily="50" charset="-127"/>
                        </a:rPr>
                        <a:t>'26 Argos (additional)</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tc>
                  <a:txBody>
                    <a:bodyPr/>
                    <a:lstStyle/>
                    <a:p>
                      <a:pPr marL="0" indent="0" algn="r">
                        <a:buNone/>
                      </a:pPr>
                      <a:r>
                        <a:rPr lang="ko-KR" altLang="en-US" sz="1000" dirty="0">
                          <a:latin typeface="Noto Sans KR" panose="020B0200000000000000" pitchFamily="50" charset="-127"/>
                          <a:ea typeface="Noto Sans KR" panose="020B0200000000000000" pitchFamily="50" charset="-127"/>
                        </a:rPr>
                        <a:t>37</a:t>
                      </a:r>
                    </a:p>
                  </a:txBody>
                  <a:tcPr marL="45720" marR="45720" marT="18288" marB="18288"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6"/>
                  </a:ext>
                </a:extLst>
              </a:tr>
              <a:tr h="246888">
                <a:tc>
                  <a:txBody>
                    <a:bodyPr/>
                    <a:lstStyle/>
                    <a:p>
                      <a:pPr marL="0" indent="0" algn="l">
                        <a:buNone/>
                      </a:pPr>
                      <a:r>
                        <a:rPr lang="en-US" sz="1000" b="1" dirty="0">
                          <a:latin typeface="Noto Sans KR" panose="020B0200000000000000" pitchFamily="50" charset="-127"/>
                          <a:ea typeface="Noto Sans KR" panose="020B0200000000000000" pitchFamily="50" charset="-127"/>
                        </a:rPr>
                        <a:t>Total</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16,996</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970</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(2,352)</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(11,099)</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tc>
                  <a:txBody>
                    <a:bodyPr/>
                    <a:lstStyle/>
                    <a:p>
                      <a:pPr marL="0" indent="0" algn="r">
                        <a:buNone/>
                      </a:pPr>
                      <a:r>
                        <a:rPr lang="ko-KR" altLang="en-US" sz="1000" b="1" dirty="0">
                          <a:latin typeface="Noto Sans KR" panose="020B0200000000000000" pitchFamily="50" charset="-127"/>
                          <a:ea typeface="Noto Sans KR" panose="020B0200000000000000" pitchFamily="50" charset="-127"/>
                        </a:rPr>
                        <a:t>4,515</a:t>
                      </a:r>
                    </a:p>
                  </a:txBody>
                  <a:tcPr marL="45720" marR="45720" marT="18288" marB="18288" anchor="ctr">
                    <a:lnL w="0">
                      <a:noFill/>
                    </a:lnL>
                    <a:lnR w="0">
                      <a:noFill/>
                    </a:lnR>
                    <a:lnT w="6350">
                      <a:solidFill>
                        <a:srgbClr val="B1B3B3"/>
                      </a:solidFill>
                    </a:lnT>
                    <a:lnB w="6350">
                      <a:solidFill>
                        <a:srgbClr val="B1B3B3"/>
                      </a:solidFill>
                    </a:lnB>
                    <a:solidFill>
                      <a:srgbClr val="DCE9F7"/>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The extension is again a change in accounting estimate (K-GAAP Chapter 5). The remaining carrying amounts of the restoration asset and leasehold improvements should be depreciated prospectively to May 2027 (period of use).</a:t>
            </a:r>
          </a:p>
          <a:p>
            <a:pPr lvl="1"/>
            <a:r>
              <a:rPr lang="en-US" sz="1300" dirty="0">
                <a:latin typeface="Noto Sans KR" panose="020B0200000000000000" pitchFamily="50" charset="-127"/>
                <a:ea typeface="Noto Sans KR" panose="020B0200000000000000" pitchFamily="50" charset="-127"/>
              </a:rPr>
              <a:t>The restoration provision should be remeasured at year-end. The previous estimate (3,780.6㎡ × KRW 242,000 = KRW 915m, discount rate 2%, timing December 2026) should be updated to the latest quote and the new timing (May 2027). The discounting effect of the delay is expected to be immaterial (about KRW 9m).</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The deposit is refundable within one year and should be reclassified to current assets (KRW 1,181m).</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9</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Banpo Office Lease – Useful Life, Restoration Provision and Deposit</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In FY2025, the useful life of the Banpo leasehold improvements was shortened to the remaining lease term (to November 2026), adding KRW 340m of depreciation.</a:t>
            </a:r>
          </a:p>
          <a:p>
            <a:pPr lvl="1"/>
            <a:r>
              <a:rPr lang="en-US" sz="1300" dirty="0">
                <a:latin typeface="Noto Sans KR" panose="020B0200000000000000" pitchFamily="50" charset="-127"/>
                <a:ea typeface="Noto Sans KR" panose="020B0200000000000000" pitchFamily="50" charset="-127"/>
              </a:rPr>
              <a:t>On June 15, 2026, the company exercised its extension option. On June 28, 2026, the landlord approved the extension to May 31, 2027 (same deposit and rent).</a:t>
            </a:r>
          </a:p>
          <a:p>
            <a:pPr lvl="1"/>
            <a:r>
              <a:rPr lang="en-US" sz="1300" dirty="0">
                <a:latin typeface="Noto Sans KR" panose="020B0200000000000000" pitchFamily="50" charset="-127"/>
                <a:ea typeface="Noto Sans KR" panose="020B0200000000000000" pitchFamily="50" charset="-127"/>
              </a:rPr>
              <a:t>As the landlord has signed with a new tenant from June 1, 2027, the company must complete restoration works and return the premises by May 31, 2027.</a:t>
            </a:r>
          </a:p>
          <a:p>
            <a:pPr lvl="1"/>
            <a:r>
              <a:rPr lang="en-US" sz="1300" dirty="0">
                <a:latin typeface="Noto Sans KR" panose="020B0200000000000000" pitchFamily="50" charset="-127"/>
                <a:ea typeface="Noto Sans KR" panose="020B0200000000000000" pitchFamily="50" charset="-127"/>
              </a:rPr>
              <a:t>Balances at September 30: restoration provision KRW 912m; restoration asset cost KRW 844m, accumulated depreciation KRW 815m (depreciated to November 2026 per the asset register); lease deposit KRW 1,181m (classified as non-current).</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Follow-up of Prior Year-end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Background:</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10</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Customs Audit (FY2020–2025)</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The customs audit (period covered: December 1, 2020 to November 30, 2025; audit performed December 1, 2025 to June 7, 2026, Incheon Customs) has been completed. At FY2025 year-end it was in progress and was disclosed as a contingent liability.</a:t>
            </a:r>
          </a:p>
          <a:p>
            <a:pPr lvl="1"/>
            <a:r>
              <a:rPr lang="en-US" sz="1300" dirty="0">
                <a:latin typeface="Noto Sans KR" panose="020B0200000000000000" pitchFamily="50" charset="-127"/>
                <a:ea typeface="Noto Sans KR" panose="020B0200000000000000" pitchFamily="50" charset="-127"/>
              </a:rPr>
              <a:t>Per the result notice dated July 23, 2026, the audit was concluded with corrections of KRW 194m (customs duty 13, VAT 141, penalties 39). No violations of law were noted.</a:t>
            </a:r>
          </a:p>
          <a:p>
            <a:pPr lvl="1"/>
            <a:r>
              <a:rPr lang="en-US" sz="1300" dirty="0">
                <a:latin typeface="Noto Sans KR" panose="020B0200000000000000" pitchFamily="50" charset="-127"/>
                <a:ea typeface="Noto Sans KR" panose="020B0200000000000000" pitchFamily="50" charset="-127"/>
              </a:rPr>
              <a:t>Additional payments by issue (KRW m): Rezurock royalty omitted from customs value (VAT 109, penalty 22); clinical drug R&amp;D unit price error (duty 12, VAT 24, penalty 14); commercial TP (VAT 7, penalty 3).</a:t>
            </a:r>
          </a:p>
          <a:p>
            <a:pPr lvl="1"/>
            <a:r>
              <a:rPr lang="en-US" sz="1300" dirty="0">
                <a:latin typeface="Noto Sans KR" panose="020B0200000000000000" pitchFamily="50" charset="-127"/>
                <a:ea typeface="Noto Sans KR" panose="020B0200000000000000" pitchFamily="50" charset="-127"/>
              </a:rPr>
              <a:t>Amended returns were filed and paid in April 2026.</a:t>
            </a:r>
          </a:p>
        </p:txBody>
      </p:sp>
      <p:sp>
        <p:nvSpPr>
          <p:cNvPr id="9" name="텍스트 개체 틀 8">
            <a:extLst>
              <a:ext uri="{FF2B5EF4-FFF2-40B4-BE49-F238E27FC236}">
                <a16:creationId xmlns:a16="http://schemas.microsoft.com/office/drawing/2014/main" id="{360C5747-CF92-616A-A101-37B11D9CECC7}"/>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Audit assessment:</a:t>
            </a:r>
          </a:p>
        </p:txBody>
      </p:sp>
      <p:sp>
        <p:nvSpPr>
          <p:cNvPr id="13" name="내용 개체 틀 12">
            <a:extLst>
              <a:ext uri="{FF2B5EF4-FFF2-40B4-BE49-F238E27FC236}">
                <a16:creationId xmlns:a16="http://schemas.microsoft.com/office/drawing/2014/main" id="{AB8AD063-1277-368B-D922-FDC36709273B}"/>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As the result is final and fully paid, no related liability remains at September 30.</a:t>
            </a:r>
          </a:p>
          <a:p>
            <a:pPr lvl="1"/>
            <a:r>
              <a:rPr lang="en-US" sz="1300" dirty="0">
                <a:latin typeface="Noto Sans KR" panose="020B0200000000000000" pitchFamily="50" charset="-127"/>
                <a:ea typeface="Noto Sans KR" panose="020B0200000000000000" pitchFamily="50" charset="-127"/>
              </a:rPr>
              <a:t>Customs duty and penalties of KRW 53m were recognised in income tax expense (Other tax based on income). As they are not income taxes, they should be reclassified to SG&amp;A (taxes and dues).</a:t>
            </a:r>
            <a:endParaRPr lang="ko-KR" altLang="en-US" sz="1300" dirty="0">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VAT of KRW 141m is deductible input VAT. It was recorded as VAT receivable and credited in the Q2 VAT return. No issue noted.</a:t>
            </a:r>
            <a:endParaRPr lang="ko-KR" altLang="en-US" sz="1300" dirty="0">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04</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12</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Taxotere Divestment – Inventory Transfers and Settlement</a:t>
            </a:r>
          </a:p>
        </p:txBody>
      </p:sp>
      <p:graphicFrame>
        <p:nvGraphicFramePr>
          <p:cNvPr id="23" name="Table 90">
            <a:extLst>
              <a:ext uri="{FF2B5EF4-FFF2-40B4-BE49-F238E27FC236}">
                <a16:creationId xmlns:a16="http://schemas.microsoft.com/office/drawing/2014/main" id="{127FBFCC-F30B-562D-460A-C06D2413FAF6}"/>
              </a:ext>
            </a:extLst>
          </p:cNvPr>
          <p:cNvGraphicFramePr>
            <a:graphicFrameLocks noGrp="1"/>
          </p:cNvGraphicFramePr>
          <p:nvPr>
            <p:extLst>
              <p:ext uri="{D42A27DB-BD31-4B8C-83A1-F6EECF244321}">
                <p14:modId xmlns:p14="http://schemas.microsoft.com/office/powerpoint/2010/main" val="1235741141"/>
              </p:ext>
            </p:extLst>
          </p:nvPr>
        </p:nvGraphicFramePr>
        <p:xfrm>
          <a:off x="301752" y="1965960"/>
          <a:ext cx="11585445" cy="4178832"/>
        </p:xfrm>
        <a:graphic>
          <a:graphicData uri="http://schemas.openxmlformats.org/drawingml/2006/table">
            <a:tbl>
              <a:tblPr firstRow="1" bandRow="1"/>
              <a:tblGrid>
                <a:gridCol w="256842">
                  <a:extLst>
                    <a:ext uri="{9D8B030D-6E8A-4147-A177-3AD203B41FA5}">
                      <a16:colId xmlns:a16="http://schemas.microsoft.com/office/drawing/2014/main" val="20000"/>
                    </a:ext>
                  </a:extLst>
                </a:gridCol>
                <a:gridCol w="1601900">
                  <a:extLst>
                    <a:ext uri="{9D8B030D-6E8A-4147-A177-3AD203B41FA5}">
                      <a16:colId xmlns:a16="http://schemas.microsoft.com/office/drawing/2014/main" val="20001"/>
                    </a:ext>
                  </a:extLst>
                </a:gridCol>
                <a:gridCol w="2124635">
                  <a:extLst>
                    <a:ext uri="{9D8B030D-6E8A-4147-A177-3AD203B41FA5}">
                      <a16:colId xmlns:a16="http://schemas.microsoft.com/office/drawing/2014/main" val="20002"/>
                    </a:ext>
                  </a:extLst>
                </a:gridCol>
                <a:gridCol w="1264024">
                  <a:extLst>
                    <a:ext uri="{9D8B030D-6E8A-4147-A177-3AD203B41FA5}">
                      <a16:colId xmlns:a16="http://schemas.microsoft.com/office/drawing/2014/main" val="20003"/>
                    </a:ext>
                  </a:extLst>
                </a:gridCol>
                <a:gridCol w="4840941">
                  <a:extLst>
                    <a:ext uri="{9D8B030D-6E8A-4147-A177-3AD203B41FA5}">
                      <a16:colId xmlns:a16="http://schemas.microsoft.com/office/drawing/2014/main" val="20004"/>
                    </a:ext>
                  </a:extLst>
                </a:gridCol>
                <a:gridCol w="1497103">
                  <a:extLst>
                    <a:ext uri="{9D8B030D-6E8A-4147-A177-3AD203B41FA5}">
                      <a16:colId xmlns:a16="http://schemas.microsoft.com/office/drawing/2014/main" val="20005"/>
                    </a:ext>
                  </a:extLst>
                </a:gridCol>
              </a:tblGrid>
              <a:tr h="292632">
                <a:tc>
                  <a:txBody>
                    <a:bodyPr/>
                    <a:lstStyle/>
                    <a:p>
                      <a:pPr marL="0" indent="0" algn="ctr">
                        <a:buNone/>
                      </a:pPr>
                      <a:r>
                        <a:rPr lang="ko-KR" altLang="en-US" sz="900" b="1" dirty="0">
                          <a:solidFill>
                            <a:srgbClr val="FFFFFF"/>
                          </a:solidFill>
                          <a:latin typeface="Noto Sans KR" panose="020B0200000000000000" pitchFamily="50" charset="-127"/>
                          <a:ea typeface="Noto Sans KR" panose="020B0200000000000000" pitchFamily="50" charset="-127"/>
                        </a:rPr>
                        <a: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Transaction (basis, timing)</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Amount (KRW m)</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Company treatment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Audit assessment</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tc>
                  <a:txBody>
                    <a:bodyPr/>
                    <a:lstStyle/>
                    <a:p>
                      <a:pPr marL="0" indent="0" algn="ctr">
                        <a:buNone/>
                      </a:pPr>
                      <a:r>
                        <a:rPr lang="en-US" sz="900" b="1" dirty="0">
                          <a:solidFill>
                            <a:srgbClr val="FFFFFF"/>
                          </a:solidFill>
                          <a:latin typeface="Noto Sans KR" panose="020B0200000000000000" pitchFamily="50" charset="-127"/>
                          <a:ea typeface="Noto Sans KR" panose="020B0200000000000000" pitchFamily="50" charset="-127"/>
                        </a:rPr>
                        <a:t>Follow-up</a:t>
                      </a:r>
                    </a:p>
                  </a:txBody>
                  <a:tcPr marL="45720" marR="45720" marT="22860" marB="22860" anchor="ctr">
                    <a:lnL w="0">
                      <a:noFill/>
                    </a:lnL>
                    <a:lnR w="0">
                      <a:noFill/>
                    </a:lnR>
                    <a:lnT w="6350">
                      <a:solidFill>
                        <a:srgbClr val="B1B3B3"/>
                      </a:solidFill>
                    </a:lnT>
                    <a:lnB w="6350">
                      <a:solidFill>
                        <a:srgbClr val="B1B3B3"/>
                      </a:solidFill>
                    </a:lnB>
                    <a:solidFill>
                      <a:srgbClr val="0072CE"/>
                    </a:solidFill>
                  </a:tcPr>
                </a:tc>
                <a:extLst>
                  <a:ext uri="{0D108BD9-81ED-4DB2-BD59-A6C34878D82A}">
                    <a16:rowId xmlns:a16="http://schemas.microsoft.com/office/drawing/2014/main" val="10000"/>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1</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Sale of Closing inventory</a:t>
                      </a:r>
                    </a:p>
                    <a:p>
                      <a:pPr marL="0" indent="0" algn="l">
                        <a:buNone/>
                      </a:pPr>
                      <a:r>
                        <a:rPr lang="en-US" altLang="ko-KR" sz="850" b="0" dirty="0">
                          <a:solidFill>
                            <a:srgbClr val="464B4B"/>
                          </a:solidFill>
                          <a:latin typeface="Noto Sans KR" panose="020B0200000000000000" pitchFamily="50" charset="-127"/>
                          <a:ea typeface="Noto Sans KR" panose="020B0200000000000000" pitchFamily="50" charset="-127"/>
                        </a:rPr>
                        <a:t>*</a:t>
                      </a:r>
                      <a:r>
                        <a:rPr lang="ko-KR" altLang="en-US" sz="850" b="0" dirty="0">
                          <a:solidFill>
                            <a:srgbClr val="464B4B"/>
                          </a:solidFill>
                          <a:latin typeface="Noto Sans KR" panose="020B0200000000000000" pitchFamily="50" charset="-127"/>
                          <a:ea typeface="Noto Sans KR" panose="020B0200000000000000" pitchFamily="50" charset="-127"/>
                        </a:rPr>
                        <a:t>APA, 2026.5.29</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sz="900" dirty="0">
                          <a:solidFill>
                            <a:srgbClr val="464B4B"/>
                          </a:solidFill>
                          <a:latin typeface="Noto Sans KR" panose="020B0200000000000000" pitchFamily="50" charset="-127"/>
                          <a:ea typeface="Noto Sans KR" panose="020B0200000000000000" pitchFamily="50" charset="-127"/>
                        </a:rPr>
                        <a:t>Loss on disposal KRW 1,372m</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(carrying amount 3,247 − proceeds 1,875)</a:t>
                      </a:r>
                      <a:endParaRPr lang="ko-KR" altLang="en-US" sz="85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Non-operating expense</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“Loss on disposal of investment assets”</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Disposal of business assets, so non-operating classification is appropriate. The asset sold is inventory, not an investment asset, so the account should be renamed (e.g. “loss on disposal of inventories”)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Account reclassification</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(no P&amp;L impact)</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1"/>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2</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Buy-back of Closing inventory</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*TDA provisional price, May 29, 2026</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Buy-back price KRW 3,718m</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 of goods</a:t>
                      </a:r>
                    </a:p>
                    <a:p>
                      <a:pPr marL="0" indent="0" algn="l">
                        <a:buNone/>
                      </a:pPr>
                      <a:r>
                        <a:rPr lang="en-US" sz="850" dirty="0">
                          <a:solidFill>
                            <a:srgbClr val="464B4B"/>
                          </a:solidFill>
                          <a:highlight>
                            <a:srgbClr val="FFFF00"/>
                          </a:highlight>
                          <a:latin typeface="Noto Sans KR" panose="020B0200000000000000" pitchFamily="50" charset="-127"/>
                          <a:ea typeface="Noto Sans KR" panose="020B0200000000000000" pitchFamily="50" charset="-127"/>
                        </a:rPr>
                        <a:t>*Inventory carried at standard cost plus capitalised variance</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All sold in June–August, so the PPV balance in the BS should be expensed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Expense the PPV balance in the BS to cost of sales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2"/>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3</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External sales of stock bought back from Boryung</a:t>
                      </a:r>
                      <a:endParaRPr lang="ko-KR" altLang="en-US" sz="900" b="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*Sold June–August</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Net sales KRW 3,642m</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*TDA settlement credit approx. 368–395</a:t>
                      </a:r>
                      <a:endParaRPr lang="en-US" altLang="ko-KR" sz="85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(buy-back price − 92% of net sales; understood to be settled between SWI and Boryung)</a:t>
                      </a:r>
                      <a:endParaRPr lang="ko-KR" altLang="en-US" sz="850" dirty="0">
                        <a:solidFill>
                          <a:srgbClr val="464B4B"/>
                        </a:solidFill>
                        <a:highlight>
                          <a:srgbClr val="FFFF00"/>
                        </a:highlight>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SAK sells in its own name and bears credit risk → gross presentation accepted</a:t>
                      </a:r>
                    </a:p>
                    <a:p>
                      <a:pPr marL="0" indent="0" algn="l">
                        <a:buNone/>
                      </a:pPr>
                      <a:r>
                        <a:rPr lang="en-US" sz="900" dirty="0">
                          <a:solidFill>
                            <a:srgbClr val="464B4B"/>
                          </a:solidFill>
                          <a:highlight>
                            <a:srgbClr val="FFFF00"/>
                          </a:highlight>
                          <a:latin typeface="Noto Sans KR" panose="020B0200000000000000" pitchFamily="50" charset="-127"/>
                          <a:ea typeface="Noto Sans KR" panose="020B0200000000000000" pitchFamily="50" charset="-127"/>
                        </a:rPr>
                        <a:t>Settlement: per group instructions and HQ confirmation, the settlement for Closing inventory sales is also made between SWI and Boryung → no settlement amount to be reflected in the SAK FS</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altLang="ko-KR" sz="900" dirty="0">
                          <a:solidFill>
                            <a:srgbClr val="464B4B"/>
                          </a:solidFill>
                          <a:highlight>
                            <a:srgbClr val="FFFF00"/>
                          </a:highlight>
                          <a:latin typeface="Noto Sans KR" panose="020B0200000000000000" pitchFamily="50" charset="-127"/>
                          <a:ea typeface="Noto Sans KR" panose="020B0200000000000000" pitchFamily="50" charset="-127"/>
                        </a:rPr>
                        <a:t>-</a:t>
                      </a:r>
                      <a:endParaRPr lang="ko-KR" altLang="en-US" sz="900" dirty="0">
                        <a:solidFill>
                          <a:srgbClr val="464B4B"/>
                        </a:solidFill>
                        <a:highlight>
                          <a:srgbClr val="FFFF00"/>
                        </a:highlight>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3"/>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4</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External sales of Singapore-sourced stock</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*After Closing, purchased from Sanofi-Aventis Singapore at TP</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Purchases Jul–Sep KRW 19,540m</a:t>
                      </a:r>
                      <a:endParaRPr lang="en-US" altLang="ko-KR" sz="90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External sales approx. KRW 5,800m</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Revenue recognised gross</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SAK buys at TP and bears price and inventory risk → gross presentation appropriate.</a:t>
                      </a:r>
                      <a:endParaRPr lang="en-US" altLang="ko-KR" sz="900" dirty="0">
                        <a:solidFill>
                          <a:srgbClr val="464B4B"/>
                        </a:solidFill>
                        <a:latin typeface="Noto Sans KR" panose="020B0200000000000000" pitchFamily="50" charset="-127"/>
                        <a:ea typeface="Noto Sans KR" panose="020B0200000000000000" pitchFamily="50" charset="-127"/>
                      </a:endParaRPr>
                    </a:p>
                    <a:p>
                      <a:pPr marL="0" indent="0" algn="l">
                        <a:buNone/>
                      </a:pPr>
                      <a:r>
                        <a:rPr lang="en-US" sz="900" dirty="0">
                          <a:solidFill>
                            <a:srgbClr val="464B4B"/>
                          </a:solidFill>
                          <a:highlight>
                            <a:srgbClr val="FFFF00"/>
                          </a:highlight>
                          <a:latin typeface="Noto Sans KR" panose="020B0200000000000000" pitchFamily="50" charset="-127"/>
                          <a:ea typeface="Noto Sans KR" panose="020B0200000000000000" pitchFamily="50" charset="-127"/>
                        </a:rPr>
                        <a:t>HQ confirmed that during the TDA period SAK continues to buy from SAS and sell as before</a:t>
                      </a:r>
                    </a:p>
                  </a:txBody>
                  <a:tcPr marL="45720" marR="45720" marT="22860" marB="22860" anchor="ctr">
                    <a:lnL w="0">
                      <a:noFill/>
                    </a:lnL>
                    <a:lnR w="0">
                      <a:noFill/>
                    </a:lnR>
                    <a:lnT w="6350">
                      <a:solidFill>
                        <a:srgbClr val="B1B3B3"/>
                      </a:solidFill>
                    </a:lnT>
                    <a:lnB w="6350">
                      <a:solidFill>
                        <a:srgbClr val="B1B3B3"/>
                      </a:solidFill>
                    </a:lnB>
                    <a:solidFill>
                      <a:srgbClr val="F4F4F4"/>
                    </a:solidFill>
                  </a:tcPr>
                </a:tc>
                <a:tc>
                  <a:txBody>
                    <a:bodyPr/>
                    <a:lstStyle/>
                    <a:p>
                      <a:pPr marL="0" indent="0" algn="l">
                        <a:buNone/>
                      </a:pPr>
                      <a:r>
                        <a:rPr lang="en-US" altLang="ko-KR" sz="900" dirty="0">
                          <a:solidFill>
                            <a:srgbClr val="464B4B"/>
                          </a:solidFill>
                          <a:latin typeface="Noto Sans KR" panose="020B0200000000000000" pitchFamily="50" charset="-127"/>
                          <a:ea typeface="Noto Sans KR" panose="020B0200000000000000" pitchFamily="50" charset="-127"/>
                        </a:rPr>
                        <a:t>-</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solidFill>
                      <a:srgbClr val="F4F4F4"/>
                    </a:solidFill>
                  </a:tcPr>
                </a:tc>
                <a:extLst>
                  <a:ext uri="{0D108BD9-81ED-4DB2-BD59-A6C34878D82A}">
                    <a16:rowId xmlns:a16="http://schemas.microsoft.com/office/drawing/2014/main" val="10004"/>
                  </a:ext>
                </a:extLst>
              </a:tr>
              <a:tr h="777240">
                <a:tc>
                  <a:txBody>
                    <a:bodyPr/>
                    <a:lstStyle/>
                    <a:p>
                      <a:pPr marL="0" indent="0" algn="ctr">
                        <a:buNone/>
                      </a:pPr>
                      <a:r>
                        <a:rPr lang="ko-KR" altLang="en-US" sz="900" dirty="0">
                          <a:solidFill>
                            <a:srgbClr val="464B4B"/>
                          </a:solidFill>
                          <a:latin typeface="Noto Sans KR" panose="020B0200000000000000" pitchFamily="50" charset="-127"/>
                          <a:ea typeface="Noto Sans KR" panose="020B0200000000000000" pitchFamily="50" charset="-127"/>
                        </a:rPr>
                        <a:t>5</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b="1" dirty="0">
                          <a:solidFill>
                            <a:srgbClr val="464B4B"/>
                          </a:solidFill>
                          <a:latin typeface="Noto Sans KR" panose="020B0200000000000000" pitchFamily="50" charset="-127"/>
                          <a:ea typeface="Noto Sans KR" panose="020B0200000000000000" pitchFamily="50" charset="-127"/>
                        </a:rPr>
                        <a:t>Transfer of remaining stock to Boryung</a:t>
                      </a:r>
                    </a:p>
                    <a:p>
                      <a:pPr marL="0" indent="0" algn="l">
                        <a:buNone/>
                      </a:pPr>
                      <a:r>
                        <a:rPr lang="en-US" sz="850" b="0" dirty="0">
                          <a:solidFill>
                            <a:srgbClr val="464B4B"/>
                          </a:solidFill>
                          <a:latin typeface="Noto Sans KR" panose="020B0200000000000000" pitchFamily="50" charset="-127"/>
                          <a:ea typeface="Noto Sans KR" panose="020B0200000000000000" pitchFamily="50" charset="-127"/>
                        </a:rPr>
                        <a:t>*91,992 units (2026.10.19, MA transfer completed)</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Transfer price approx. KRW 15,270–17,350m</a:t>
                      </a:r>
                    </a:p>
                    <a:p>
                      <a:pPr marL="0" indent="0" algn="l">
                        <a:buNone/>
                      </a:pPr>
                      <a:r>
                        <a:rPr lang="en-US" sz="900" dirty="0">
                          <a:solidFill>
                            <a:srgbClr val="464B4B"/>
                          </a:solidFill>
                          <a:latin typeface="Noto Sans KR" panose="020B0200000000000000" pitchFamily="50" charset="-127"/>
                          <a:ea typeface="Noto Sans KR" panose="020B0200000000000000" pitchFamily="50" charset="-127"/>
                        </a:rPr>
                        <a:t>Inventory cost approx. KRW 12,960–14,740m</a:t>
                      </a:r>
                    </a:p>
                    <a:p>
                      <a:pPr marL="0" indent="0" algn="l">
                        <a:buNone/>
                      </a:pPr>
                      <a:r>
                        <a:rPr lang="en-US" sz="850" dirty="0">
                          <a:solidFill>
                            <a:srgbClr val="464B4B"/>
                          </a:solidFill>
                          <a:latin typeface="Noto Sans KR" panose="020B0200000000000000" pitchFamily="50" charset="-127"/>
                          <a:ea typeface="Noto Sans KR" panose="020B0200000000000000" pitchFamily="50" charset="-127"/>
                        </a:rPr>
                        <a:t>(expected gain approx. KRW 2,310–2,600m)</a:t>
                      </a:r>
                      <a:endParaRPr lang="ko-KR" altLang="en-US" sz="900" dirty="0">
                        <a:solidFill>
                          <a:srgbClr val="464B4B"/>
                        </a:solidFill>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To be recorded in Q4</a:t>
                      </a: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highlight>
                            <a:srgbClr val="FFFF00"/>
                          </a:highlight>
                          <a:latin typeface="Noto Sans KR" panose="020B0200000000000000" pitchFamily="50" charset="-127"/>
                          <a:ea typeface="Noto Sans KR" panose="020B0200000000000000" pitchFamily="50" charset="-127"/>
                        </a:rPr>
                        <a:t>Goods purchased after Closing were sold to Boryung at the price set in the TDA (invoiced between local entities, FCA). As the governing contract is a distribution and supply agreement (TDA), not the business transfer (APA), and the goods sold are merchandise held for resale, recognition as revenue and cost of sales is appropriate.</a:t>
                      </a:r>
                      <a:endParaRPr lang="ko-KR" altLang="en-US" sz="900" dirty="0">
                        <a:solidFill>
                          <a:srgbClr val="464B4B"/>
                        </a:solidFill>
                        <a:highlight>
                          <a:srgbClr val="FFFF00"/>
                        </a:highlight>
                        <a:latin typeface="Noto Sans KR" panose="020B0200000000000000" pitchFamily="50" charset="-127"/>
                        <a:ea typeface="Noto Sans KR" panose="020B0200000000000000" pitchFamily="50" charset="-127"/>
                      </a:endParaRPr>
                    </a:p>
                  </a:txBody>
                  <a:tcPr marL="45720" marR="45720" marT="22860" marB="22860" anchor="ctr">
                    <a:lnL w="0">
                      <a:noFill/>
                    </a:lnL>
                    <a:lnR w="0">
                      <a:noFill/>
                    </a:lnR>
                    <a:lnT w="6350">
                      <a:solidFill>
                        <a:srgbClr val="B1B3B3"/>
                      </a:solidFill>
                    </a:lnT>
                    <a:lnB w="6350">
                      <a:solidFill>
                        <a:srgbClr val="B1B3B3"/>
                      </a:solidFill>
                    </a:lnB>
                    <a:noFill/>
                  </a:tcPr>
                </a:tc>
                <a:tc>
                  <a:txBody>
                    <a:bodyPr/>
                    <a:lstStyle/>
                    <a:p>
                      <a:pPr marL="0" indent="0" algn="l">
                        <a:buNone/>
                      </a:pPr>
                      <a:r>
                        <a:rPr lang="en-US" sz="900" dirty="0">
                          <a:solidFill>
                            <a:srgbClr val="464B4B"/>
                          </a:solidFill>
                          <a:latin typeface="Noto Sans KR" panose="020B0200000000000000" pitchFamily="50" charset="-127"/>
                          <a:ea typeface="Noto Sans KR" panose="020B0200000000000000" pitchFamily="50" charset="-127"/>
                        </a:rPr>
                        <a:t>Verify invoice, delivery evidence and FX rate; confirm whether the group will recharge</a:t>
                      </a:r>
                    </a:p>
                  </a:txBody>
                  <a:tcPr marL="45720" marR="45720" marT="22860" marB="22860" anchor="ctr">
                    <a:lnL w="0">
                      <a:noFill/>
                    </a:lnL>
                    <a:lnR w="0">
                      <a:noFill/>
                    </a:lnR>
                    <a:lnT w="6350">
                      <a:solidFill>
                        <a:srgbClr val="B1B3B3"/>
                      </a:solidFill>
                    </a:lnT>
                    <a:lnB w="6350">
                      <a:solidFill>
                        <a:srgbClr val="B1B3B3"/>
                      </a:solidFill>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614940156"/>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ko-KR" altLang="en-US" dirty="0">
                <a:latin typeface="Noto Sans KR" panose="020B0200000000000000" pitchFamily="50" charset="-127"/>
                <a:ea typeface="Noto Sans KR" panose="020B0200000000000000" pitchFamily="50" charset="-127"/>
              </a:rPr>
              <a:t>Caprelsa:</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ko-KR" altLang="en-US" dirty="0">
                <a:latin typeface="Noto Sans KR" panose="020B0200000000000000" pitchFamily="50" charset="-127"/>
                <a:ea typeface="Noto Sans KR" panose="020B0200000000000000" pitchFamily="50" charset="-127"/>
              </a:rPr>
              <a:t>Rodogyl:</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r>
              <a:rPr lang="en-US" sz="1300" dirty="0">
                <a:latin typeface="Noto Sans KR" panose="020B0200000000000000" pitchFamily="50" charset="-127"/>
                <a:ea typeface="Noto Sans KR" panose="020B0200000000000000" pitchFamily="50" charset="-127"/>
              </a:rPr>
              <a:t>Rodogyl sales in Korea were discontinued and the MA was voluntarily withdrawn in August 2026. There were no 2026 sales, only returns of 16,166 units (net sales −KRW 37.2m).</a:t>
            </a:r>
          </a:p>
          <a:p>
            <a:pPr lvl="1"/>
            <a:r>
              <a:rPr lang="en-US" sz="1300" dirty="0">
                <a:latin typeface="Noto Sans KR" panose="020B0200000000000000" pitchFamily="50" charset="-127"/>
                <a:ea typeface="Noto Sans KR" panose="020B0200000000000000" pitchFamily="50" charset="-127"/>
              </a:rPr>
              <a:t>September inventory of 7,214 units (KRW 13m) is all returned stock that cannot be sold and should be fully written down or destroyed; the company has recognised a 100% valuation allowance.</a:t>
            </a:r>
            <a:endParaRPr lang="ko-KR" altLang="en-US" sz="1300" dirty="0">
              <a:highlight>
                <a:srgbClr val="FFFF00"/>
              </a:highlight>
              <a:latin typeface="Noto Sans KR" panose="020B0200000000000000" pitchFamily="50" charset="-127"/>
              <a:ea typeface="Noto Sans KR" panose="020B0200000000000000" pitchFamily="50" charset="-127"/>
            </a:endParaRPr>
          </a:p>
          <a:p>
            <a:pPr lvl="1"/>
            <a:r>
              <a:rPr lang="en-US" sz="1300" dirty="0">
                <a:latin typeface="Noto Sans KR" panose="020B0200000000000000" pitchFamily="50" charset="-127"/>
                <a:ea typeface="Noto Sans KR" panose="020B0200000000000000" pitchFamily="50" charset="-127"/>
              </a:rPr>
              <a:t>Future market returns are estimated below KRW 50m, assuming the Jan–Sep trend (about 1,800 units/month × about KRW 2,300 per unit = about KRW 4m/month) continues for 6–12 months. Not material; the returns provision will be checked at year-end.</a:t>
            </a:r>
            <a:endParaRPr lang="ko-KR" altLang="en-US" sz="1300" dirty="0">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13</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Other Global Divestments – Caprelsa and Rodogyl</a:t>
            </a:r>
            <a:endParaRPr lang="ko-KR" altLang="en-US" b="1" dirty="0">
              <a:latin typeface="Noto Sans KR" panose="020B0200000000000000" pitchFamily="50" charset="-127"/>
              <a:ea typeface="Noto Sans KR" panose="020B0200000000000000" pitchFamily="50" charset="-127"/>
            </a:endParaRP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r>
              <a:rPr lang="en-US" sz="1300" dirty="0">
                <a:latin typeface="Noto Sans KR" panose="020B0200000000000000" pitchFamily="50" charset="-127"/>
                <a:ea typeface="Noto Sans KR" panose="020B0200000000000000" pitchFamily="50" charset="-127"/>
              </a:rPr>
              <a:t>Caprelsa was divested globally to Esteve, and Korean rights are to be granted to KIMS Pharma. The Korean MA transfer is expected in April 2027. The company has not yet received HQ guidance.</a:t>
            </a:r>
          </a:p>
          <a:p>
            <a:pPr lvl="1"/>
            <a:r>
              <a:rPr lang="en-US" sz="1300" dirty="0">
                <a:latin typeface="Noto Sans KR" panose="020B0200000000000000" pitchFamily="50" charset="-127"/>
                <a:ea typeface="Noto Sans KR" panose="020B0200000000000000" pitchFamily="50" charset="-127"/>
              </a:rPr>
              <a:t>The company still buys at the group transfer price and sells on its own account: Jan–Sep net sales KRW 1,488m, cost of sales KRW 986m, September inventory KRW 782m.</a:t>
            </a:r>
          </a:p>
          <a:p>
            <a:pPr lvl="1"/>
            <a:r>
              <a:rPr lang="en-US" sz="1300" dirty="0">
                <a:highlight>
                  <a:srgbClr val="FFFF00"/>
                </a:highlight>
                <a:latin typeface="Noto Sans KR" panose="020B0200000000000000" pitchFamily="50" charset="-127"/>
                <a:ea typeface="Noto Sans KR" panose="020B0200000000000000" pitchFamily="50" charset="-127"/>
              </a:rPr>
              <a:t>Given the HQ confirmation for Taxotere (transitional settlement between the group (SWI) and the buyer; SAK keeps buying from affiliates), Caprelsa is likely to follow the same structure, so no settlement obligation is expected for SAK on transitional sales.</a:t>
            </a:r>
          </a:p>
          <a:p>
            <a:pPr lvl="1"/>
            <a:r>
              <a:rPr lang="en-US" sz="1300" dirty="0">
                <a:highlight>
                  <a:srgbClr val="FFFF00"/>
                </a:highlight>
                <a:latin typeface="Noto Sans KR" panose="020B0200000000000000" pitchFamily="50" charset="-127"/>
                <a:ea typeface="Noto Sans KR" panose="020B0200000000000000" pitchFamily="50" charset="-127"/>
              </a:rPr>
              <a:t>However, the transfer of remaining stock to the buyer at the Korean MA transfer (expected April 2027) will affect SAK P&amp;L (similar to the October Taxotere transfer), so the transfer terms should be confirmed.</a:t>
            </a:r>
          </a:p>
          <a:p>
            <a:pPr lvl="1"/>
            <a:r>
              <a:rPr lang="en-US" sz="1300" dirty="0">
                <a:latin typeface="Noto Sans KR" panose="020B0200000000000000" pitchFamily="50" charset="-127"/>
                <a:ea typeface="Noto Sans KR" panose="020B0200000000000000" pitchFamily="50" charset="-127"/>
              </a:rPr>
              <a:t>Request: APA, Closing date, TDA and HQ accounting guidance</a:t>
            </a: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Interim Audit Findings</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New office lease (Centerfield, Yeoksam):</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Share-based payment (Action share):</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normAutofit fontScale="92500" lnSpcReduction="10000"/>
          </a:bodyPr>
          <a:lstStyle/>
          <a:p>
            <a:pPr lvl="1">
              <a:lnSpc>
                <a:spcPct val="100000"/>
              </a:lnSpc>
            </a:pPr>
            <a:r>
              <a:rPr lang="en-US" sz="1300" dirty="0">
                <a:latin typeface="Noto Sans KR" panose="020B0200000000000000" pitchFamily="50" charset="-127"/>
                <a:ea typeface="Noto Sans KR" panose="020B0200000000000000" pitchFamily="50" charset="-127"/>
              </a:rPr>
              <a:t>The parent (Sanofi) grants employees of SAK and other affiliates a 20% discount to the reference price (average opening price over the preceding 20 trading days) and free shares when they buy Sanofi shares. The cost is not recharged to SAK.</a:t>
            </a:r>
          </a:p>
          <a:p>
            <a:pPr lvl="1">
              <a:lnSpc>
                <a:spcPct val="100000"/>
              </a:lnSpc>
            </a:pPr>
            <a:r>
              <a:rPr lang="en-US" sz="1300" dirty="0">
                <a:latin typeface="Noto Sans KR" panose="020B0200000000000000" pitchFamily="50" charset="-127"/>
                <a:ea typeface="Noto Sans KR" panose="020B0200000000000000" pitchFamily="50" charset="-127"/>
              </a:rPr>
              <a:t>K-GAAP 19.3 and 19.A60 (Example 14): the subsidiary recognises the full compensation cost as an expense and the same amount as a capital contribution from the parent (capital surplus). With no service condition, it is recognised in full at the subscription date.</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highlight>
                  <a:srgbClr val="FFFF00"/>
                </a:highlight>
                <a:latin typeface="Noto Sans KR" panose="020B0200000000000000" pitchFamily="50" charset="-127"/>
                <a:ea typeface="Noto Sans KR" panose="020B0200000000000000" pitchFamily="50" charset="-127"/>
              </a:rPr>
              <a:t>The group recognises the IFRS 2 expense at the subscription date in its consolidated FS, but it is not allocated to the SAK books, so SAK has not recorded it.</a:t>
            </a:r>
          </a:p>
          <a:p>
            <a:pPr lvl="1">
              <a:lnSpc>
                <a:spcPct val="100000"/>
              </a:lnSpc>
            </a:pPr>
            <a:r>
              <a:rPr lang="en-US" sz="1300" dirty="0">
                <a:highlight>
                  <a:srgbClr val="FFFF00"/>
                </a:highlight>
                <a:latin typeface="Noto Sans KR" panose="020B0200000000000000" pitchFamily="50" charset="-127"/>
                <a:ea typeface="Noto Sans KR" panose="020B0200000000000000" pitchFamily="50" charset="-127"/>
              </a:rPr>
              <a:t>Based on the unit values disclosed by the group, the compensation cost to be recognised by SAK is estimated at KRW 373m (2024), KRW 303m (2025) and KRW 185m (2026). There is no impact on total equity.</a:t>
            </a:r>
          </a:p>
          <a:p>
            <a:pPr lvl="1">
              <a:lnSpc>
                <a:spcPct val="100000"/>
              </a:lnSpc>
            </a:pPr>
            <a:r>
              <a:rPr lang="en-US" sz="1300" dirty="0">
                <a:highlight>
                  <a:srgbClr val="FFFF00"/>
                </a:highlight>
                <a:latin typeface="Noto Sans KR" panose="020B0200000000000000" pitchFamily="50" charset="-127"/>
                <a:ea typeface="Noto Sans KR" panose="020B0200000000000000" pitchFamily="50" charset="-127"/>
              </a:rPr>
              <a:t>The group accounting policy and the recognition of the cost attributable to SAK will be obtained to assess the cumulative effect.</a:t>
            </a:r>
            <a:endParaRPr lang="ko-KR" altLang="en-US" sz="1300" dirty="0">
              <a:highlight>
                <a:srgbClr val="FFFF00"/>
              </a:highlight>
              <a:latin typeface="Noto Sans KR" panose="020B0200000000000000" pitchFamily="50" charset="-127"/>
              <a:ea typeface="Noto Sans KR" panose="020B0200000000000000" pitchFamily="50" charset="-127"/>
            </a:endParaRP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mtClean="0">
                <a:latin typeface="Noto Sans KR" panose="020B0200000000000000" pitchFamily="50" charset="-127"/>
                <a:ea typeface="Noto Sans KR" panose="020B0200000000000000" pitchFamily="50" charset="-127"/>
              </a:rPr>
              <a:pPr/>
              <a:t>14</a:t>
            </a:fld>
            <a:endParaRPr lang="en-GB"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New Office Lease and Share-based Payment (Action share)</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normAutofit fontScale="92500" lnSpcReduction="10000"/>
          </a:bodyPr>
          <a:lstStyle/>
          <a:p>
            <a:pPr lvl="1"/>
            <a:r>
              <a:rPr lang="en-US" sz="1300" dirty="0">
                <a:latin typeface="Noto Sans KR" panose="020B0200000000000000" pitchFamily="50" charset="-127"/>
                <a:ea typeface="Noto Sans KR" panose="020B0200000000000000" pitchFamily="50" charset="-127"/>
              </a:rPr>
              <a:t>The company plans to relocate its head office in H1 2027 and has signed a lease for the new office.</a:t>
            </a:r>
          </a:p>
          <a:p>
            <a:pPr lvl="1"/>
            <a:r>
              <a:rPr lang="en-US" sz="1300" dirty="0">
                <a:latin typeface="Noto Sans KR" panose="020B0200000000000000" pitchFamily="50" charset="-127"/>
                <a:ea typeface="Noto Sans KR" panose="020B0200000000000000" pitchFamily="50" charset="-127"/>
              </a:rPr>
              <a:t>Contract signed May 29, 2026: Centerfield West 12F, Yeoksam. Term December 16, 2026 to December 15, 2033 (84 months, minimum committed term). Monthly rent KRW 240m and fixed management fee KRW 61m, increasing annually by the higher of 3% or CPI.</a:t>
            </a:r>
          </a:p>
          <a:p>
            <a:pPr lvl="1"/>
            <a:r>
              <a:rPr lang="en-US" sz="1300" dirty="0">
                <a:latin typeface="Noto Sans KR" panose="020B0200000000000000" pitchFamily="50" charset="-127"/>
                <a:ea typeface="Noto Sans KR" panose="020B0200000000000000" pitchFamily="50" charset="-127"/>
              </a:rPr>
              <a:t>Deposit KRW 2,402m: 30% (KRW 721m) paid in June; the balance of KRW 1,681m is due December 15, 2026.</a:t>
            </a:r>
          </a:p>
          <a:p>
            <a:pPr lvl="1"/>
            <a:r>
              <a:rPr lang="en-US" sz="1300" dirty="0">
                <a:latin typeface="Noto Sans KR" panose="020B0200000000000000" pitchFamily="50" charset="-127"/>
                <a:ea typeface="Noto Sans KR" panose="020B0200000000000000" pitchFamily="50" charset="-127"/>
              </a:rPr>
              <a:t>Commitments note: future minimum lease payments under the operating lease should be disclosed by period (K-GAAP Chapter 13), applying the 3% minimum escalation and excluding VAT.</a:t>
            </a:r>
          </a:p>
          <a:p>
            <a:pPr lvl="1"/>
            <a:r>
              <a:rPr lang="en-US" sz="1300" dirty="0">
                <a:highlight>
                  <a:srgbClr val="FFFF00"/>
                </a:highlight>
                <a:latin typeface="Noto Sans KR" panose="020B0200000000000000" pitchFamily="50" charset="-127"/>
                <a:ea typeface="Noto Sans KR" panose="020B0200000000000000" pitchFamily="50" charset="-127"/>
              </a:rPr>
              <a:t>A new restoration provision should be recognised when the fit-out assets are installed (expected after April 2027). There is no rent-free clause, so rent during the fit-out period should be expensed.</a:t>
            </a:r>
            <a:endParaRPr lang="ko-KR" altLang="en-US" sz="1300" dirty="0">
              <a:latin typeface="Noto Sans KR" panose="020B0200000000000000" pitchFamily="50" charset="-127"/>
              <a:ea typeface="Noto Sans KR" panose="020B0200000000000000" pitchFamily="50" charset="-127"/>
            </a:endParaRPr>
          </a:p>
        </p:txBody>
      </p:sp>
    </p:spTree>
    <p:extLst>
      <p:ext uri="{BB962C8B-B14F-4D97-AF65-F5344CB8AC3E}">
        <p14:creationId xmlns:p14="http://schemas.microsoft.com/office/powerpoint/2010/main" val="61494015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E3353-3227-9D17-17DE-056494B55360}"/>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3" name="Text Placeholder 2">
            <a:extLst>
              <a:ext uri="{FF2B5EF4-FFF2-40B4-BE49-F238E27FC236}">
                <a16:creationId xmlns:a16="http://schemas.microsoft.com/office/drawing/2014/main" id="{34BFE6D7-3823-D11E-4CD0-2DC188FA122A}"/>
              </a:ext>
            </a:extLst>
          </p:cNvPr>
          <p:cNvSpPr>
            <a:spLocks noGrp="1"/>
          </p:cNvSpPr>
          <p:nvPr>
            <p:ph type="body" sz="quarter" idx="10"/>
          </p:nvPr>
        </p:nvSpPr>
        <p:spPr/>
        <p:txBody>
          <a:bodyPr/>
          <a:lstStyle/>
          <a:p>
            <a:pPr marL="0" indent="0">
              <a:buNone/>
            </a:pPr>
            <a:endParaRPr lang="en-GB" noProof="0" dirty="0">
              <a:latin typeface="Noto Sans KR" panose="020B0200000000000000" pitchFamily="50" charset="-127"/>
              <a:ea typeface="Noto Sans KR" panose="020B0200000000000000" pitchFamily="50" charset="-127"/>
            </a:endParaRPr>
          </a:p>
        </p:txBody>
      </p:sp>
      <p:sp>
        <p:nvSpPr>
          <p:cNvPr id="4" name="Text Placeholder 3">
            <a:extLst>
              <a:ext uri="{FF2B5EF4-FFF2-40B4-BE49-F238E27FC236}">
                <a16:creationId xmlns:a16="http://schemas.microsoft.com/office/drawing/2014/main" id="{FDE9E218-F110-DA3C-DE6D-4687D76AC90D}"/>
              </a:ext>
            </a:extLst>
          </p:cNvPr>
          <p:cNvSpPr>
            <a:spLocks noGrp="1"/>
          </p:cNvSpPr>
          <p:nvPr>
            <p:ph type="body" sz="quarter" idx="11"/>
          </p:nvPr>
        </p:nvSpPr>
        <p:spPr/>
        <p:txBody>
          <a:bodyPr/>
          <a:lstStyle/>
          <a:p>
            <a:r>
              <a:rPr lang="ko-KR" altLang="en-US" dirty="0">
                <a:latin typeface="Noto Sans KR" panose="020B0200000000000000" pitchFamily="50" charset="-127"/>
                <a:ea typeface="Noto Sans KR" panose="020B0200000000000000" pitchFamily="50" charset="-127"/>
              </a:rPr>
              <a:t>05</a:t>
            </a:r>
          </a:p>
        </p:txBody>
      </p:sp>
      <p:pic>
        <p:nvPicPr>
          <p:cNvPr id="6" name="Espace réservé pour une image  8">
            <a:extLst>
              <a:ext uri="{FF2B5EF4-FFF2-40B4-BE49-F238E27FC236}">
                <a16:creationId xmlns:a16="http://schemas.microsoft.com/office/drawing/2014/main" id="{29F1018D-5C8B-D23E-1BDA-74D91FB39EC9}"/>
              </a:ext>
            </a:extLst>
          </p:cNvPr>
          <p:cNvPicPr>
            <a:picLocks noGrp="1" noChangeAspect="1"/>
          </p:cNvPicPr>
          <p:nvPr>
            <p:ph type="pic" sz="quarter" idx="21"/>
          </p:nvPr>
        </p:nvPicPr>
        <p:blipFill>
          <a:blip r:embed="rId2">
            <a:extLst>
              <a:ext uri="{28A0092B-C50C-407E-A947-70E740481C1C}">
                <a14:useLocalDpi xmlns:a14="http://schemas.microsoft.com/office/drawing/2010/main" val="0"/>
              </a:ext>
            </a:extLst>
          </a:blip>
          <a:srcRect l="22604" r="22604"/>
          <a:stretch/>
        </p:blipFill>
        <p:spPr>
          <a:xfrm>
            <a:off x="5508625" y="0"/>
            <a:ext cx="6680200" cy="6858000"/>
          </a:xfrm>
        </p:spPr>
      </p:pic>
    </p:spTree>
    <p:extLst>
      <p:ext uri="{BB962C8B-B14F-4D97-AF65-F5344CB8AC3E}">
        <p14:creationId xmlns:p14="http://schemas.microsoft.com/office/powerpoint/2010/main" val="48876846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AE82F-6E8B-BEB4-1C18-01F9DF84D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649DCD-4E76-7730-5B23-D4DF5FAF320B}"/>
              </a:ext>
            </a:extLst>
          </p:cNvPr>
          <p:cNvSpPr>
            <a:spLocks noGrp="1"/>
          </p:cNvSpPr>
          <p:nvPr>
            <p:ph type="title"/>
          </p:nvPr>
        </p:nvSpPr>
        <p:spPr/>
        <p:txBody>
          <a:bodyPr/>
          <a:lstStyle/>
          <a:p>
            <a:r>
              <a:rPr lang="en-US" dirty="0">
                <a:latin typeface="Noto Sans KR" panose="020B0200000000000000" pitchFamily="50" charset="-127"/>
                <a:ea typeface="Noto Sans KR" panose="020B0200000000000000" pitchFamily="50" charset="-127"/>
              </a:rPr>
              <a:t>Sanofi-Aventis Korea</a:t>
            </a:r>
          </a:p>
        </p:txBody>
      </p:sp>
      <p:sp>
        <p:nvSpPr>
          <p:cNvPr id="3" name="Text Placeholder 2">
            <a:extLst>
              <a:ext uri="{FF2B5EF4-FFF2-40B4-BE49-F238E27FC236}">
                <a16:creationId xmlns:a16="http://schemas.microsoft.com/office/drawing/2014/main" id="{7B3E529F-5328-DC5D-FAB1-63A89A50A4F6}"/>
              </a:ext>
            </a:extLst>
          </p:cNvPr>
          <p:cNvSpPr>
            <a:spLocks noGrp="1"/>
          </p:cNvSpPr>
          <p:nvPr>
            <p:ph type="body" sz="quarter" idx="13"/>
          </p:nvPr>
        </p:nvSpPr>
        <p:spPr>
          <a:xfrm>
            <a:off x="306000" y="673200"/>
            <a:ext cx="11581200" cy="360000"/>
          </a:xfrm>
        </p:spPr>
        <p:txBody>
          <a:bodyPr/>
          <a:lstStyle/>
          <a:p>
            <a:r>
              <a:rPr lang="en-US" dirty="0">
                <a:latin typeface="Noto Sans KR" panose="020B0200000000000000" pitchFamily="50" charset="-127"/>
                <a:ea typeface="Noto Sans KR" panose="020B0200000000000000" pitchFamily="50" charset="-127"/>
              </a:rPr>
              <a:t>Pending Items &amp; Year-end Audit Preparation</a:t>
            </a:r>
          </a:p>
        </p:txBody>
      </p:sp>
      <p:sp>
        <p:nvSpPr>
          <p:cNvPr id="4" name="Text Placeholder 3">
            <a:extLst>
              <a:ext uri="{FF2B5EF4-FFF2-40B4-BE49-F238E27FC236}">
                <a16:creationId xmlns:a16="http://schemas.microsoft.com/office/drawing/2014/main" id="{F9779939-DF27-B8B3-8AD1-3CF4A0173945}"/>
              </a:ext>
            </a:extLst>
          </p:cNvPr>
          <p:cNvSpPr>
            <a:spLocks noGrp="1"/>
          </p:cNvSpPr>
          <p:nvPr>
            <p:ph type="body" sz="quarter" idx="14"/>
          </p:nvPr>
        </p:nvSpPr>
        <p:spPr/>
        <p:txBody>
          <a:bodyPr/>
          <a:lstStyle/>
          <a:p>
            <a:r>
              <a:rPr lang="en-US" dirty="0">
                <a:latin typeface="Noto Sans KR" panose="020B0200000000000000" pitchFamily="50" charset="-127"/>
                <a:ea typeface="Noto Sans KR" panose="020B0200000000000000" pitchFamily="50" charset="-127"/>
              </a:rPr>
              <a:t>Pending items (requested from the company):</a:t>
            </a:r>
          </a:p>
        </p:txBody>
      </p:sp>
      <p:sp>
        <p:nvSpPr>
          <p:cNvPr id="6" name="Text Placeholder 5">
            <a:extLst>
              <a:ext uri="{FF2B5EF4-FFF2-40B4-BE49-F238E27FC236}">
                <a16:creationId xmlns:a16="http://schemas.microsoft.com/office/drawing/2014/main" id="{F93B12F7-0974-78C5-8F4E-DBAA82EF2891}"/>
              </a:ext>
            </a:extLst>
          </p:cNvPr>
          <p:cNvSpPr>
            <a:spLocks noGrp="1"/>
          </p:cNvSpPr>
          <p:nvPr>
            <p:ph type="body" sz="quarter" idx="16"/>
          </p:nvPr>
        </p:nvSpPr>
        <p:spPr/>
        <p:txBody>
          <a:bodyPr/>
          <a:lstStyle/>
          <a:p>
            <a:r>
              <a:rPr lang="en-US" dirty="0">
                <a:latin typeface="Noto Sans KR" panose="020B0200000000000000" pitchFamily="50" charset="-127"/>
                <a:ea typeface="Noto Sans KR" panose="020B0200000000000000" pitchFamily="50" charset="-127"/>
              </a:rPr>
              <a:t>Year-end audit preparation:</a:t>
            </a:r>
          </a:p>
        </p:txBody>
      </p:sp>
      <p:sp>
        <p:nvSpPr>
          <p:cNvPr id="7" name="Content Placeholder 6">
            <a:extLst>
              <a:ext uri="{FF2B5EF4-FFF2-40B4-BE49-F238E27FC236}">
                <a16:creationId xmlns:a16="http://schemas.microsoft.com/office/drawing/2014/main" id="{9DA851A3-E7A5-741E-9E9C-6C2730DC0EC1}"/>
              </a:ext>
            </a:extLst>
          </p:cNvPr>
          <p:cNvSpPr>
            <a:spLocks noGrp="1"/>
          </p:cNvSpPr>
          <p:nvPr>
            <p:ph sz="quarter" idx="17"/>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Year-end inventory count – December 29 (roll-forward procedures for movements after the count)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Bank and legal confirmations – early January</a:t>
            </a:r>
          </a:p>
          <a:p>
            <a:pPr lvl="1">
              <a:lnSpc>
                <a:spcPct val="100000"/>
              </a:lnSpc>
            </a:pPr>
            <a:r>
              <a:rPr lang="en-US" sz="1300" dirty="0">
                <a:latin typeface="Noto Sans KR" panose="020B0200000000000000" pitchFamily="50" charset="-127"/>
                <a:ea typeface="Noto Sans KR" panose="020B0200000000000000" pitchFamily="50" charset="-127"/>
              </a:rPr>
              <a:t>AR/AP confirmations – early January (detailed listings for sampling)</a:t>
            </a:r>
          </a:p>
          <a:p>
            <a:pPr lvl="1">
              <a:lnSpc>
                <a:spcPct val="100000"/>
              </a:lnSpc>
            </a:pPr>
            <a:r>
              <a:rPr lang="en-US" sz="1300" dirty="0">
                <a:latin typeface="Noto Sans KR" panose="020B0200000000000000" pitchFamily="50" charset="-127"/>
                <a:ea typeface="Noto Sans KR" panose="020B0200000000000000" pitchFamily="50" charset="-127"/>
              </a:rPr>
              <a:t>Financial statements and notes – before year-end fieldwork (February 2027)</a:t>
            </a:r>
          </a:p>
        </p:txBody>
      </p:sp>
      <p:sp>
        <p:nvSpPr>
          <p:cNvPr id="10" name="Slide Number Placeholder 9">
            <a:extLst>
              <a:ext uri="{FF2B5EF4-FFF2-40B4-BE49-F238E27FC236}">
                <a16:creationId xmlns:a16="http://schemas.microsoft.com/office/drawing/2014/main" id="{A9C99B86-8FD0-2B92-081A-A01291B8038E}"/>
              </a:ext>
            </a:extLst>
          </p:cNvPr>
          <p:cNvSpPr>
            <a:spLocks noGrp="1"/>
          </p:cNvSpPr>
          <p:nvPr>
            <p:ph type="sldNum" sz="quarter" idx="20"/>
          </p:nvPr>
        </p:nvSpPr>
        <p:spPr/>
        <p:txBody>
          <a:bodyPr/>
          <a:lstStyle/>
          <a:p>
            <a:fld id="{721C06D9-4617-44B0-8711-1EF1C439A609}" type="slidenum">
              <a:rPr lang="en-GB" sz="1300" smtClean="0">
                <a:latin typeface="Noto Sans KR" panose="020B0200000000000000" pitchFamily="50" charset="-127"/>
                <a:ea typeface="Noto Sans KR" panose="020B0200000000000000" pitchFamily="50" charset="-127"/>
              </a:rPr>
              <a:pPr/>
              <a:t>16</a:t>
            </a:fld>
            <a:endParaRPr lang="en-GB" sz="1300" dirty="0">
              <a:latin typeface="Noto Sans KR" panose="020B0200000000000000" pitchFamily="50" charset="-127"/>
              <a:ea typeface="Noto Sans KR" panose="020B0200000000000000" pitchFamily="50" charset="-127"/>
            </a:endParaRPr>
          </a:p>
        </p:txBody>
      </p:sp>
      <p:sp>
        <p:nvSpPr>
          <p:cNvPr id="11" name="Text Placeholder 10">
            <a:extLst>
              <a:ext uri="{FF2B5EF4-FFF2-40B4-BE49-F238E27FC236}">
                <a16:creationId xmlns:a16="http://schemas.microsoft.com/office/drawing/2014/main" id="{825A1EA7-C8F5-E1F1-FC57-E4F1FE778ED1}"/>
              </a:ext>
            </a:extLst>
          </p:cNvPr>
          <p:cNvSpPr>
            <a:spLocks noGrp="1"/>
          </p:cNvSpPr>
          <p:nvPr>
            <p:ph type="body" sz="quarter" idx="21"/>
          </p:nvPr>
        </p:nvSpPr>
        <p:spPr/>
        <p:txBody>
          <a:bodyPr/>
          <a:lstStyle/>
          <a:p>
            <a:r>
              <a:rPr lang="en-US" b="1" dirty="0">
                <a:latin typeface="Noto Sans KR" panose="020B0200000000000000" pitchFamily="50" charset="-127"/>
                <a:ea typeface="Noto Sans KR" panose="020B0200000000000000" pitchFamily="50" charset="-127"/>
              </a:rPr>
              <a:t>As of October 28, 2026</a:t>
            </a:r>
          </a:p>
        </p:txBody>
      </p:sp>
      <p:sp>
        <p:nvSpPr>
          <p:cNvPr id="8" name="내용 개체 틀 7">
            <a:extLst>
              <a:ext uri="{FF2B5EF4-FFF2-40B4-BE49-F238E27FC236}">
                <a16:creationId xmlns:a16="http://schemas.microsoft.com/office/drawing/2014/main" id="{ABF4674E-9223-31E3-9C4E-FE8C39BF3D03}"/>
              </a:ext>
            </a:extLst>
          </p:cNvPr>
          <p:cNvSpPr>
            <a:spLocks noGrp="1"/>
          </p:cNvSpPr>
          <p:nvPr>
            <p:ph sz="quarter" idx="15"/>
          </p:nvPr>
        </p:nvSpPr>
        <p:spPr/>
        <p:txBody>
          <a:bodyPr/>
          <a:lstStyle/>
          <a:p>
            <a:pPr lvl="1">
              <a:lnSpc>
                <a:spcPct val="100000"/>
              </a:lnSpc>
            </a:pPr>
            <a:r>
              <a:rPr lang="en-US" sz="1300" dirty="0">
                <a:latin typeface="Noto Sans KR" panose="020B0200000000000000" pitchFamily="50" charset="-127"/>
                <a:ea typeface="Noto Sans KR" panose="020B0200000000000000" pitchFamily="50" charset="-127"/>
              </a:rPr>
              <a:t>Taxotere: invoice and delivery evidence for the October transfer to Boryung – to be provided at the year-end audit</a:t>
            </a:r>
          </a:p>
          <a:p>
            <a:pPr lvl="1">
              <a:lnSpc>
                <a:spcPct val="100000"/>
              </a:lnSpc>
            </a:pPr>
            <a:r>
              <a:rPr lang="en-US" sz="1300" dirty="0">
                <a:latin typeface="Noto Sans KR" panose="020B0200000000000000" pitchFamily="50" charset="-127"/>
                <a:ea typeface="Noto Sans KR" panose="020B0200000000000000" pitchFamily="50" charset="-127"/>
              </a:rPr>
              <a:t>Caprelsa: APA, Closing date, TDA, HQ guidance – to be provided when received from the group</a:t>
            </a:r>
          </a:p>
          <a:p>
            <a:pPr lvl="1">
              <a:lnSpc>
                <a:spcPct val="100000"/>
              </a:lnSpc>
            </a:pPr>
            <a:r>
              <a:rPr lang="en-US" sz="1300" dirty="0">
                <a:latin typeface="Noto Sans KR" panose="020B0200000000000000" pitchFamily="50" charset="-127"/>
                <a:ea typeface="Noto Sans KR" panose="020B0200000000000000" pitchFamily="50" charset="-127"/>
              </a:rPr>
              <a:t>Action share: group accounting treatment and calculation of the cost attributable to SAK – to be provided at the year-end audit</a:t>
            </a:r>
          </a:p>
          <a:p>
            <a:pPr lvl="1">
              <a:lnSpc>
                <a:spcPct val="100000"/>
              </a:lnSpc>
            </a:pPr>
            <a:r>
              <a:rPr lang="en-US" sz="1300" dirty="0">
                <a:latin typeface="Noto Sans KR" panose="020B0200000000000000" pitchFamily="50" charset="-127"/>
                <a:ea typeface="Noto Sans KR" panose="020B0200000000000000" pitchFamily="50" charset="-127"/>
              </a:rPr>
              <a:t>Banpo office restoration works quote (latest) – to be provided at the year-end audit</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Revenue TOC and TOD sample evidence – by end of November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Purchases TOC evidence – by end of October</a:t>
            </a:r>
            <a:endParaRPr lang="en-US" altLang="ko-KR" sz="1300" dirty="0">
              <a:latin typeface="Noto Sans KR" panose="020B0200000000000000" pitchFamily="50" charset="-127"/>
              <a:ea typeface="Noto Sans KR" panose="020B0200000000000000" pitchFamily="50" charset="-127"/>
            </a:endParaRPr>
          </a:p>
          <a:p>
            <a:pPr lvl="1">
              <a:lnSpc>
                <a:spcPct val="100000"/>
              </a:lnSpc>
            </a:pPr>
            <a:r>
              <a:rPr lang="en-US" sz="1300" dirty="0">
                <a:latin typeface="Noto Sans KR" panose="020B0200000000000000" pitchFamily="50" charset="-127"/>
                <a:ea typeface="Noto Sans KR" panose="020B0200000000000000" pitchFamily="50" charset="-127"/>
              </a:rPr>
              <a:t>Fixed asset acquisition process WTT evidence</a:t>
            </a:r>
          </a:p>
        </p:txBody>
      </p:sp>
    </p:spTree>
    <p:extLst>
      <p:ext uri="{BB962C8B-B14F-4D97-AF65-F5344CB8AC3E}">
        <p14:creationId xmlns:p14="http://schemas.microsoft.com/office/powerpoint/2010/main" val="614940156"/>
      </p:ext>
    </p:extLst>
  </p:cSld>
  <p:clrMapOvr>
    <a:masterClrMapping/>
  </p:clrMapOvr>
  <p:transition>
    <p:fade/>
  </p:transition>
</p:sld>
</file>

<file path=ppt/theme/theme1.xml><?xml version="1.0" encoding="utf-8"?>
<a:theme xmlns:a="http://schemas.openxmlformats.org/drawingml/2006/main" name="Office 테마">
  <a:themeElements>
    <a:clrScheme name="Forvis_Mazars">
      <a:dk1>
        <a:srgbClr val="464B4B"/>
      </a:dk1>
      <a:lt1>
        <a:srgbClr val="FFFFFF"/>
      </a:lt1>
      <a:dk2>
        <a:srgbClr val="0072CE"/>
      </a:dk2>
      <a:lt2>
        <a:srgbClr val="F4F4F4"/>
      </a:lt2>
      <a:accent1>
        <a:srgbClr val="0072CE"/>
      </a:accent1>
      <a:accent2>
        <a:srgbClr val="4AA7B7"/>
      </a:accent2>
      <a:accent3>
        <a:srgbClr val="171C8F"/>
      </a:accent3>
      <a:accent4>
        <a:srgbClr val="27B093"/>
      </a:accent4>
      <a:accent5>
        <a:srgbClr val="B1B3B3"/>
      </a:accent5>
      <a:accent6>
        <a:srgbClr val="5D93CD"/>
      </a:accent6>
      <a:hlink>
        <a:srgbClr val="5D93CD"/>
      </a:hlink>
      <a:folHlink>
        <a:srgbClr val="84ADD8"/>
      </a:folHlink>
    </a:clrScheme>
    <a:fontScheme name="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Forvis Mazars_PPT Template_UK English.potx" id="{6D392853-B240-4CF1-B1E1-5559495C50FB}" vid="{2DE677F1-7F75-4A9D-B31D-2D526B3DAE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0D6FC144151734F9C09BAEAD681CF33" ma:contentTypeVersion="14" ma:contentTypeDescription="Crée un document." ma:contentTypeScope="" ma:versionID="b9348d5c7bbb5715e1290f92a42e35d3">
  <xsd:schema xmlns:xsd="http://www.w3.org/2001/XMLSchema" xmlns:xs="http://www.w3.org/2001/XMLSchema" xmlns:p="http://schemas.microsoft.com/office/2006/metadata/properties" xmlns:ns2="6d13eecd-2e28-48af-b09a-eabd145800b6" xmlns:ns3="7704eb4b-7b49-41f0-8d03-7eb2706c8b88" targetNamespace="http://schemas.microsoft.com/office/2006/metadata/properties" ma:root="true" ma:fieldsID="ff07f6dce96a60f65dbd9b9356491132" ns2:_="" ns3:_="">
    <xsd:import namespace="6d13eecd-2e28-48af-b09a-eabd145800b6"/>
    <xsd:import namespace="7704eb4b-7b49-41f0-8d03-7eb2706c8b8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d13eecd-2e28-48af-b09a-eabd145800b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Balises d’images" ma:readOnly="false" ma:fieldId="{5cf76f15-5ced-4ddc-b409-7134ff3c332f}" ma:taxonomyMulti="true" ma:sspId="4ae0aa21-f092-4d7c-8480-48d435008a8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704eb4b-7b49-41f0-8d03-7eb2706c8b88"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96d6f2df-ddfc-49eb-966c-b6e2e2089bda}" ma:internalName="TaxCatchAll" ma:showField="CatchAllData" ma:web="7704eb4b-7b49-41f0-8d03-7eb2706c8b88">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6d13eecd-2e28-48af-b09a-eabd145800b6">
      <Terms xmlns="http://schemas.microsoft.com/office/infopath/2007/PartnerControls"/>
    </lcf76f155ced4ddcb4097134ff3c332f>
    <TaxCatchAll xmlns="7704eb4b-7b49-41f0-8d03-7eb2706c8b88"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EFA218E-6FCD-4D4D-BFE1-A86DC6AF184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d13eecd-2e28-48af-b09a-eabd145800b6"/>
    <ds:schemaRef ds:uri="7704eb4b-7b49-41f0-8d03-7eb2706c8b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E82A6A5-3555-4A44-A5D6-9A2B831D9C99}">
  <ds:schemaRefs>
    <ds:schemaRef ds:uri="http://schemas.microsoft.com/office/2006/metadata/properties"/>
    <ds:schemaRef ds:uri="http://purl.org/dc/dcmitype/"/>
    <ds:schemaRef ds:uri="http://schemas.microsoft.com/office/2006/documentManagement/types"/>
    <ds:schemaRef ds:uri="7704eb4b-7b49-41f0-8d03-7eb2706c8b88"/>
    <ds:schemaRef ds:uri="http://purl.org/dc/elements/1.1/"/>
    <ds:schemaRef ds:uri="http://schemas.microsoft.com/office/infopath/2007/PartnerControls"/>
    <ds:schemaRef ds:uri="http://www.w3.org/XML/1998/namespace"/>
    <ds:schemaRef ds:uri="6d13eecd-2e28-48af-b09a-eabd145800b6"/>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9C01069B-F8A4-4E57-8EF1-B6D8C1D287CA}">
  <ds:schemaRefs>
    <ds:schemaRef ds:uri="http://schemas.microsoft.com/sharepoint/v3/contenttype/forms"/>
  </ds:schemaRefs>
</ds:datastoreItem>
</file>

<file path=docMetadata/LabelInfo.xml><?xml version="1.0" encoding="utf-8"?>
<clbl:labelList xmlns:clbl="http://schemas.microsoft.com/office/2020/mipLabelMetadata">
  <clbl:label id="{b9e9ed43-edf4-4755-925b-76f18f50dbe7}" enabled="0" method="" siteId="{b9e9ed43-edf4-4755-925b-76f18f50dbe7}" removed="1"/>
</clbl:labelList>
</file>

<file path=docProps/app.xml><?xml version="1.0" encoding="utf-8"?>
<Properties xmlns="http://schemas.openxmlformats.org/officeDocument/2006/extended-properties" xmlns:vt="http://schemas.openxmlformats.org/officeDocument/2006/docPropsVTypes">
  <Template>Forvis Mazars_PPT Template_UK English</Template>
  <TotalTime>2011</TotalTime>
  <Words>2075</Words>
  <Application>Microsoft Office PowerPoint</Application>
  <PresentationFormat>와이드스크린</PresentationFormat>
  <Paragraphs>278</Paragraphs>
  <Slides>16</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16</vt:i4>
      </vt:variant>
    </vt:vector>
  </HeadingPairs>
  <TitlesOfParts>
    <vt:vector size="21" baseType="lpstr">
      <vt:lpstr>Noto Sans KR</vt:lpstr>
      <vt:lpstr>Aptos</vt:lpstr>
      <vt:lpstr>Arial</vt:lpstr>
      <vt:lpstr>Calibri</vt:lpstr>
      <vt:lpstr>Office 테마</vt:lpstr>
      <vt:lpstr>사노피-아벤티스 코리아</vt:lpstr>
      <vt:lpstr>목차</vt:lpstr>
      <vt:lpstr>감사 일정</vt:lpstr>
      <vt:lpstr>사노피-아벤티스 코리아</vt:lpstr>
      <vt:lpstr>프로세스별 WTT 및 TOC 진행결과</vt:lpstr>
      <vt:lpstr>사노피-아벤티스 코리아</vt:lpstr>
      <vt:lpstr>전기 기말감사 발견사항 Follow-up</vt:lpstr>
      <vt:lpstr>사노피-아벤티스 코리아</vt:lpstr>
      <vt:lpstr>사노피-아벤티스 코리아</vt:lpstr>
      <vt:lpstr>사노피-아벤티스 코리아</vt:lpstr>
      <vt:lpstr>당기 중간감사 발견사항</vt:lpstr>
      <vt:lpstr>사노피-아벤티스 코리아</vt:lpstr>
      <vt:lpstr>사노피-아벤티스 코리아</vt:lpstr>
      <vt:lpstr>사노피-아벤티스 코리아</vt:lpstr>
      <vt:lpstr>미결사항 및 기말감사 준비사항</vt:lpstr>
      <vt:lpstr>사노피-아벤티스 코리아</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Se-Hoon Han</dc:creator>
  <cp:lastModifiedBy>Se-Hoon Han</cp:lastModifiedBy>
  <cp:revision>7</cp:revision>
  <dcterms:created xsi:type="dcterms:W3CDTF">2025-10-15T06:15:58Z</dcterms:created>
  <dcterms:modified xsi:type="dcterms:W3CDTF">2026-10-27T12:24:58Z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0x01010070D6FC144151734F9C09BAEAD681CF33</vt:lpwstr>
  </property>
  <property fmtid="{D5CDD505-2E9C-101B-9397-08002B2CF9AE}" pid="3" name="MediaServiceImageTags">
    <vt:lpwstr/>
  </property>
</Properties>
</file>