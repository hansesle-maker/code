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4" r:id="rId11"/>
    <p:sldId id="436" r:id="rId12"/>
    <p:sldId id="437" r:id="rId13"/>
    <p:sldId id="438" r:id="rId14"/>
    <p:sldId id="439" r:id="rId15"/>
    <p:sldId id="441" r:id="rId16"/>
    <p:sldId id="444" r:id="rId17"/>
    <p:sldId id="447" r:id="rId18"/>
    <p:sldId id="451" r:id="rId19"/>
    <p:sldId id="45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02651A-E4EE-461F-866B-4E300F01B0A0}" v="56" dt="2026-10-23T08:00:33.5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6410" autoAdjust="0"/>
  </p:normalViewPr>
  <p:slideViewPr>
    <p:cSldViewPr snapToGrid="0" showGuides="1">
      <p:cViewPr varScale="1">
        <p:scale>
          <a:sx n="95" d="100"/>
          <a:sy n="95" d="100"/>
        </p:scale>
        <p:origin x="1194" y="9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addSld delSld modSld">
      <pc:chgData name="Se-Hoon Han" userId="70263205-781f-48f0-a54e-469ab1d08896" providerId="ADAL" clId="{99A44C34-6DB4-4D28-A878-85AFF787F6DF}" dt="2026-10-23T08:08:37.743" v="6587" actId="20577"/>
      <pc:docMkLst>
        <pc:docMk/>
      </pc:docMkLst>
      <pc:sldChg chg="modSp mod">
        <pc:chgData name="Se-Hoon Han" userId="70263205-781f-48f0-a54e-469ab1d08896" providerId="ADAL" clId="{99A44C34-6DB4-4D28-A878-85AFF787F6DF}" dt="2026-10-23T07:28:21.602" v="4647" actId="2711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2" creationId="{E094CE10-79AD-26BA-41DC-8049F38D70F1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3" creationId="{76F68C1A-150F-D860-04D8-67EBFC0925E7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7:28:29.833" v="4648" actId="2711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4" creationId="{9BC76F8E-415A-FAB6-D611-26F88E3E40ED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5" creationId="{286A64C6-FD9B-6620-ACC1-98F12B3352A4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10" creationId="{4ECEA13A-71B7-C5DE-BF90-4B7FA22FA80A}"/>
          </ac:spMkLst>
        </pc:spChg>
      </pc:sldChg>
      <pc:sldChg chg="modSp mod">
        <pc:chgData name="Se-Hoon Han" userId="70263205-781f-48f0-a54e-469ab1d08896" providerId="ADAL" clId="{99A44C34-6DB4-4D28-A878-85AFF787F6DF}" dt="2026-10-23T07:28:39.908" v="4649" actId="2711"/>
        <pc:sldMkLst>
          <pc:docMk/>
          <pc:sldMk cId="488768465" sldId="429"/>
        </pc:sldMkLst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3T07:55:37.857" v="6069" actId="113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5" creationId="{30FF76B2-23BB-F23D-5A03-1AB5147D2B8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6" creationId="{578F4448-CE93-81F2-77BC-2E76CBA5C5B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7" creationId="{76C6D597-8D20-5D51-9532-4BD1D7F7C529}"/>
          </ac:spMkLst>
        </pc:spChg>
        <pc:spChg chg="mod">
          <ac:chgData name="Se-Hoon Han" userId="70263205-781f-48f0-a54e-469ab1d08896" providerId="ADAL" clId="{99A44C34-6DB4-4D28-A878-85AFF787F6DF}" dt="2026-10-23T07:55:37.857" v="6069" actId="113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9" creationId="{8788F2E1-0703-8FE7-AD3B-7777CB634C62}"/>
          </ac:spMkLst>
        </pc:spChg>
        <pc:spChg chg="mod">
          <ac:chgData name="Se-Hoon Han" userId="70263205-781f-48f0-a54e-469ab1d08896" providerId="ADAL" clId="{99A44C34-6DB4-4D28-A878-85AFF787F6DF}" dt="2026-10-23T07:28:55.576" v="4652" actId="403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1" creationId="{16FF46CB-4837-4BAE-A586-05760A65B7EE}"/>
          </ac:spMkLst>
        </pc:spChg>
        <pc:spChg chg="mod">
          <ac:chgData name="Se-Hoon Han" userId="70263205-781f-48f0-a54e-469ab1d08896" providerId="ADAL" clId="{99A44C34-6DB4-4D28-A878-85AFF787F6DF}" dt="2026-10-23T07:28:57.988" v="4653" actId="403"/>
          <ac:spMkLst>
            <pc:docMk/>
            <pc:sldMk cId="3552158108" sldId="430"/>
            <ac:spMk id="22" creationId="{92381973-E2E0-8BF5-80DC-B909AA1C9B6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3" creationId="{7CE08BE2-C19B-446C-6396-B9980B9285CC}"/>
          </ac:spMkLst>
        </pc:spChg>
      </pc:sldChg>
      <pc:sldChg chg="modSp mod">
        <pc:chgData name="Se-Hoon Han" userId="70263205-781f-48f0-a54e-469ab1d08896" providerId="ADAL" clId="{99A44C34-6DB4-4D28-A878-85AFF787F6DF}" dt="2026-10-23T07:29:05.465" v="4654" actId="2711"/>
        <pc:sldMkLst>
          <pc:docMk/>
          <pc:sldMk cId="488768465" sldId="431"/>
        </pc:sldMkLst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3T07:32:01.676" v="4677" actId="255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2" creationId="{76177376-9F2C-7B83-B3A4-46E2A58E3F3E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3" creationId="{51FE68D4-DD01-DF6C-0EAA-B9859C5F3EA9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0" creationId="{ED207A9C-6D3C-3B5C-37B9-66BA4C43FD8B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1" creationId="{14A40072-9CD5-749A-912B-BED81473E8DD}"/>
          </ac:spMkLst>
        </pc:spChg>
        <pc:spChg chg="del mod">
          <ac:chgData name="Se-Hoon Han" userId="70263205-781f-48f0-a54e-469ab1d08896" providerId="ADAL" clId="{99A44C34-6DB4-4D28-A878-85AFF787F6DF}" dt="2026-10-23T06:58:42.368" v="3687" actId="478"/>
          <ac:spMkLst>
            <pc:docMk/>
            <pc:sldMk cId="426986721" sldId="432"/>
            <ac:spMk id="91" creationId="{00000000-0000-0000-0000-000000000000}"/>
          </ac:spMkLst>
        </pc:spChg>
        <pc:graphicFrameChg chg="mod modGraphic">
          <ac:chgData name="Se-Hoon Han" userId="70263205-781f-48f0-a54e-469ab1d08896" providerId="ADAL" clId="{99A44C34-6DB4-4D28-A878-85AFF787F6DF}" dt="2026-10-23T07:32:01.676" v="4677" actId="255"/>
          <ac:graphicFrameMkLst>
            <pc:docMk/>
            <pc:sldMk cId="426986721" sldId="432"/>
            <ac:graphicFrameMk id="90" creationId="{00000000-0000-0000-0000-000000000000}"/>
          </ac:graphicFrameMkLst>
        </pc:graphicFrameChg>
      </pc:sldChg>
      <pc:sldChg chg="del">
        <pc:chgData name="Se-Hoon Han" userId="70263205-781f-48f0-a54e-469ab1d08896" providerId="ADAL" clId="{99A44C34-6DB4-4D28-A878-85AFF787F6DF}" dt="2026-10-23T07:09:16.057" v="4634" actId="47"/>
        <pc:sldMkLst>
          <pc:docMk/>
          <pc:sldMk cId="426986721" sldId="433"/>
        </pc:sldMkLst>
      </pc:sldChg>
      <pc:sldChg chg="modSp mod">
        <pc:chgData name="Se-Hoon Han" userId="70263205-781f-48f0-a54e-469ab1d08896" providerId="ADAL" clId="{99A44C34-6DB4-4D28-A878-85AFF787F6DF}" dt="2026-10-23T07:29:36.866" v="4657" actId="2711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4" creationId="{FDE9E218-F110-DA3C-DE6D-4687D76AC90D}"/>
          </ac:spMkLst>
        </pc:spChg>
      </pc:sldChg>
      <pc:sldChg chg="delSp modSp del mod">
        <pc:chgData name="Se-Hoon Han" userId="70263205-781f-48f0-a54e-469ab1d08896" providerId="ADAL" clId="{99A44C34-6DB4-4D28-A878-85AFF787F6DF}" dt="2026-10-23T03:57:45.428" v="1240" actId="47"/>
        <pc:sldMkLst>
          <pc:docMk/>
          <pc:sldMk cId="426986721" sldId="435"/>
        </pc:sldMkLst>
        <pc:spChg chg="del">
          <ac:chgData name="Se-Hoon Han" userId="70263205-781f-48f0-a54e-469ab1d08896" providerId="ADAL" clId="{99A44C34-6DB4-4D28-A878-85AFF787F6DF}" dt="2026-10-23T02:06:26.008" v="176" actId="478"/>
          <ac:spMkLst>
            <pc:docMk/>
            <pc:sldMk cId="426986721" sldId="435"/>
            <ac:spMk id="91" creationId="{00000000-0000-0000-0000-000000000000}"/>
          </ac:spMkLst>
        </pc:spChg>
        <pc:graphicFrameChg chg="modGraphic">
          <ac:chgData name="Se-Hoon Han" userId="70263205-781f-48f0-a54e-469ab1d08896" providerId="ADAL" clId="{99A44C34-6DB4-4D28-A878-85AFF787F6DF}" dt="2026-10-23T02:05:34.926" v="175" actId="2165"/>
          <ac:graphicFrameMkLst>
            <pc:docMk/>
            <pc:sldMk cId="426986721" sldId="435"/>
            <ac:graphicFrameMk id="90" creationId="{00000000-0000-0000-0000-000000000000}"/>
          </ac:graphicFrameMkLst>
        </pc:graphicFrameChg>
      </pc:sldChg>
      <pc:sldChg chg="delSp modSp mod">
        <pc:chgData name="Se-Hoon Han" userId="70263205-781f-48f0-a54e-469ab1d08896" providerId="ADAL" clId="{99A44C34-6DB4-4D28-A878-85AFF787F6DF}" dt="2026-10-23T07:40:58.057" v="4920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0:58.057" v="4920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2:27.220" v="4680" actId="255"/>
          <ac:spMkLst>
            <pc:docMk/>
            <pc:sldMk cId="614940156" sldId="436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1" creationId="{825A1EA7-C8F5-E1F1-FC57-E4F1FE778ED1}"/>
          </ac:spMkLst>
        </pc:spChg>
        <pc:spChg chg="del mod">
          <ac:chgData name="Se-Hoon Han" userId="70263205-781f-48f0-a54e-469ab1d08896" providerId="ADAL" clId="{99A44C34-6DB4-4D28-A878-85AFF787F6DF}" dt="2026-10-23T04:43:14.655" v="1709" actId="478"/>
          <ac:spMkLst>
            <pc:docMk/>
            <pc:sldMk cId="614940156" sldId="436"/>
            <ac:spMk id="91" creationId="{00000000-0000-0000-0000-000000000000}"/>
          </ac:spMkLst>
        </pc:spChg>
        <pc:graphicFrameChg chg="mod modGraphic">
          <ac:chgData name="Se-Hoon Han" userId="70263205-781f-48f0-a54e-469ab1d08896" providerId="ADAL" clId="{99A44C34-6DB4-4D28-A878-85AFF787F6DF}" dt="2026-10-23T07:39:46.235" v="4764"/>
          <ac:graphicFrameMkLst>
            <pc:docMk/>
            <pc:sldMk cId="614940156" sldId="436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36:22.743" v="4741" actId="113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6:21.671" v="4739" actId="113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6:22.743" v="4741" actId="113"/>
          <ac:spMkLst>
            <pc:docMk/>
            <pc:sldMk cId="614940156" sldId="43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1" creationId="{825A1EA7-C8F5-E1F1-FC57-E4F1FE778ED1}"/>
          </ac:spMkLst>
        </pc:spChg>
      </pc:sldChg>
      <pc:sldChg chg="addSp delSp modSp mod">
        <pc:chgData name="Se-Hoon Han" userId="70263205-781f-48f0-a54e-469ab1d08896" providerId="ADAL" clId="{99A44C34-6DB4-4D28-A878-85AFF787F6DF}" dt="2026-10-23T07:42:08.413" v="5064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4" creationId="{F9779939-DF27-B8B3-8AD1-3CF4A0173945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6" creationId="{F93B12F7-0974-78C5-8F4E-DBAA82EF2891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2:54.675" v="4685" actId="255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3T07:42:08.413" v="5064" actId="20577"/>
          <ac:spMkLst>
            <pc:docMk/>
            <pc:sldMk cId="614940156" sldId="438"/>
            <ac:spMk id="13" creationId="{AB8AD063-1277-368B-D922-FDC36709273B}"/>
          </ac:spMkLst>
        </pc:spChg>
      </pc:sldChg>
      <pc:sldChg chg="modSp mod">
        <pc:chgData name="Se-Hoon Han" userId="70263205-781f-48f0-a54e-469ab1d08896" providerId="ADAL" clId="{99A44C34-6DB4-4D28-A878-85AFF787F6DF}" dt="2026-10-23T07:30:36.231" v="4669" actId="2711"/>
        <pc:sldMkLst>
          <pc:docMk/>
          <pc:sldMk cId="488768465" sldId="439"/>
        </pc:sldMkLst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4" creationId="{FDE9E218-F110-DA3C-DE6D-4687D76AC90D}"/>
          </ac:spMkLst>
        </pc:spChg>
      </pc:sldChg>
      <pc:sldChg chg="modSp del mod">
        <pc:chgData name="Se-Hoon Han" userId="70263205-781f-48f0-a54e-469ab1d08896" providerId="ADAL" clId="{99A44C34-6DB4-4D28-A878-85AFF787F6DF}" dt="2026-10-23T04:11:21.586" v="1341" actId="47"/>
        <pc:sldMkLst>
          <pc:docMk/>
          <pc:sldMk cId="426986721" sldId="440"/>
        </pc:sldMkLst>
        <pc:graphicFrameChg chg="modGraphic">
          <ac:chgData name="Se-Hoon Han" userId="70263205-781f-48f0-a54e-469ab1d08896" providerId="ADAL" clId="{99A44C34-6DB4-4D28-A878-85AFF787F6DF}" dt="2026-10-23T03:19:29.285" v="529" actId="20577"/>
          <ac:graphicFrameMkLst>
            <pc:docMk/>
            <pc:sldMk cId="426986721" sldId="440"/>
            <ac:graphicFrameMk id="90" creationId="{00000000-0000-0000-0000-000000000000}"/>
          </ac:graphicFrameMkLst>
        </pc:graphicFrameChg>
      </pc:sldChg>
      <pc:sldChg chg="addSp delSp modSp mod">
        <pc:chgData name="Se-Hoon Han" userId="70263205-781f-48f0-a54e-469ab1d08896" providerId="ADAL" clId="{99A44C34-6DB4-4D28-A878-85AFF787F6DF}" dt="2026-10-23T08:08:37.743" v="6587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3" creationId="{7B3E529F-5328-DC5D-FAB1-63A89A50A4F6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4" creationId="{F9779939-DF27-B8B3-8AD1-3CF4A0173945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6" creationId="{F93B12F7-0974-78C5-8F4E-DBAA82EF2891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7" creationId="{9DA851A3-E7A5-741E-9E9C-6C2730DC0EC1}"/>
          </ac:spMkLst>
        </pc:spChg>
        <pc:spChg chg="del mod">
          <ac:chgData name="Se-Hoon Han" userId="70263205-781f-48f0-a54e-469ab1d08896" providerId="ADAL" clId="{99A44C34-6DB4-4D28-A878-85AFF787F6DF}" dt="2026-10-23T07:57:03.903" v="6071" actId="478"/>
          <ac:spMkLst>
            <pc:docMk/>
            <pc:sldMk cId="614940156" sldId="441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8:08:37.743" v="6587" actId="20577"/>
          <ac:spMkLst>
            <pc:docMk/>
            <pc:sldMk cId="614940156" sldId="441"/>
            <ac:spMk id="11" creationId="{825A1EA7-C8F5-E1F1-FC57-E4F1FE778ED1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3" creationId="{F7DF167B-F821-5FAB-935F-B4F841CA0B01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5" creationId="{BA624133-FB9C-0534-FB42-834D7CB4CEC5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7" creationId="{3738F219-0D4F-19C9-F28B-27BFB514C097}"/>
          </ac:spMkLst>
        </pc:spChg>
        <pc:spChg chg="add del mod">
          <ac:chgData name="Se-Hoon Han" userId="70263205-781f-48f0-a54e-469ab1d08896" providerId="ADAL" clId="{99A44C34-6DB4-4D28-A878-85AFF787F6DF}" dt="2026-10-23T07:57:16.800" v="6074" actId="478"/>
          <ac:spMkLst>
            <pc:docMk/>
            <pc:sldMk cId="614940156" sldId="441"/>
            <ac:spMk id="19" creationId="{B40E5FCD-B00E-EE6E-B507-C39109D5103E}"/>
          </ac:spMkLst>
        </pc:spChg>
        <pc:graphicFrameChg chg="add mod">
          <ac:chgData name="Se-Hoon Han" userId="70263205-781f-48f0-a54e-469ab1d08896" providerId="ADAL" clId="{99A44C34-6DB4-4D28-A878-85AFF787F6DF}" dt="2026-10-23T05:17:00.270" v="2739"/>
          <ac:graphicFrameMkLst>
            <pc:docMk/>
            <pc:sldMk cId="614940156" sldId="441"/>
            <ac:graphicFrameMk id="5" creationId="{833E4639-9395-CC88-548A-05B7357239BE}"/>
          </ac:graphicFrameMkLst>
        </pc:graphicFrameChg>
        <pc:graphicFrameChg chg="add mod">
          <ac:chgData name="Se-Hoon Han" userId="70263205-781f-48f0-a54e-469ab1d08896" providerId="ADAL" clId="{99A44C34-6DB4-4D28-A878-85AFF787F6DF}" dt="2026-10-23T05:17:02.555" v="2740"/>
          <ac:graphicFrameMkLst>
            <pc:docMk/>
            <pc:sldMk cId="614940156" sldId="441"/>
            <ac:graphicFrameMk id="9" creationId="{49E36A68-D084-E61E-82B8-F59901E59E28}"/>
          </ac:graphicFrameMkLst>
        </pc:graphicFrameChg>
        <pc:graphicFrameChg chg="add del">
          <ac:chgData name="Se-Hoon Han" userId="70263205-781f-48f0-a54e-469ab1d08896" providerId="ADAL" clId="{99A44C34-6DB4-4D28-A878-85AFF787F6DF}" dt="2026-10-23T07:57:10.898" v="6073" actId="22"/>
          <ac:graphicFrameMkLst>
            <pc:docMk/>
            <pc:sldMk cId="614940156" sldId="441"/>
            <ac:graphicFrameMk id="21" creationId="{30245D8D-7E48-125D-B36F-22E80A94CEC8}"/>
          </ac:graphicFrameMkLst>
        </pc:graphicFrameChg>
        <pc:graphicFrameChg chg="add mod modGraphic">
          <ac:chgData name="Se-Hoon Han" userId="70263205-781f-48f0-a54e-469ab1d08896" providerId="ADAL" clId="{99A44C34-6DB4-4D28-A878-85AFF787F6DF}" dt="2026-10-23T08:07:04.503" v="6511" actId="20577"/>
          <ac:graphicFrameMkLst>
            <pc:docMk/>
            <pc:sldMk cId="614940156" sldId="441"/>
            <ac:graphicFrameMk id="23" creationId="{127FBFCC-F30B-562D-460A-C06D2413FAF6}"/>
          </ac:graphicFrameMkLst>
        </pc:graphicFrameChg>
      </pc:sldChg>
      <pc:sldChg chg="modSp del mod">
        <pc:chgData name="Se-Hoon Han" userId="70263205-781f-48f0-a54e-469ab1d08896" providerId="ADAL" clId="{99A44C34-6DB4-4D28-A878-85AFF787F6DF}" dt="2026-10-23T08:08:18.025" v="6513" actId="47"/>
        <pc:sldMkLst>
          <pc:docMk/>
          <pc:sldMk cId="614940156" sldId="442"/>
        </pc:sldMkLst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5:44.221" v="4735" actId="13926"/>
          <ac:spMkLst>
            <pc:docMk/>
            <pc:sldMk cId="614940156" sldId="44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33:07.097" v="4687" actId="255"/>
          <ac:spMkLst>
            <pc:docMk/>
            <pc:sldMk cId="614940156" sldId="44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07.097" v="4687" actId="255"/>
          <ac:spMkLst>
            <pc:docMk/>
            <pc:sldMk cId="614940156" sldId="44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45.591" v="4671" actId="2711"/>
          <ac:spMkLst>
            <pc:docMk/>
            <pc:sldMk cId="614940156" sldId="442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0:00.993" v="893" actId="47"/>
        <pc:sldMkLst>
          <pc:docMk/>
          <pc:sldMk cId="614940156" sldId="443"/>
        </pc:sldMkLst>
      </pc:sldChg>
      <pc:sldChg chg="modSp mod">
        <pc:chgData name="Se-Hoon Han" userId="70263205-781f-48f0-a54e-469ab1d08896" providerId="ADAL" clId="{99A44C34-6DB4-4D28-A878-85AFF787F6DF}" dt="2026-10-23T07:45:04.315" v="5205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5:04.315" v="5205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44:22.363" v="5146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3:12.792" v="1005" actId="47"/>
        <pc:sldMkLst>
          <pc:docMk/>
          <pc:sldMk cId="614940156" sldId="445"/>
        </pc:sldMkLst>
      </pc:sldChg>
      <pc:sldChg chg="del">
        <pc:chgData name="Se-Hoon Han" userId="70263205-781f-48f0-a54e-469ab1d08896" providerId="ADAL" clId="{99A44C34-6DB4-4D28-A878-85AFF787F6DF}" dt="2026-10-23T03:43:20" v="1006" actId="47"/>
        <pc:sldMkLst>
          <pc:docMk/>
          <pc:sldMk cId="614940156" sldId="446"/>
        </pc:sldMkLst>
      </pc:sldChg>
      <pc:sldChg chg="modSp mod">
        <pc:chgData name="Se-Hoon Han" userId="70263205-781f-48f0-a54e-469ab1d08896" providerId="ADAL" clId="{99A44C34-6DB4-4D28-A878-85AFF787F6DF}" dt="2026-10-23T07:48:27.415" v="5286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48:27.415" v="5286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46:02.612" v="5230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4:29.815" v="1009" actId="47"/>
        <pc:sldMkLst>
          <pc:docMk/>
          <pc:sldMk cId="614940156" sldId="448"/>
        </pc:sldMkLst>
      </pc:sldChg>
      <pc:sldChg chg="del">
        <pc:chgData name="Se-Hoon Han" userId="70263205-781f-48f0-a54e-469ab1d08896" providerId="ADAL" clId="{99A44C34-6DB4-4D28-A878-85AFF787F6DF}" dt="2026-10-23T03:43:34.059" v="1007" actId="47"/>
        <pc:sldMkLst>
          <pc:docMk/>
          <pc:sldMk cId="426986721" sldId="449"/>
        </pc:sldMkLst>
      </pc:sldChg>
      <pc:sldChg chg="del">
        <pc:chgData name="Se-Hoon Han" userId="70263205-781f-48f0-a54e-469ab1d08896" providerId="ADAL" clId="{99A44C34-6DB4-4D28-A878-85AFF787F6DF}" dt="2026-10-23T03:43:39.131" v="1008" actId="47"/>
        <pc:sldMkLst>
          <pc:docMk/>
          <pc:sldMk cId="426986721" sldId="450"/>
        </pc:sldMkLst>
      </pc:sldChg>
      <pc:sldChg chg="modSp mod">
        <pc:chgData name="Se-Hoon Han" userId="70263205-781f-48f0-a54e-469ab1d08896" providerId="ADAL" clId="{99A44C34-6DB4-4D28-A878-85AFF787F6DF}" dt="2026-10-23T07:31:17.634" v="4675" actId="2711"/>
        <pc:sldMkLst>
          <pc:docMk/>
          <pc:sldMk cId="488768465" sldId="451"/>
        </pc:sldMkLst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3T07:55:26.557" v="6067" actId="13926"/>
        <pc:sldMkLst>
          <pc:docMk/>
          <pc:sldMk cId="614940156" sldId="452"/>
        </pc:sldMkLst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7:55:26.557" v="6067" actId="13926"/>
          <ac:spMkLst>
            <pc:docMk/>
            <pc:sldMk cId="614940156" sldId="45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11" creationId="{825A1EA7-C8F5-E1F1-FC57-E4F1FE778ED1}"/>
          </ac:spMkLst>
        </pc:spChg>
      </pc:sldChg>
      <pc:sldChg chg="add del">
        <pc:chgData name="Se-Hoon Han" userId="70263205-781f-48f0-a54e-469ab1d08896" providerId="ADAL" clId="{99A44C34-6DB4-4D28-A878-85AFF787F6DF}" dt="2026-10-23T08:08:17.171" v="6512" actId="47"/>
        <pc:sldMkLst>
          <pc:docMk/>
          <pc:sldMk cId="392504776" sldId="45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19일~23일 (5일)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군포 물류센터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 기말 재고실사 입회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표본 품목 독립적 재실사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 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2027년 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~16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계정과목별 실증절차 수행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6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805353"/>
              </p:ext>
            </p:extLst>
          </p:nvPr>
        </p:nvGraphicFramePr>
        <p:xfrm>
          <a:off x="301752" y="2011680"/>
          <a:ext cx="11585448" cy="4038120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5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TOC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매출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Recon(SD–FI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(*12</a:t>
                      </a:r>
                      <a:r>
                        <a:rPr lang="ko-KR" altLang="en-US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 후속검토 필요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12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기말감사 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생성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주문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출고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 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64B4B"/>
                        </a:solidFill>
                        <a:effectLst/>
                        <a:uLnTx/>
                        <a:uFillTx/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대손충당금 설정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(Credit report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검토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반품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 재고 입고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 증빙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입고확인서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 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재고수량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(SAP-WMS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 지출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급여대장 작성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일부 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 취득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구매요청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자산등록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전체 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575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전기분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이월 잔액 3,545백만원 중 근거가 확인되는 금액은 9/30 퇴사자분 645백만원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지급 완료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뿐임. 나머지 2,901백만원은 대상자가 확인되지 않으므로 환입이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신규 설정분에 대해서는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 이후 퇴직예정자 2인의 사직서를 확인함. 9월말 이전에 합의되어 충당부채 인식요건(일반기업회계기준 제14장)을 충족함.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신규 설정은 총 4건이므로 퇴직예정자 2인과 신규 설정 프로그램의 대응관계 및 산정 근거를 확인하고, 대응되지 않는 설정액은 환입이 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8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3314448"/>
          </a:xfrm>
        </p:spPr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전기말 구조조정 충당부채 170억원을 설정함(이 중 90억원은 2025.12.31 퇴사자 19명분). 제도는 2026년에도 계속될 예정이었음(계획 총 29명).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 구조조정 충당부채의 변동내역은 다음과 같음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816847"/>
              </p:ext>
            </p:extLst>
          </p:nvPr>
        </p:nvGraphicFramePr>
        <p:xfrm>
          <a:off x="658888" y="3384810"/>
          <a:ext cx="5289548" cy="2602992"/>
        </p:xfrm>
        <a:graphic>
          <a:graphicData uri="http://schemas.openxmlformats.org/drawingml/2006/table">
            <a:tbl>
              <a:tblPr firstRow="1" bandRow="1"/>
              <a:tblGrid>
                <a:gridCol w="1833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18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Procurement</a:t>
                      </a: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transformation</a:t>
                      </a:r>
                      <a:endParaRPr lang="ko-KR" altLang="en-US" sz="11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970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임차기간 연장은 다시 회계추정의 변경에 해당함(일반기업회계기준 제5장). 복구자산과 임차시설물의 잔여 장부금액은 2027년 5월(사용기간)까지 전진적으로 상각해야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복구충당부채는 원상복구 공사를 전제로 재측정해야 함. 기존 추정(3,780.6㎡ × 242,000원 = 915백만원, 할인율 2%, 복구시점 2026.12)을 최신 공사 견적과 복구시점(2027.5)으로 갱신 필요함. 복구시점 연기에 따른 할인금액 변동 효과는 약 9백만원으로 미미함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보증금은 1년 이내 반환 예정이므로 유동성보증금으로 재분류해야 함(1,181백만원).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원상복구 공사 견적(최신), 변경된 상각 스케줄.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9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2026.6.15 회사가 연장권을 행사하였고, 임대인이 2026.6.28 회신하여 2027.5.31까지 연장을 승인함(보증금·임대료 동일).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임대인은 2027.6.1자로 신규 임차인과 계약하였으므로, 회사는 계약 종료 시 원상복구의무에 대하여 금전정산이 아니라 2027.5.31까지 원상복구 공사를 마치고 반환해야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잔액 현황: 복구충당부채 912백만원, 복구자산(취득원가 844백만원)은 2026년 11월까지 상각 예정, 임차보증금 1,181백만원은 비유동으로 표시.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10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대상기간 2020.12.1~2025.11.30, 실시기간 2025.12.1~2026.6.7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인천세관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전기말에는 조사 진행 중이어서 우발부채로 주석 공시함.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2026.7.23 인천세관 관세조사 결과 통지서: 조사기간 중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보정·수정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19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백만원(관세 13, 부가세 14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가산세 39백만원)으로 종결됨. 법규 위반 사항은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쟁점별(백만원)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추납액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구분: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결과가 확정되고 납부가 끝났으므로 우발부채 공시는 해소됨. 9월말 관련 부채 잔액은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관세와 가산세 5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백만원이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법인세비용(Other tax based on income)으로 인식됨. 법인세 성격이 아니므로 세금과공과로 재분류해야 하나 금액적으로는 중요하지 않음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141백만원은 매입세액 공제 대상이므로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BS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부가세대급금으로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처리되었고 실제로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신고 시 공제되어 특이사항 없음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</a:t>
            </a:r>
            <a:r>
              <a:rPr lang="en-US" altLang="ko-KR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axotere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사업양도에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따른 재고 이전 및 정산</a:t>
            </a:r>
          </a:p>
        </p:txBody>
      </p:sp>
      <p:graphicFrame>
        <p:nvGraphicFramePr>
          <p:cNvPr id="23" name="Table 90">
            <a:extLst>
              <a:ext uri="{FF2B5EF4-FFF2-40B4-BE49-F238E27FC236}">
                <a16:creationId xmlns:a16="http://schemas.microsoft.com/office/drawing/2014/main" id="{127FBFCC-F30B-562D-460A-C06D2413F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116509"/>
              </p:ext>
            </p:extLst>
          </p:nvPr>
        </p:nvGraphicFramePr>
        <p:xfrm>
          <a:off x="301752" y="1965960"/>
          <a:ext cx="11585444" cy="4178832"/>
        </p:xfrm>
        <a:graphic>
          <a:graphicData uri="http://schemas.openxmlformats.org/drawingml/2006/table">
            <a:tbl>
              <a:tblPr firstRow="1" bandRow="1"/>
              <a:tblGrid>
                <a:gridCol w="2568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3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2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69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36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88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#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 (근거·시점)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금액 (백만원)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회사 처리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감사인 판단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후속 조치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매각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APA, 2026.5.29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(7월 수량 true-up 32,530 → 22,592개)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처분손실 1,372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장부가 3,247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처분대가 1,875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영업외비용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투자자산처분손실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사업양도 자산의 처분이므로 영업외 분류 적정. 처분 대상은 투자자산이 아닌 재고자산이므로 계정과목을 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재고자산처분손실</a:t>
                      </a: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등으로 변경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계정과목 재분류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(손익 영향 없음)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재매입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잠정가,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 3,718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(EUR 48.52 / 155.44)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 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표준원가와의 차이는 원가차이 자본화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전량 판매되었으므로 BS의 원가차이 잔액은 매출원가로 비용 처리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원가차이 매출원가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재매입분 외부판매와 92% 정산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5.1.1·5.3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(6~8월 판매)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 3,642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*정산 credit 368 예상(3,718 − 3,351)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정산금액 미계상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매출: SAK 명의 판매, 신용위험 부담 → 매출 총액 인식 수용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정산: 매입가격 조정이므로 매출원가에 반영. 그룹(SWI)이 중앙 정산하므로 SAK 귀속 시에만 계상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그룹 확인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정산금액 귀속 시 매출원가 조정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싱가포르 매입분 외부판매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이후, Sanofi-Aventis Singapore에서 TP로 매입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7~9월 매입 19,540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(126,868개)</a:t>
                      </a:r>
                      <a:endParaRPr lang="en-US" altLang="ko-KR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판매 약 5,800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SAK가 TP로 매입하여 가격·재고 위험 부담 → 매출 총액 인식 적정. 그룹 지침(관계사 공급 방식 유지)과 일치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잔여재고 보령 이전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13.3.2(d), 2026</a:t>
                      </a: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(MA 이전 완료 시점</a:t>
                      </a:r>
                      <a:r>
                        <a:rPr lang="en-US" altLang="ko-KR" sz="11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이전가액 약 18,290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재고원가 15,620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이익 최대 약 2,670 예상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2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4분기 처리 예정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이후 매입한 상품을 시장 순판매가 수준인 TDA 가격으로 판매 → 매출·매출원가 인식 적정(1번 처분과 구분)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2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인보이스·인도</a:t>
                      </a:r>
                      <a:r>
                        <a:rPr lang="ko-KR" altLang="en-US" sz="12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증빙 등 확인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 국내 판매를 중단하고 2026년 8월 품목허가를 자진 취하함. 2026년 매출은 없고 반품 16,166개(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순매출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−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37.2백만원)만 있음.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재고 7,214개(1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백만원)는 모두 반품재고로 판매할 수 없으므로 전액 평가손실 또는 폐기 대상임.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시장 반품은 50백만원에 미달할 것으로 추정됨: 1~9월 반품 추세(월평균 약 1,800개 × 개당 매출차감 약 2,300원 = 월 약 4백만원)가 6~12개월 더 이어진다고 가정함. 이는 중요한 금액에 해당하지는 않으며, 기말 반품충당부채 반영 여부를 확인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13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기타 글로벌 양도 품목 –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글로벌에서 Esteve에 양도되었고, 국내 판권은 KIMS Pharma에 부여될 예정임. 국내 허가 이전은 2027년 4월 예정이며, 회사는 아직 본사 가이드를 받지 못함.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만약 Taxotere TDA와 같은 조건(순매출의 92%를 매수인에게 지급)이 SAK에 적용된다고 가정하면 미계상 정산액은 최대 약 383백만원임(1~9월 순매출 1,488 × 92% = 1,369 − 장부 매출원가 986, *Closing일이 2025년 12월말 이전이라고 가정).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Taxotere처럼 정산을 그룹이 중앙에서 하고 SAK에 배분하지 않는다면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SAK의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재무제표 영향은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APA, Closing 기준일, TDA,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주식기준보상 (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지배기업(Sanofi)이 SAK 임직원의 본사 주식 구매 시 20% 할인과 무상주를 제공하고, 그룹은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19.3, 19.A60(사례 14): 종속기업은 보상원가 전액을 비용으로 인식하고 같은 금액을 지배기업의 자본 출자(자본잉여금)로 처리함. SAK는 이를 회계처리 하지 않음.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Plan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대한 할인분은 약 26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백만원으로 추정되며 여기에 무상주(부여일 공정가치)가 더해져야 함. 즉시 가득되며(19.12) 이후 환입하지 않음(19.18). 자본 총계는 변하지 않음.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귀속 주식 부여내역을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팀에 요청함. 과거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회차도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회계처리되지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않았으므로 누적 금액 효과와 중요성을 검토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14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및 주식기준보상(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 2,402백만원: 30%(721백만원)는 6월 지급, 잔금 1,681백만원은 2026.12.15 지급 예정.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약정사항 주석 공시: 운용리스의 미래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최소리스료를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기간별로 공시 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제13장). 연 3% 최저 인상률 가정 적용, 부가세 제외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입주공사비는 자산과 비용으로 적절히 구분해야 함. 시설을 설치하는 시점(2027년)에 복구충당부채를 새로 인식해야 함. 렌트프리 조항이 없으므로 공사기간 임대료는 비용 처리함.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 재고실사 – 12월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(실사 이후 물류 이동시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roll-forward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절차 수행)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 – 1월 초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z="1300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16</a:t>
            </a:fld>
            <a:endParaRPr lang="en-GB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Taxotere: TDA true-up 및 재청구에 대한 그룹 확인, 10월 재고 이전 인보이스와 수량, 품목허가 이전 증빙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APA,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Closing일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TDA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본사 가이드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VRP 관련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문의사항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Action share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P&amp;C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문의사항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요청자료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원상복구 공사 견적(최신)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매출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샘플 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매입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HR 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고정자산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(FA) 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1472</TotalTime>
  <Words>1956</Words>
  <Application>Microsoft Office PowerPoint</Application>
  <PresentationFormat>와이드스크린</PresentationFormat>
  <Paragraphs>285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2026-10-23T08:08:44Z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