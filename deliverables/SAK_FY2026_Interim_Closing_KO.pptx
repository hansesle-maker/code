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427" r:id="rId5"/>
    <p:sldId id="428" r:id="rId6"/>
    <p:sldId id="429" r:id="rId7"/>
    <p:sldId id="430" r:id="rId8"/>
    <p:sldId id="431" r:id="rId9"/>
    <p:sldId id="432" r:id="rId10"/>
    <p:sldId id="433" r:id="rId11"/>
    <p:sldId id="434" r:id="rId12"/>
    <p:sldId id="436" r:id="rId13"/>
    <p:sldId id="437" r:id="rId14"/>
    <p:sldId id="438" r:id="rId15"/>
    <p:sldId id="439" r:id="rId16"/>
    <p:sldId id="441" r:id="rId17"/>
    <p:sldId id="442" r:id="rId18"/>
    <p:sldId id="444" r:id="rId19"/>
    <p:sldId id="447" r:id="rId20"/>
    <p:sldId id="451" r:id="rId21"/>
    <p:sldId id="45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2A"/>
    <a:srgbClr val="FFFFFF"/>
    <a:srgbClr val="B1B3B3"/>
    <a:srgbClr val="E1E7E9"/>
    <a:srgbClr val="F4F4F4"/>
    <a:srgbClr val="994878"/>
    <a:srgbClr val="E66C73"/>
    <a:srgbClr val="4AA7B7"/>
    <a:srgbClr val="27B093"/>
    <a:srgbClr val="7113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6410" autoAdjust="0"/>
  </p:normalViewPr>
  <p:slideViewPr>
    <p:cSldViewPr snapToGrid="0" showGuides="1">
      <p:cViewPr varScale="1">
        <p:scale>
          <a:sx n="95" d="100"/>
          <a:sy n="95" d="100"/>
        </p:scale>
        <p:origin x="1194" y="9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1325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9376"/>
    </p:cViewPr>
  </p:sorterViewPr>
  <p:notesViewPr>
    <p:cSldViewPr snapToGrid="0" showGuides="1">
      <p:cViewPr varScale="1">
        <p:scale>
          <a:sx n="117" d="100"/>
          <a:sy n="117" d="100"/>
        </p:scale>
        <p:origin x="4184" y="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-Hoon Han" userId="70263205-781f-48f0-a54e-469ab1d08896" providerId="ADAL" clId="{99A44C34-6DB4-4D28-A878-85AFF787F6DF}"/>
    <pc:docChg chg="undo custSel delSld modSld">
      <pc:chgData name="Se-Hoon Han" userId="70263205-781f-48f0-a54e-469ab1d08896" providerId="ADAL" clId="{99A44C34-6DB4-4D28-A878-85AFF787F6DF}" dt="2026-10-23T04:11:21.586" v="1341" actId="47"/>
      <pc:docMkLst>
        <pc:docMk/>
      </pc:docMkLst>
      <pc:sldChg chg="modSp mod">
        <pc:chgData name="Se-Hoon Han" userId="70263205-781f-48f0-a54e-469ab1d08896" providerId="ADAL" clId="{99A44C34-6DB4-4D28-A878-85AFF787F6DF}" dt="2026-10-23T03:58:15.134" v="1242" actId="20577"/>
        <pc:sldMkLst>
          <pc:docMk/>
          <pc:sldMk cId="3355258635" sldId="427"/>
        </pc:sldMkLst>
        <pc:spChg chg="mod">
          <ac:chgData name="Se-Hoon Han" userId="70263205-781f-48f0-a54e-469ab1d08896" providerId="ADAL" clId="{99A44C34-6DB4-4D28-A878-85AFF787F6DF}" dt="2026-10-23T03:58:15.134" v="1242" actId="20577"/>
          <ac:spMkLst>
            <pc:docMk/>
            <pc:sldMk cId="3355258635" sldId="427"/>
            <ac:spMk id="4" creationId="{1A097BCA-DBD1-222E-9951-4B522670D864}"/>
          </ac:spMkLst>
        </pc:spChg>
      </pc:sldChg>
      <pc:sldChg chg="modSp mod">
        <pc:chgData name="Se-Hoon Han" userId="70263205-781f-48f0-a54e-469ab1d08896" providerId="ADAL" clId="{99A44C34-6DB4-4D28-A878-85AFF787F6DF}" dt="2026-10-23T03:58:23.894" v="1260" actId="20577"/>
        <pc:sldMkLst>
          <pc:docMk/>
          <pc:sldMk cId="2031370532" sldId="428"/>
        </pc:sldMkLst>
        <pc:spChg chg="mod">
          <ac:chgData name="Se-Hoon Han" userId="70263205-781f-48f0-a54e-469ab1d08896" providerId="ADAL" clId="{99A44C34-6DB4-4D28-A878-85AFF787F6DF}" dt="2026-10-23T03:58:23.894" v="1260" actId="20577"/>
          <ac:spMkLst>
            <pc:docMk/>
            <pc:sldMk cId="2031370532" sldId="428"/>
            <ac:spMk id="5" creationId="{286A64C6-FD9B-6620-ACC1-98F12B3352A4}"/>
          </ac:spMkLst>
        </pc:spChg>
      </pc:sldChg>
      <pc:sldChg chg="modSp mod">
        <pc:chgData name="Se-Hoon Han" userId="70263205-781f-48f0-a54e-469ab1d08896" providerId="ADAL" clId="{99A44C34-6DB4-4D28-A878-85AFF787F6DF}" dt="2026-10-23T02:01:29.735" v="173" actId="20577"/>
        <pc:sldMkLst>
          <pc:docMk/>
          <pc:sldMk cId="3552158108" sldId="430"/>
        </pc:sldMkLst>
        <pc:spChg chg="mod">
          <ac:chgData name="Se-Hoon Han" userId="70263205-781f-48f0-a54e-469ab1d08896" providerId="ADAL" clId="{99A44C34-6DB4-4D28-A878-85AFF787F6DF}" dt="2026-10-23T02:01:05.726" v="138" actId="20577"/>
          <ac:spMkLst>
            <pc:docMk/>
            <pc:sldMk cId="3552158108" sldId="430"/>
            <ac:spMk id="18" creationId="{F9497090-6619-6BCF-D6F5-AAC98A6DDE24}"/>
          </ac:spMkLst>
        </pc:spChg>
        <pc:spChg chg="mod">
          <ac:chgData name="Se-Hoon Han" userId="70263205-781f-48f0-a54e-469ab1d08896" providerId="ADAL" clId="{99A44C34-6DB4-4D28-A878-85AFF787F6DF}" dt="2026-10-23T02:00:23.646" v="60" actId="20577"/>
          <ac:spMkLst>
            <pc:docMk/>
            <pc:sldMk cId="3552158108" sldId="430"/>
            <ac:spMk id="20" creationId="{40F7342D-7B38-E4F7-FB0E-601171281FC2}"/>
          </ac:spMkLst>
        </pc:spChg>
        <pc:spChg chg="mod">
          <ac:chgData name="Se-Hoon Han" userId="70263205-781f-48f0-a54e-469ab1d08896" providerId="ADAL" clId="{99A44C34-6DB4-4D28-A878-85AFF787F6DF}" dt="2026-10-23T02:01:29.735" v="173" actId="20577"/>
          <ac:spMkLst>
            <pc:docMk/>
            <pc:sldMk cId="3552158108" sldId="430"/>
            <ac:spMk id="22" creationId="{92381973-E2E0-8BF5-80DC-B909AA1C9B62}"/>
          </ac:spMkLst>
        </pc:spChg>
      </pc:sldChg>
      <pc:sldChg chg="modSp mod">
        <pc:chgData name="Se-Hoon Han" userId="70263205-781f-48f0-a54e-469ab1d08896" providerId="ADAL" clId="{99A44C34-6DB4-4D28-A878-85AFF787F6DF}" dt="2026-10-23T02:01:54.154" v="174" actId="1076"/>
        <pc:sldMkLst>
          <pc:docMk/>
          <pc:sldMk cId="426986721" sldId="432"/>
        </pc:sldMkLst>
        <pc:spChg chg="mod">
          <ac:chgData name="Se-Hoon Han" userId="70263205-781f-48f0-a54e-469ab1d08896" providerId="ADAL" clId="{99A44C34-6DB4-4D28-A878-85AFF787F6DF}" dt="2026-10-23T02:01:54.154" v="174" actId="1076"/>
          <ac:spMkLst>
            <pc:docMk/>
            <pc:sldMk cId="426986721" sldId="432"/>
            <ac:spMk id="91" creationId="{00000000-0000-0000-0000-000000000000}"/>
          </ac:spMkLst>
        </pc:spChg>
      </pc:sldChg>
      <pc:sldChg chg="modSp mod">
        <pc:chgData name="Se-Hoon Han" userId="70263205-781f-48f0-a54e-469ab1d08896" providerId="ADAL" clId="{99A44C34-6DB4-4D28-A878-85AFF787F6DF}" dt="2026-10-23T03:58:55.602" v="1271" actId="20577"/>
        <pc:sldMkLst>
          <pc:docMk/>
          <pc:sldMk cId="488768465" sldId="434"/>
        </pc:sldMkLst>
        <pc:spChg chg="mod">
          <ac:chgData name="Se-Hoon Han" userId="70263205-781f-48f0-a54e-469ab1d08896" providerId="ADAL" clId="{99A44C34-6DB4-4D28-A878-85AFF787F6DF}" dt="2026-10-23T03:58:55.602" v="1271" actId="20577"/>
          <ac:spMkLst>
            <pc:docMk/>
            <pc:sldMk cId="488768465" sldId="434"/>
            <ac:spMk id="2" creationId="{AE6E3353-3227-9D17-17DE-056494B55360}"/>
          </ac:spMkLst>
        </pc:spChg>
      </pc:sldChg>
      <pc:sldChg chg="delSp modSp del mod">
        <pc:chgData name="Se-Hoon Han" userId="70263205-781f-48f0-a54e-469ab1d08896" providerId="ADAL" clId="{99A44C34-6DB4-4D28-A878-85AFF787F6DF}" dt="2026-10-23T03:57:45.428" v="1240" actId="47"/>
        <pc:sldMkLst>
          <pc:docMk/>
          <pc:sldMk cId="426986721" sldId="435"/>
        </pc:sldMkLst>
        <pc:spChg chg="del">
          <ac:chgData name="Se-Hoon Han" userId="70263205-781f-48f0-a54e-469ab1d08896" providerId="ADAL" clId="{99A44C34-6DB4-4D28-A878-85AFF787F6DF}" dt="2026-10-23T02:06:26.008" v="176" actId="478"/>
          <ac:spMkLst>
            <pc:docMk/>
            <pc:sldMk cId="426986721" sldId="435"/>
            <ac:spMk id="91" creationId="{00000000-0000-0000-0000-000000000000}"/>
          </ac:spMkLst>
        </pc:spChg>
        <pc:graphicFrameChg chg="modGraphic">
          <ac:chgData name="Se-Hoon Han" userId="70263205-781f-48f0-a54e-469ab1d08896" providerId="ADAL" clId="{99A44C34-6DB4-4D28-A878-85AFF787F6DF}" dt="2026-10-23T02:05:34.926" v="175" actId="2165"/>
          <ac:graphicFrameMkLst>
            <pc:docMk/>
            <pc:sldMk cId="426986721" sldId="435"/>
            <ac:graphicFrameMk id="90" creationId="{00000000-0000-0000-0000-000000000000}"/>
          </ac:graphicFrameMkLst>
        </pc:graphicFrameChg>
      </pc:sldChg>
      <pc:sldChg chg="modSp mod">
        <pc:chgData name="Se-Hoon Han" userId="70263205-781f-48f0-a54e-469ab1d08896" providerId="ADAL" clId="{99A44C34-6DB4-4D28-A878-85AFF787F6DF}" dt="2026-10-23T04:03:51.608" v="1340" actId="20577"/>
        <pc:sldMkLst>
          <pc:docMk/>
          <pc:sldMk cId="614940156" sldId="436"/>
        </pc:sldMkLst>
        <pc:spChg chg="mod">
          <ac:chgData name="Se-Hoon Han" userId="70263205-781f-48f0-a54e-469ab1d08896" providerId="ADAL" clId="{99A44C34-6DB4-4D28-A878-85AFF787F6DF}" dt="2026-10-23T03:58:59.695" v="1282" actId="20577"/>
          <ac:spMkLst>
            <pc:docMk/>
            <pc:sldMk cId="614940156" sldId="436"/>
            <ac:spMk id="3" creationId="{7B3E529F-5328-DC5D-FAB1-63A89A50A4F6}"/>
          </ac:spMkLst>
        </pc:spChg>
        <pc:spChg chg="mod">
          <ac:chgData name="Se-Hoon Han" userId="70263205-781f-48f0-a54e-469ab1d08896" providerId="ADAL" clId="{99A44C34-6DB4-4D28-A878-85AFF787F6DF}" dt="2026-10-23T04:03:51.608" v="1340" actId="20577"/>
          <ac:spMkLst>
            <pc:docMk/>
            <pc:sldMk cId="614940156" sldId="436"/>
            <ac:spMk id="7" creationId="{9DA851A3-E7A5-741E-9E9C-6C2730DC0EC1}"/>
          </ac:spMkLst>
        </pc:spChg>
        <pc:spChg chg="mod">
          <ac:chgData name="Se-Hoon Han" userId="70263205-781f-48f0-a54e-469ab1d08896" providerId="ADAL" clId="{99A44C34-6DB4-4D28-A878-85AFF787F6DF}" dt="2026-10-23T02:16:58.137" v="409" actId="20577"/>
          <ac:spMkLst>
            <pc:docMk/>
            <pc:sldMk cId="614940156" sldId="436"/>
            <ac:spMk id="8" creationId="{ABF4674E-9223-31E3-9C4E-FE8C39BF3D03}"/>
          </ac:spMkLst>
        </pc:spChg>
      </pc:sldChg>
      <pc:sldChg chg="modSp mod">
        <pc:chgData name="Se-Hoon Han" userId="70263205-781f-48f0-a54e-469ab1d08896" providerId="ADAL" clId="{99A44C34-6DB4-4D28-A878-85AFF787F6DF}" dt="2026-10-23T03:59:07.774" v="1306" actId="20577"/>
        <pc:sldMkLst>
          <pc:docMk/>
          <pc:sldMk cId="614940156" sldId="437"/>
        </pc:sldMkLst>
        <pc:spChg chg="mod">
          <ac:chgData name="Se-Hoon Han" userId="70263205-781f-48f0-a54e-469ab1d08896" providerId="ADAL" clId="{99A44C34-6DB4-4D28-A878-85AFF787F6DF}" dt="2026-10-23T03:59:07.774" v="1306" actId="20577"/>
          <ac:spMkLst>
            <pc:docMk/>
            <pc:sldMk cId="614940156" sldId="437"/>
            <ac:spMk id="3" creationId="{7B3E529F-5328-DC5D-FAB1-63A89A50A4F6}"/>
          </ac:spMkLst>
        </pc:spChg>
        <pc:spChg chg="mod">
          <ac:chgData name="Se-Hoon Han" userId="70263205-781f-48f0-a54e-469ab1d08896" providerId="ADAL" clId="{99A44C34-6DB4-4D28-A878-85AFF787F6DF}" dt="2026-10-23T02:20:26.228" v="501" actId="13926"/>
          <ac:spMkLst>
            <pc:docMk/>
            <pc:sldMk cId="614940156" sldId="437"/>
            <ac:spMk id="7" creationId="{9DA851A3-E7A5-741E-9E9C-6C2730DC0EC1}"/>
          </ac:spMkLst>
        </pc:spChg>
        <pc:spChg chg="mod">
          <ac:chgData name="Se-Hoon Han" userId="70263205-781f-48f0-a54e-469ab1d08896" providerId="ADAL" clId="{99A44C34-6DB4-4D28-A878-85AFF787F6DF}" dt="2026-10-23T02:19:38.085" v="476" actId="13926"/>
          <ac:spMkLst>
            <pc:docMk/>
            <pc:sldMk cId="614940156" sldId="437"/>
            <ac:spMk id="8" creationId="{ABF4674E-9223-31E3-9C4E-FE8C39BF3D03}"/>
          </ac:spMkLst>
        </pc:spChg>
      </pc:sldChg>
      <pc:sldChg chg="addSp delSp modSp mod">
        <pc:chgData name="Se-Hoon Han" userId="70263205-781f-48f0-a54e-469ab1d08896" providerId="ADAL" clId="{99A44C34-6DB4-4D28-A878-85AFF787F6DF}" dt="2026-10-23T03:59:12.370" v="1318" actId="20577"/>
        <pc:sldMkLst>
          <pc:docMk/>
          <pc:sldMk cId="614940156" sldId="438"/>
        </pc:sldMkLst>
        <pc:spChg chg="mod">
          <ac:chgData name="Se-Hoon Han" userId="70263205-781f-48f0-a54e-469ab1d08896" providerId="ADAL" clId="{99A44C34-6DB4-4D28-A878-85AFF787F6DF}" dt="2026-10-23T03:59:12.370" v="1318" actId="20577"/>
          <ac:spMkLst>
            <pc:docMk/>
            <pc:sldMk cId="614940156" sldId="438"/>
            <ac:spMk id="3" creationId="{7B3E529F-5328-DC5D-FAB1-63A89A50A4F6}"/>
          </ac:spMkLst>
        </pc:spChg>
        <pc:spChg chg="del">
          <ac:chgData name="Se-Hoon Han" userId="70263205-781f-48f0-a54e-469ab1d08896" providerId="ADAL" clId="{99A44C34-6DB4-4D28-A878-85AFF787F6DF}" dt="2026-10-23T02:21:00.197" v="504" actId="478"/>
          <ac:spMkLst>
            <pc:docMk/>
            <pc:sldMk cId="614940156" sldId="438"/>
            <ac:spMk id="6" creationId="{F93B12F7-0974-78C5-8F4E-DBAA82EF2891}"/>
          </ac:spMkLst>
        </pc:spChg>
        <pc:spChg chg="del">
          <ac:chgData name="Se-Hoon Han" userId="70263205-781f-48f0-a54e-469ab1d08896" providerId="ADAL" clId="{99A44C34-6DB4-4D28-A878-85AFF787F6DF}" dt="2026-10-23T02:21:00.197" v="504" actId="478"/>
          <ac:spMkLst>
            <pc:docMk/>
            <pc:sldMk cId="614940156" sldId="438"/>
            <ac:spMk id="7" creationId="{9DA851A3-E7A5-741E-9E9C-6C2730DC0EC1}"/>
          </ac:spMkLst>
        </pc:spChg>
        <pc:spChg chg="mod">
          <ac:chgData name="Se-Hoon Han" userId="70263205-781f-48f0-a54e-469ab1d08896" providerId="ADAL" clId="{99A44C34-6DB4-4D28-A878-85AFF787F6DF}" dt="2026-10-23T02:20:42.618" v="503" actId="13926"/>
          <ac:spMkLst>
            <pc:docMk/>
            <pc:sldMk cId="614940156" sldId="438"/>
            <ac:spMk id="8" creationId="{ABF4674E-9223-31E3-9C4E-FE8C39BF3D03}"/>
          </ac:spMkLst>
        </pc:spChg>
        <pc:spChg chg="add mod">
          <ac:chgData name="Se-Hoon Han" userId="70263205-781f-48f0-a54e-469ab1d08896" providerId="ADAL" clId="{99A44C34-6DB4-4D28-A878-85AFF787F6DF}" dt="2026-10-23T02:21:00.197" v="504" actId="478"/>
          <ac:spMkLst>
            <pc:docMk/>
            <pc:sldMk cId="614940156" sldId="438"/>
            <ac:spMk id="9" creationId="{360C5747-CF92-616A-A101-37B11D9CECC7}"/>
          </ac:spMkLst>
        </pc:spChg>
        <pc:spChg chg="mod">
          <ac:chgData name="Se-Hoon Han" userId="70263205-781f-48f0-a54e-469ab1d08896" providerId="ADAL" clId="{99A44C34-6DB4-4D28-A878-85AFF787F6DF}" dt="2026-10-23T02:21:05.167" v="511" actId="20577"/>
          <ac:spMkLst>
            <pc:docMk/>
            <pc:sldMk cId="614940156" sldId="438"/>
            <ac:spMk id="11" creationId="{825A1EA7-C8F5-E1F1-FC57-E4F1FE778ED1}"/>
          </ac:spMkLst>
        </pc:spChg>
        <pc:spChg chg="add mod">
          <ac:chgData name="Se-Hoon Han" userId="70263205-781f-48f0-a54e-469ab1d08896" providerId="ADAL" clId="{99A44C34-6DB4-4D28-A878-85AFF787F6DF}" dt="2026-10-23T02:21:00.197" v="504" actId="478"/>
          <ac:spMkLst>
            <pc:docMk/>
            <pc:sldMk cId="614940156" sldId="438"/>
            <ac:spMk id="13" creationId="{AB8AD063-1277-368B-D922-FDC36709273B}"/>
          </ac:spMkLst>
        </pc:spChg>
      </pc:sldChg>
      <pc:sldChg chg="modSp del mod">
        <pc:chgData name="Se-Hoon Han" userId="70263205-781f-48f0-a54e-469ab1d08896" providerId="ADAL" clId="{99A44C34-6DB4-4D28-A878-85AFF787F6DF}" dt="2026-10-23T04:11:21.586" v="1341" actId="47"/>
        <pc:sldMkLst>
          <pc:docMk/>
          <pc:sldMk cId="426986721" sldId="440"/>
        </pc:sldMkLst>
        <pc:graphicFrameChg chg="modGraphic">
          <ac:chgData name="Se-Hoon Han" userId="70263205-781f-48f0-a54e-469ab1d08896" providerId="ADAL" clId="{99A44C34-6DB4-4D28-A878-85AFF787F6DF}" dt="2026-10-23T03:19:29.285" v="529" actId="20577"/>
          <ac:graphicFrameMkLst>
            <pc:docMk/>
            <pc:sldMk cId="426986721" sldId="440"/>
            <ac:graphicFrameMk id="90" creationId="{00000000-0000-0000-0000-000000000000}"/>
          </ac:graphicFrameMkLst>
        </pc:graphicFrameChg>
      </pc:sldChg>
      <pc:sldChg chg="modSp mod">
        <pc:chgData name="Se-Hoon Han" userId="70263205-781f-48f0-a54e-469ab1d08896" providerId="ADAL" clId="{99A44C34-6DB4-4D28-A878-85AFF787F6DF}" dt="2026-10-23T03:36:25.885" v="832" actId="20577"/>
        <pc:sldMkLst>
          <pc:docMk/>
          <pc:sldMk cId="614940156" sldId="441"/>
        </pc:sldMkLst>
        <pc:spChg chg="mod">
          <ac:chgData name="Se-Hoon Han" userId="70263205-781f-48f0-a54e-469ab1d08896" providerId="ADAL" clId="{99A44C34-6DB4-4D28-A878-85AFF787F6DF}" dt="2026-10-23T03:36:25.885" v="832" actId="20577"/>
          <ac:spMkLst>
            <pc:docMk/>
            <pc:sldMk cId="614940156" sldId="441"/>
            <ac:spMk id="7" creationId="{9DA851A3-E7A5-741E-9E9C-6C2730DC0EC1}"/>
          </ac:spMkLst>
        </pc:spChg>
        <pc:spChg chg="mod">
          <ac:chgData name="Se-Hoon Han" userId="70263205-781f-48f0-a54e-469ab1d08896" providerId="ADAL" clId="{99A44C34-6DB4-4D28-A878-85AFF787F6DF}" dt="2026-10-23T03:25:19.479" v="772" actId="20577"/>
          <ac:spMkLst>
            <pc:docMk/>
            <pc:sldMk cId="614940156" sldId="441"/>
            <ac:spMk id="8" creationId="{ABF4674E-9223-31E3-9C4E-FE8C39BF3D03}"/>
          </ac:spMkLst>
        </pc:spChg>
      </pc:sldChg>
      <pc:sldChg chg="modSp mod">
        <pc:chgData name="Se-Hoon Han" userId="70263205-781f-48f0-a54e-469ab1d08896" providerId="ADAL" clId="{99A44C34-6DB4-4D28-A878-85AFF787F6DF}" dt="2026-10-23T03:39:25.507" v="892" actId="20577"/>
        <pc:sldMkLst>
          <pc:docMk/>
          <pc:sldMk cId="614940156" sldId="442"/>
        </pc:sldMkLst>
        <pc:spChg chg="mod">
          <ac:chgData name="Se-Hoon Han" userId="70263205-781f-48f0-a54e-469ab1d08896" providerId="ADAL" clId="{99A44C34-6DB4-4D28-A878-85AFF787F6DF}" dt="2026-10-23T03:39:25.507" v="892" actId="20577"/>
          <ac:spMkLst>
            <pc:docMk/>
            <pc:sldMk cId="614940156" sldId="442"/>
            <ac:spMk id="7" creationId="{9DA851A3-E7A5-741E-9E9C-6C2730DC0EC1}"/>
          </ac:spMkLst>
        </pc:spChg>
        <pc:spChg chg="mod">
          <ac:chgData name="Se-Hoon Han" userId="70263205-781f-48f0-a54e-469ab1d08896" providerId="ADAL" clId="{99A44C34-6DB4-4D28-A878-85AFF787F6DF}" dt="2026-10-23T03:37:53.465" v="850" actId="20577"/>
          <ac:spMkLst>
            <pc:docMk/>
            <pc:sldMk cId="614940156" sldId="442"/>
            <ac:spMk id="8" creationId="{ABF4674E-9223-31E3-9C4E-FE8C39BF3D03}"/>
          </ac:spMkLst>
        </pc:spChg>
      </pc:sldChg>
      <pc:sldChg chg="del">
        <pc:chgData name="Se-Hoon Han" userId="70263205-781f-48f0-a54e-469ab1d08896" providerId="ADAL" clId="{99A44C34-6DB4-4D28-A878-85AFF787F6DF}" dt="2026-10-23T03:40:00.993" v="893" actId="47"/>
        <pc:sldMkLst>
          <pc:docMk/>
          <pc:sldMk cId="614940156" sldId="443"/>
        </pc:sldMkLst>
      </pc:sldChg>
      <pc:sldChg chg="modSp mod">
        <pc:chgData name="Se-Hoon Han" userId="70263205-781f-48f0-a54e-469ab1d08896" providerId="ADAL" clId="{99A44C34-6DB4-4D28-A878-85AFF787F6DF}" dt="2026-10-23T03:43:02.034" v="1004" actId="20577"/>
        <pc:sldMkLst>
          <pc:docMk/>
          <pc:sldMk cId="614940156" sldId="444"/>
        </pc:sldMkLst>
        <pc:spChg chg="mod">
          <ac:chgData name="Se-Hoon Han" userId="70263205-781f-48f0-a54e-469ab1d08896" providerId="ADAL" clId="{99A44C34-6DB4-4D28-A878-85AFF787F6DF}" dt="2026-10-23T03:43:02.034" v="1004" actId="20577"/>
          <ac:spMkLst>
            <pc:docMk/>
            <pc:sldMk cId="614940156" sldId="444"/>
            <ac:spMk id="7" creationId="{9DA851A3-E7A5-741E-9E9C-6C2730DC0EC1}"/>
          </ac:spMkLst>
        </pc:spChg>
        <pc:spChg chg="mod">
          <ac:chgData name="Se-Hoon Han" userId="70263205-781f-48f0-a54e-469ab1d08896" providerId="ADAL" clId="{99A44C34-6DB4-4D28-A878-85AFF787F6DF}" dt="2026-10-23T03:42:40.463" v="1003" actId="20577"/>
          <ac:spMkLst>
            <pc:docMk/>
            <pc:sldMk cId="614940156" sldId="444"/>
            <ac:spMk id="8" creationId="{ABF4674E-9223-31E3-9C4E-FE8C39BF3D03}"/>
          </ac:spMkLst>
        </pc:spChg>
        <pc:spChg chg="mod">
          <ac:chgData name="Se-Hoon Han" userId="70263205-781f-48f0-a54e-469ab1d08896" providerId="ADAL" clId="{99A44C34-6DB4-4D28-A878-85AFF787F6DF}" dt="2026-10-23T03:40:30.840" v="901" actId="20577"/>
          <ac:spMkLst>
            <pc:docMk/>
            <pc:sldMk cId="614940156" sldId="444"/>
            <ac:spMk id="11" creationId="{825A1EA7-C8F5-E1F1-FC57-E4F1FE778ED1}"/>
          </ac:spMkLst>
        </pc:spChg>
      </pc:sldChg>
      <pc:sldChg chg="del">
        <pc:chgData name="Se-Hoon Han" userId="70263205-781f-48f0-a54e-469ab1d08896" providerId="ADAL" clId="{99A44C34-6DB4-4D28-A878-85AFF787F6DF}" dt="2026-10-23T03:43:12.792" v="1005" actId="47"/>
        <pc:sldMkLst>
          <pc:docMk/>
          <pc:sldMk cId="614940156" sldId="445"/>
        </pc:sldMkLst>
      </pc:sldChg>
      <pc:sldChg chg="del">
        <pc:chgData name="Se-Hoon Han" userId="70263205-781f-48f0-a54e-469ab1d08896" providerId="ADAL" clId="{99A44C34-6DB4-4D28-A878-85AFF787F6DF}" dt="2026-10-23T03:43:20" v="1006" actId="47"/>
        <pc:sldMkLst>
          <pc:docMk/>
          <pc:sldMk cId="614940156" sldId="446"/>
        </pc:sldMkLst>
      </pc:sldChg>
      <pc:sldChg chg="modSp mod">
        <pc:chgData name="Se-Hoon Han" userId="70263205-781f-48f0-a54e-469ab1d08896" providerId="ADAL" clId="{99A44C34-6DB4-4D28-A878-85AFF787F6DF}" dt="2026-10-23T03:48:20.007" v="1239" actId="20577"/>
        <pc:sldMkLst>
          <pc:docMk/>
          <pc:sldMk cId="614940156" sldId="447"/>
        </pc:sldMkLst>
        <pc:spChg chg="mod">
          <ac:chgData name="Se-Hoon Han" userId="70263205-781f-48f0-a54e-469ab1d08896" providerId="ADAL" clId="{99A44C34-6DB4-4D28-A878-85AFF787F6DF}" dt="2026-10-23T03:45:07.589" v="1041" actId="20577"/>
          <ac:spMkLst>
            <pc:docMk/>
            <pc:sldMk cId="614940156" sldId="447"/>
            <ac:spMk id="4" creationId="{F9779939-DF27-B8B3-8AD1-3CF4A0173945}"/>
          </ac:spMkLst>
        </pc:spChg>
        <pc:spChg chg="mod">
          <ac:chgData name="Se-Hoon Han" userId="70263205-781f-48f0-a54e-469ab1d08896" providerId="ADAL" clId="{99A44C34-6DB4-4D28-A878-85AFF787F6DF}" dt="2026-10-23T03:45:04.117" v="1030" actId="20577"/>
          <ac:spMkLst>
            <pc:docMk/>
            <pc:sldMk cId="614940156" sldId="447"/>
            <ac:spMk id="6" creationId="{F93B12F7-0974-78C5-8F4E-DBAA82EF2891}"/>
          </ac:spMkLst>
        </pc:spChg>
        <pc:spChg chg="mod">
          <ac:chgData name="Se-Hoon Han" userId="70263205-781f-48f0-a54e-469ab1d08896" providerId="ADAL" clId="{99A44C34-6DB4-4D28-A878-85AFF787F6DF}" dt="2026-10-23T03:48:20.007" v="1239" actId="20577"/>
          <ac:spMkLst>
            <pc:docMk/>
            <pc:sldMk cId="614940156" sldId="447"/>
            <ac:spMk id="7" creationId="{9DA851A3-E7A5-741E-9E9C-6C2730DC0EC1}"/>
          </ac:spMkLst>
        </pc:spChg>
        <pc:spChg chg="mod">
          <ac:chgData name="Se-Hoon Han" userId="70263205-781f-48f0-a54e-469ab1d08896" providerId="ADAL" clId="{99A44C34-6DB4-4D28-A878-85AFF787F6DF}" dt="2026-10-23T03:45:57.340" v="1076" actId="20577"/>
          <ac:spMkLst>
            <pc:docMk/>
            <pc:sldMk cId="614940156" sldId="447"/>
            <ac:spMk id="8" creationId="{ABF4674E-9223-31E3-9C4E-FE8C39BF3D03}"/>
          </ac:spMkLst>
        </pc:spChg>
        <pc:spChg chg="mod">
          <ac:chgData name="Se-Hoon Han" userId="70263205-781f-48f0-a54e-469ab1d08896" providerId="ADAL" clId="{99A44C34-6DB4-4D28-A878-85AFF787F6DF}" dt="2026-10-23T03:44:59.628" v="1023" actId="6549"/>
          <ac:spMkLst>
            <pc:docMk/>
            <pc:sldMk cId="614940156" sldId="447"/>
            <ac:spMk id="11" creationId="{825A1EA7-C8F5-E1F1-FC57-E4F1FE778ED1}"/>
          </ac:spMkLst>
        </pc:spChg>
      </pc:sldChg>
      <pc:sldChg chg="del">
        <pc:chgData name="Se-Hoon Han" userId="70263205-781f-48f0-a54e-469ab1d08896" providerId="ADAL" clId="{99A44C34-6DB4-4D28-A878-85AFF787F6DF}" dt="2026-10-23T03:44:29.815" v="1009" actId="47"/>
        <pc:sldMkLst>
          <pc:docMk/>
          <pc:sldMk cId="614940156" sldId="448"/>
        </pc:sldMkLst>
      </pc:sldChg>
      <pc:sldChg chg="del">
        <pc:chgData name="Se-Hoon Han" userId="70263205-781f-48f0-a54e-469ab1d08896" providerId="ADAL" clId="{99A44C34-6DB4-4D28-A878-85AFF787F6DF}" dt="2026-10-23T03:43:34.059" v="1007" actId="47"/>
        <pc:sldMkLst>
          <pc:docMk/>
          <pc:sldMk cId="426986721" sldId="449"/>
        </pc:sldMkLst>
      </pc:sldChg>
      <pc:sldChg chg="del">
        <pc:chgData name="Se-Hoon Han" userId="70263205-781f-48f0-a54e-469ab1d08896" providerId="ADAL" clId="{99A44C34-6DB4-4D28-A878-85AFF787F6DF}" dt="2026-10-23T03:43:39.131" v="1008" actId="47"/>
        <pc:sldMkLst>
          <pc:docMk/>
          <pc:sldMk cId="426986721" sldId="45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9AAD27-AF1E-3276-F64C-E24DD3C9D6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06297-72C7-0612-7611-0739473673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1FD7E-7453-412A-9D9A-67248BEACEC8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DE446-DCD2-634E-6E7D-2B6CC9FA70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7209B-478D-FE16-8BB2-A67423D4E2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D9B360-C774-49CA-835F-5A4EA981ED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00622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735BF1-9CEA-4069-8947-4F338367F244}" type="datetimeFigureOut">
              <a:rPr lang="en-GB" smtClean="0"/>
              <a:t>23/10/2026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652C4-8DDB-4486-9682-2F893AB472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52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ForvisMazarsGrp" TargetMode="External"/><Relationship Id="rId7" Type="http://schemas.openxmlformats.org/officeDocument/2006/relationships/image" Target="../media/image1.wmf"/><Relationship Id="rId2" Type="http://schemas.openxmlformats.org/officeDocument/2006/relationships/hyperlink" Target="https://www.linkedin.com/company/forvis-mazars-gro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@ForvisMazarsGroup" TargetMode="External"/><Relationship Id="rId5" Type="http://schemas.openxmlformats.org/officeDocument/2006/relationships/hyperlink" Target="https://www.facebook.com/ForvisMazarsGroup/" TargetMode="External"/><Relationship Id="rId4" Type="http://schemas.openxmlformats.org/officeDocument/2006/relationships/hyperlink" Target="https://www.instagram.com/forvismazarsgroup/" TargetMode="Externa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ForvisMazarsGrp" TargetMode="External"/><Relationship Id="rId2" Type="http://schemas.openxmlformats.org/officeDocument/2006/relationships/hyperlink" Target="https://www.linkedin.com/company/forvis-mazars-gro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@ForvisMazarsGroup" TargetMode="External"/><Relationship Id="rId5" Type="http://schemas.openxmlformats.org/officeDocument/2006/relationships/hyperlink" Target="https://www.facebook.com/ForvisMazarsGroup/" TargetMode="External"/><Relationship Id="rId4" Type="http://schemas.openxmlformats.org/officeDocument/2006/relationships/hyperlink" Target="https://www.instagram.com/forvismazarsgroup/" TargetMode="Externa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ForvisMazarsGrp" TargetMode="External"/><Relationship Id="rId2" Type="http://schemas.openxmlformats.org/officeDocument/2006/relationships/hyperlink" Target="https://www.linkedin.com/company/forvis-mazars-group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@ForvisMazarsGroup" TargetMode="External"/><Relationship Id="rId5" Type="http://schemas.openxmlformats.org/officeDocument/2006/relationships/hyperlink" Target="https://www.facebook.com/ForvisMazarsGroup/" TargetMode="External"/><Relationship Id="rId4" Type="http://schemas.openxmlformats.org/officeDocument/2006/relationships/hyperlink" Target="https://www.instagram.com/forvismazarsgroup/" TargetMode="Externa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- large frame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t"/>
          <a:lstStyle>
            <a:lvl1pPr algn="l">
              <a:defRPr sz="24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842C18B-1D7A-8DC7-E58C-751F7B0008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5400" y="304800"/>
            <a:ext cx="11581200" cy="3880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Name, Date, Year</a:t>
            </a:r>
            <a:endParaRPr lang="en-GB" dirty="0"/>
          </a:p>
        </p:txBody>
      </p:sp>
      <p:pic>
        <p:nvPicPr>
          <p:cNvPr id="4" name="Grafik 11">
            <a:extLst>
              <a:ext uri="{FF2B5EF4-FFF2-40B4-BE49-F238E27FC236}">
                <a16:creationId xmlns:a16="http://schemas.microsoft.com/office/drawing/2014/main" id="{DB710B25-B2C0-3F46-B52E-75BA79935C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244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- large frame - tru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t"/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842C18B-1D7A-8DC7-E58C-751F7B0008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5400" y="304800"/>
            <a:ext cx="11581200" cy="3880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Name, Date, Year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222313-E3E8-84C6-CDEF-E7A032ED39D8}"/>
              </a:ext>
            </a:extLst>
          </p:cNvPr>
          <p:cNvSpPr txBox="1"/>
          <p:nvPr userDrawn="1"/>
        </p:nvSpPr>
        <p:spPr>
          <a:xfrm>
            <a:off x="-6392332" y="30480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grpSp>
        <p:nvGrpSpPr>
          <p:cNvPr id="4" name="Gruppieren 4">
            <a:extLst>
              <a:ext uri="{FF2B5EF4-FFF2-40B4-BE49-F238E27FC236}">
                <a16:creationId xmlns:a16="http://schemas.microsoft.com/office/drawing/2014/main" id="{60F69E8D-6EAC-C523-6D4F-3094B23E4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5" name="Freihandform: Form 5">
              <a:extLst>
                <a:ext uri="{FF2B5EF4-FFF2-40B4-BE49-F238E27FC236}">
                  <a16:creationId xmlns:a16="http://schemas.microsoft.com/office/drawing/2014/main" id="{D8CCB833-4D26-6E84-CE0F-C6BDD9B360C0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" name="Freihandform: Form 7">
              <a:extLst>
                <a:ext uri="{FF2B5EF4-FFF2-40B4-BE49-F238E27FC236}">
                  <a16:creationId xmlns:a16="http://schemas.microsoft.com/office/drawing/2014/main" id="{9D8EF2C9-8044-BF09-7BD5-FC217FC1C36E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5FFCF2B-36B1-E9E1-6454-DB5E5126A9E2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00229647-D500-1E99-3780-98C950CF9967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DDE1FB26-5287-29DD-E7CC-ABE2C5D80182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42DD437E-E732-01DD-B08A-1341F623BBD1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659FA363-CC0C-311C-EA78-2108E0955EE7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3B195A27-C87C-7EC1-7C14-C3570A80454C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6BE52C14-7F20-D492-16F6-2D84936494E8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626B4A82-B6AC-8F7D-83D9-176D53BF0407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B8292199-BEAB-8239-63A7-61A652179638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D53D3ECF-A5D3-63EF-497C-800A752A7918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3609761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variant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9672C7E-019D-FBA3-7F09-750C25D0C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4800" y="304800"/>
            <a:ext cx="11588400" cy="54612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76053-E50C-CB63-D92A-41737B15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4410000"/>
            <a:ext cx="9000000" cy="3600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FFB69B-3E28-CA70-1686-15A87280500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000" y="4789050"/>
            <a:ext cx="9000000" cy="36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D72957C-E4A1-D746-E9BB-011A50F22C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000" y="5277525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Name, Date, Year</a:t>
            </a:r>
            <a:endParaRPr lang="en-GB" dirty="0"/>
          </a:p>
        </p:txBody>
      </p:sp>
      <p:pic>
        <p:nvPicPr>
          <p:cNvPr id="3" name="Grafik 11">
            <a:extLst>
              <a:ext uri="{FF2B5EF4-FFF2-40B4-BE49-F238E27FC236}">
                <a16:creationId xmlns:a16="http://schemas.microsoft.com/office/drawing/2014/main" id="{DA62EBDD-3F1D-BDF5-7D5C-3E151E11FD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70873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variant - tru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9672C7E-019D-FBA3-7F09-750C25D0C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4800" y="304800"/>
            <a:ext cx="11588400" cy="54612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76053-E50C-CB63-D92A-41737B15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000" y="4410000"/>
            <a:ext cx="9000000" cy="3600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3FFB69B-3E28-CA70-1686-15A87280500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0000" y="4789050"/>
            <a:ext cx="9000000" cy="360000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D72957C-E4A1-D746-E9BB-011A50F22C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000" y="5277525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Name, Date, Year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4260D-B98A-A7AC-8629-E5E4D4C12FBE}"/>
              </a:ext>
            </a:extLst>
          </p:cNvPr>
          <p:cNvSpPr txBox="1"/>
          <p:nvPr userDrawn="1"/>
        </p:nvSpPr>
        <p:spPr>
          <a:xfrm>
            <a:off x="-6392332" y="30480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grpSp>
        <p:nvGrpSpPr>
          <p:cNvPr id="4" name="Gruppieren 4">
            <a:extLst>
              <a:ext uri="{FF2B5EF4-FFF2-40B4-BE49-F238E27FC236}">
                <a16:creationId xmlns:a16="http://schemas.microsoft.com/office/drawing/2014/main" id="{1AF32F02-02F7-7E2F-5EB2-8AB49F02BAA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A82DF783-91BE-0B1F-594A-9BDE3AF2DF72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1AE181C6-DF38-3B6A-29DC-0514335710F2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9">
              <a:extLst>
                <a:ext uri="{FF2B5EF4-FFF2-40B4-BE49-F238E27FC236}">
                  <a16:creationId xmlns:a16="http://schemas.microsoft.com/office/drawing/2014/main" id="{E556F98D-CF46-F45C-E725-39D4E969D18D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DCF7744F-4013-AE3D-AB78-30AC2E721431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6A8A9A34-FDAA-EC87-ACBD-70DC545FFE68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F21FE68C-6E55-1882-29D0-5AD972D282CF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6AF80BBB-B267-E2A9-3663-7BD9FF7A9BAE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F1986D68-2438-502E-D769-1DE90DD71CE3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72F092E1-B34B-E0A7-83B2-6614DDCDA1D6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FE398BD6-EEC5-437E-E55B-C14762FB717A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31917980-0094-58C0-0C63-F1A3B14E61A7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03E446E7-776A-D674-727D-F1DC674B357D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0310002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supergraphic_1 (sha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ity skyline at night&#10;&#10;Description automatically generated">
            <a:extLst>
              <a:ext uri="{FF2B5EF4-FFF2-40B4-BE49-F238E27FC236}">
                <a16:creationId xmlns:a16="http://schemas.microsoft.com/office/drawing/2014/main" id="{8023B119-BF14-0762-F3EF-63C9E5A9C2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"/>
            <a:ext cx="11581200" cy="3881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t"/>
          <a:lstStyle>
            <a:lvl1pPr algn="l">
              <a:defRPr sz="24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Name, Date, Year</a:t>
            </a:r>
            <a:endParaRPr lang="en-GB" dirty="0"/>
          </a:p>
        </p:txBody>
      </p:sp>
      <p:pic>
        <p:nvPicPr>
          <p:cNvPr id="4" name="Grafik 11">
            <a:extLst>
              <a:ext uri="{FF2B5EF4-FFF2-40B4-BE49-F238E27FC236}">
                <a16:creationId xmlns:a16="http://schemas.microsoft.com/office/drawing/2014/main" id="{3FAD8840-041F-A3D8-1509-F5EADE485C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  <p:sp>
        <p:nvSpPr>
          <p:cNvPr id="7" name="Supergraphic - shape">
            <a:extLst>
              <a:ext uri="{FF2B5EF4-FFF2-40B4-BE49-F238E27FC236}">
                <a16:creationId xmlns:a16="http://schemas.microsoft.com/office/drawing/2014/main" id="{6BAB0110-FF2C-8EE6-125B-57AD0A5D3266}"/>
              </a:ext>
            </a:extLst>
          </p:cNvPr>
          <p:cNvSpPr/>
          <p:nvPr userDrawn="1"/>
        </p:nvSpPr>
        <p:spPr>
          <a:xfrm>
            <a:off x="2521500" y="318792"/>
            <a:ext cx="4138546" cy="3871608"/>
          </a:xfrm>
          <a:prstGeom prst="parallelogram">
            <a:avLst>
              <a:gd name="adj" fmla="val 36136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2121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supergraphic_2 (sha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oad with a yellow car on it&#10;&#10;Description automatically generated">
            <a:extLst>
              <a:ext uri="{FF2B5EF4-FFF2-40B4-BE49-F238E27FC236}">
                <a16:creationId xmlns:a16="http://schemas.microsoft.com/office/drawing/2014/main" id="{6DD5C5F7-2A1C-8F92-7E7A-AD378379D6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13235"/>
            <a:ext cx="11581200" cy="3877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t"/>
          <a:lstStyle>
            <a:lvl1pPr algn="l">
              <a:defRPr sz="24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 anchor="t"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Name, Date, Year</a:t>
            </a:r>
            <a:endParaRPr lang="en-GB" dirty="0"/>
          </a:p>
        </p:txBody>
      </p:sp>
      <p:pic>
        <p:nvPicPr>
          <p:cNvPr id="4" name="Grafik 11">
            <a:extLst>
              <a:ext uri="{FF2B5EF4-FFF2-40B4-BE49-F238E27FC236}">
                <a16:creationId xmlns:a16="http://schemas.microsoft.com/office/drawing/2014/main" id="{D6BDED7B-DD3A-263E-B8E2-C2EEEA63C3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  <p:sp>
        <p:nvSpPr>
          <p:cNvPr id="14" name="Supergraphic - shape">
            <a:extLst>
              <a:ext uri="{FF2B5EF4-FFF2-40B4-BE49-F238E27FC236}">
                <a16:creationId xmlns:a16="http://schemas.microsoft.com/office/drawing/2014/main" id="{13D132C5-29D3-C65F-52CB-42679B23D596}"/>
              </a:ext>
            </a:extLst>
          </p:cNvPr>
          <p:cNvSpPr/>
          <p:nvPr userDrawn="1"/>
        </p:nvSpPr>
        <p:spPr>
          <a:xfrm>
            <a:off x="2973600" y="318792"/>
            <a:ext cx="4138546" cy="3871608"/>
          </a:xfrm>
          <a:prstGeom prst="parallelogram">
            <a:avLst>
              <a:gd name="adj" fmla="val 36136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9648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supergraphic_3 (sha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building&#10;&#10;Description automatically generated">
            <a:extLst>
              <a:ext uri="{FF2B5EF4-FFF2-40B4-BE49-F238E27FC236}">
                <a16:creationId xmlns:a16="http://schemas.microsoft.com/office/drawing/2014/main" id="{4B64D943-7426-9A0C-37E7-D0300DE75A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"/>
            <a:ext cx="11581200" cy="3881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t"/>
          <a:lstStyle>
            <a:lvl1pPr algn="l">
              <a:defRPr sz="24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 anchor="t"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Name, Date, Year</a:t>
            </a:r>
            <a:endParaRPr lang="en-GB" dirty="0"/>
          </a:p>
        </p:txBody>
      </p:sp>
      <p:pic>
        <p:nvPicPr>
          <p:cNvPr id="4" name="Grafik 11">
            <a:extLst>
              <a:ext uri="{FF2B5EF4-FFF2-40B4-BE49-F238E27FC236}">
                <a16:creationId xmlns:a16="http://schemas.microsoft.com/office/drawing/2014/main" id="{2004A3E1-9766-D2A9-53F4-1AEC39F080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  <p:sp>
        <p:nvSpPr>
          <p:cNvPr id="7" name="Supergraphic - shape">
            <a:extLst>
              <a:ext uri="{FF2B5EF4-FFF2-40B4-BE49-F238E27FC236}">
                <a16:creationId xmlns:a16="http://schemas.microsoft.com/office/drawing/2014/main" id="{6CF91860-6C86-705F-9C02-E037FF5EF9E3}"/>
              </a:ext>
            </a:extLst>
          </p:cNvPr>
          <p:cNvSpPr/>
          <p:nvPr userDrawn="1"/>
        </p:nvSpPr>
        <p:spPr>
          <a:xfrm>
            <a:off x="5941209" y="314369"/>
            <a:ext cx="4138546" cy="3871608"/>
          </a:xfrm>
          <a:prstGeom prst="parallelogram">
            <a:avLst>
              <a:gd name="adj" fmla="val 36136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02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supergraphic_4 (shap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looking up to the sky&#10;&#10;Description automatically generated">
            <a:extLst>
              <a:ext uri="{FF2B5EF4-FFF2-40B4-BE49-F238E27FC236}">
                <a16:creationId xmlns:a16="http://schemas.microsoft.com/office/drawing/2014/main" id="{41C57A33-9F00-B0BB-DC5D-FF8CB1EBE9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"/>
            <a:ext cx="11581200" cy="3881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t"/>
          <a:lstStyle>
            <a:lvl1pPr algn="l">
              <a:defRPr sz="2400"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 anchor="t"/>
          <a:lstStyle>
            <a:lvl1pPr marL="0" indent="0" algn="l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Name, Date, Year</a:t>
            </a:r>
            <a:endParaRPr lang="en-GB" dirty="0"/>
          </a:p>
        </p:txBody>
      </p:sp>
      <p:pic>
        <p:nvPicPr>
          <p:cNvPr id="4" name="Grafik 11">
            <a:extLst>
              <a:ext uri="{FF2B5EF4-FFF2-40B4-BE49-F238E27FC236}">
                <a16:creationId xmlns:a16="http://schemas.microsoft.com/office/drawing/2014/main" id="{5954B60F-7996-FE11-B73E-1414D95F6F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  <p:sp>
        <p:nvSpPr>
          <p:cNvPr id="5" name="Supergraphic - shape">
            <a:extLst>
              <a:ext uri="{FF2B5EF4-FFF2-40B4-BE49-F238E27FC236}">
                <a16:creationId xmlns:a16="http://schemas.microsoft.com/office/drawing/2014/main" id="{C45D0F22-A111-12FA-7F9B-384BF395E0A1}"/>
              </a:ext>
            </a:extLst>
          </p:cNvPr>
          <p:cNvSpPr/>
          <p:nvPr userDrawn="1"/>
        </p:nvSpPr>
        <p:spPr>
          <a:xfrm>
            <a:off x="3360601" y="306000"/>
            <a:ext cx="4138546" cy="3871608"/>
          </a:xfrm>
          <a:prstGeom prst="parallelogram">
            <a:avLst>
              <a:gd name="adj" fmla="val 36136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1449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supergraphic_5 (imag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ridge with arches and a body of water&#10;&#10;Description automatically generated">
            <a:extLst>
              <a:ext uri="{FF2B5EF4-FFF2-40B4-BE49-F238E27FC236}">
                <a16:creationId xmlns:a16="http://schemas.microsoft.com/office/drawing/2014/main" id="{9A13D504-A754-8469-21D4-BBB2BAB76E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"/>
            <a:ext cx="11581200" cy="3881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947878-4CC5-2F38-EC5C-CE288DFC69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6000" y="4550400"/>
            <a:ext cx="11581200" cy="360000"/>
          </a:xfrm>
        </p:spPr>
        <p:txBody>
          <a:bodyPr anchor="t"/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04444-F2E0-6C9C-4C6D-05AB613912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6000" y="4910400"/>
            <a:ext cx="11581200" cy="360000"/>
          </a:xfrm>
        </p:spPr>
        <p:txBody>
          <a:bodyPr anchor="t"/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795539-9F7B-3A76-36CE-3A8633FDF0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6249600"/>
            <a:ext cx="9000000" cy="36000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Name, Date, Year</a:t>
            </a:r>
            <a:endParaRPr lang="en-GB" dirty="0"/>
          </a:p>
        </p:txBody>
      </p:sp>
      <p:grpSp>
        <p:nvGrpSpPr>
          <p:cNvPr id="7" name="Gruppieren 4">
            <a:extLst>
              <a:ext uri="{FF2B5EF4-FFF2-40B4-BE49-F238E27FC236}">
                <a16:creationId xmlns:a16="http://schemas.microsoft.com/office/drawing/2014/main" id="{896058C6-59EF-7FF4-FC6F-F9FED024B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8" name="Freihandform: Form 5">
              <a:extLst>
                <a:ext uri="{FF2B5EF4-FFF2-40B4-BE49-F238E27FC236}">
                  <a16:creationId xmlns:a16="http://schemas.microsoft.com/office/drawing/2014/main" id="{F35D3F7C-1E2A-5E1C-BA59-85AFEE7607AB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7">
              <a:extLst>
                <a:ext uri="{FF2B5EF4-FFF2-40B4-BE49-F238E27FC236}">
                  <a16:creationId xmlns:a16="http://schemas.microsoft.com/office/drawing/2014/main" id="{602E3AA9-808E-E0E7-18A3-6A189D961178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9">
              <a:extLst>
                <a:ext uri="{FF2B5EF4-FFF2-40B4-BE49-F238E27FC236}">
                  <a16:creationId xmlns:a16="http://schemas.microsoft.com/office/drawing/2014/main" id="{C9123806-AB4B-2C2A-0F3E-0E4F98D85578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1">
              <a:extLst>
                <a:ext uri="{FF2B5EF4-FFF2-40B4-BE49-F238E27FC236}">
                  <a16:creationId xmlns:a16="http://schemas.microsoft.com/office/drawing/2014/main" id="{41EB2DAB-ACE6-3BBC-F02D-B4945BF49558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2">
              <a:extLst>
                <a:ext uri="{FF2B5EF4-FFF2-40B4-BE49-F238E27FC236}">
                  <a16:creationId xmlns:a16="http://schemas.microsoft.com/office/drawing/2014/main" id="{3167F366-62F3-9735-481A-A36AAB4B15F2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3">
              <a:extLst>
                <a:ext uri="{FF2B5EF4-FFF2-40B4-BE49-F238E27FC236}">
                  <a16:creationId xmlns:a16="http://schemas.microsoft.com/office/drawing/2014/main" id="{69C920B0-3C6C-3B11-32FC-23FDC2AF68E7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4">
              <a:extLst>
                <a:ext uri="{FF2B5EF4-FFF2-40B4-BE49-F238E27FC236}">
                  <a16:creationId xmlns:a16="http://schemas.microsoft.com/office/drawing/2014/main" id="{5B10CF88-A1EA-15AA-8393-69A61075AD9B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5">
              <a:extLst>
                <a:ext uri="{FF2B5EF4-FFF2-40B4-BE49-F238E27FC236}">
                  <a16:creationId xmlns:a16="http://schemas.microsoft.com/office/drawing/2014/main" id="{37DBDD91-7C71-5295-6FBE-4C5334A4C49F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6">
              <a:extLst>
                <a:ext uri="{FF2B5EF4-FFF2-40B4-BE49-F238E27FC236}">
                  <a16:creationId xmlns:a16="http://schemas.microsoft.com/office/drawing/2014/main" id="{0C951265-3EB5-5C9C-2173-84E38E5047CF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7">
              <a:extLst>
                <a:ext uri="{FF2B5EF4-FFF2-40B4-BE49-F238E27FC236}">
                  <a16:creationId xmlns:a16="http://schemas.microsoft.com/office/drawing/2014/main" id="{9D70ADE5-F2C3-1B51-8E1C-3F1218919A63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8">
              <a:extLst>
                <a:ext uri="{FF2B5EF4-FFF2-40B4-BE49-F238E27FC236}">
                  <a16:creationId xmlns:a16="http://schemas.microsoft.com/office/drawing/2014/main" id="{7C7AB827-C0F9-7C59-1EBB-9EF0B6449761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19">
              <a:extLst>
                <a:ext uri="{FF2B5EF4-FFF2-40B4-BE49-F238E27FC236}">
                  <a16:creationId xmlns:a16="http://schemas.microsoft.com/office/drawing/2014/main" id="{9C59B2AB-0A92-431C-3EBD-0C2A4A6C091E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F23C315-E9D3-E85D-FDA8-A4722F106C10}"/>
              </a:ext>
            </a:extLst>
          </p:cNvPr>
          <p:cNvSpPr txBox="1"/>
          <p:nvPr userDrawn="1"/>
        </p:nvSpPr>
        <p:spPr>
          <a:xfrm>
            <a:off x="-3989272" y="304800"/>
            <a:ext cx="36929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sp>
        <p:nvSpPr>
          <p:cNvPr id="6" name="Supergraphic - shape">
            <a:extLst>
              <a:ext uri="{FF2B5EF4-FFF2-40B4-BE49-F238E27FC236}">
                <a16:creationId xmlns:a16="http://schemas.microsoft.com/office/drawing/2014/main" id="{9728FCA0-32CC-388D-0770-807193532C2B}"/>
              </a:ext>
            </a:extLst>
          </p:cNvPr>
          <p:cNvSpPr/>
          <p:nvPr userDrawn="1"/>
        </p:nvSpPr>
        <p:spPr>
          <a:xfrm>
            <a:off x="5770929" y="304800"/>
            <a:ext cx="4138546" cy="3871608"/>
          </a:xfrm>
          <a:prstGeom prst="parallelogram">
            <a:avLst>
              <a:gd name="adj" fmla="val 36136"/>
            </a:avLst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6064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C3C2-FA7F-3AF9-8770-2A0C452FB7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0BCF2-B02B-ED34-3CE1-385F370C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124C7-A8E1-C2C4-9251-1FAD4FC4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2D7ED-E3D6-D344-4CBF-39C6CFF1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4361FFC-8E96-EE12-9B5A-F30BC84A0A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5998" y="1268413"/>
            <a:ext cx="11581199" cy="4681537"/>
          </a:xfrm>
        </p:spPr>
        <p:txBody>
          <a:bodyPr/>
          <a:lstStyle>
            <a:lvl1pPr marL="271463" indent="-27146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defRPr sz="1800"/>
            </a:lvl1pPr>
            <a:lvl2pPr marL="625475" indent="-269875">
              <a:buClr>
                <a:schemeClr val="tx2"/>
              </a:buClr>
              <a:buFont typeface="+mj-lt"/>
              <a:buAutoNum type="arabicPeriod"/>
              <a:defRPr sz="1400"/>
            </a:lvl2pPr>
            <a:lvl3pPr marL="808038" indent="-188913">
              <a:buClr>
                <a:schemeClr val="tx2"/>
              </a:buClr>
              <a:buFont typeface="+mj-lt"/>
              <a:buAutoNum type="arabicPeriod"/>
              <a:defRPr sz="1400"/>
            </a:lvl3pPr>
            <a:lvl4pPr marL="1165225" indent="-276225">
              <a:buClr>
                <a:schemeClr val="tx2"/>
              </a:buClr>
              <a:buFont typeface="+mj-lt"/>
              <a:buAutoNum type="arabicPeriod"/>
              <a:defRPr sz="1400"/>
            </a:lvl4pPr>
            <a:lvl5pPr marL="717550" indent="-361950">
              <a:buClr>
                <a:schemeClr val="tx2"/>
              </a:buClr>
              <a:buFont typeface="+mj-lt"/>
              <a:buAutoNum type="arabicPeriod"/>
              <a:defRPr sz="2400"/>
            </a:lvl5pPr>
          </a:lstStyle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  <a:p>
            <a:pPr lvl="2"/>
            <a:r>
              <a:rPr lang="ko-KR" altLang="en-US" noProof="0"/>
              <a:t>세 번째 수준</a:t>
            </a:r>
          </a:p>
          <a:p>
            <a:pPr lvl="3"/>
            <a:r>
              <a:rPr lang="ko-KR" altLang="en-US" noProof="0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19264031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C3C2-FA7F-3AF9-8770-2A0C452FB7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0BCF2-B02B-ED34-3CE1-385F370C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124C7-A8E1-C2C4-9251-1FAD4FC4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2D7ED-E3D6-D344-4CBF-39C6CFF1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5339831-9579-422A-5FD3-167E83B82B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7601" y="305999"/>
            <a:ext cx="5648400" cy="5643951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C271A1C-536E-3E60-3582-8E73B02B9B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5999" y="1268413"/>
            <a:ext cx="5648400" cy="4681537"/>
          </a:xfrm>
        </p:spPr>
        <p:txBody>
          <a:bodyPr/>
          <a:lstStyle>
            <a:lvl1pPr marL="271463" indent="-271463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+mj-lt"/>
              <a:buAutoNum type="arabicPeriod"/>
              <a:defRPr sz="1800"/>
            </a:lvl1pPr>
            <a:lvl2pPr marL="625475" indent="-269875">
              <a:buClr>
                <a:schemeClr val="tx2"/>
              </a:buClr>
              <a:buFont typeface="+mj-lt"/>
              <a:buAutoNum type="arabicPeriod"/>
              <a:defRPr sz="1400"/>
            </a:lvl2pPr>
            <a:lvl3pPr marL="808038" indent="-188913">
              <a:buClr>
                <a:schemeClr val="tx2"/>
              </a:buClr>
              <a:buFont typeface="+mj-lt"/>
              <a:buAutoNum type="arabicPeriod"/>
              <a:defRPr sz="1400"/>
            </a:lvl3pPr>
            <a:lvl4pPr marL="1165225" indent="-276225">
              <a:buClr>
                <a:schemeClr val="tx2"/>
              </a:buClr>
              <a:buFont typeface="+mj-lt"/>
              <a:buAutoNum type="arabicPeriod"/>
              <a:defRPr sz="1400"/>
            </a:lvl4pPr>
            <a:lvl5pPr marL="717550" indent="-361950">
              <a:buClr>
                <a:schemeClr val="tx2"/>
              </a:buClr>
              <a:buFont typeface="+mj-lt"/>
              <a:buAutoNum type="arabicPeriod"/>
              <a:defRPr sz="2400"/>
            </a:lvl5pPr>
          </a:lstStyle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  <a:p>
            <a:pPr lvl="2"/>
            <a:r>
              <a:rPr lang="ko-KR" altLang="en-US" noProof="0"/>
              <a:t>세 번째 수준</a:t>
            </a:r>
          </a:p>
          <a:p>
            <a:pPr lvl="3"/>
            <a:r>
              <a:rPr lang="ko-KR" altLang="en-US" noProof="0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70573303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C3C2-FA7F-3AF9-8770-2A0C452FB7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99" y="306000"/>
            <a:ext cx="11581200" cy="360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0BCF2-B02B-ED34-3CE1-385F370CD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124C7-A8E1-C2C4-9251-1FAD4FC4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2D7ED-E3D6-D344-4CBF-39C6CFF13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E4DFDC-8584-AECD-0F9B-87A8C0C63B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5999" y="3688080"/>
            <a:ext cx="11581200" cy="2261870"/>
          </a:xfrm>
        </p:spPr>
        <p:txBody>
          <a:bodyPr numCol="2" spcCol="288000"/>
          <a:lstStyle>
            <a:lvl1pPr marL="271463" indent="-271463">
              <a:spcAft>
                <a:spcPts val="1200"/>
              </a:spcAft>
              <a:buClr>
                <a:schemeClr val="tx2"/>
              </a:buClr>
              <a:buFont typeface="+mj-lt"/>
              <a:buAutoNum type="arabicPeriod"/>
              <a:defRPr sz="1800"/>
            </a:lvl1pPr>
            <a:lvl2pPr marL="717550" indent="-361950">
              <a:buClr>
                <a:schemeClr val="tx2"/>
              </a:buClr>
              <a:buFont typeface="+mj-lt"/>
              <a:buAutoNum type="arabicPeriod"/>
              <a:defRPr sz="2400"/>
            </a:lvl2pPr>
            <a:lvl3pPr marL="717550" indent="-361950">
              <a:buClr>
                <a:schemeClr val="tx2"/>
              </a:buClr>
              <a:buFont typeface="+mj-lt"/>
              <a:buAutoNum type="arabicPeriod"/>
              <a:defRPr sz="2400"/>
            </a:lvl3pPr>
            <a:lvl4pPr marL="717550" indent="-361950">
              <a:buClr>
                <a:schemeClr val="tx2"/>
              </a:buClr>
              <a:buFont typeface="+mj-lt"/>
              <a:buAutoNum type="arabicPeriod"/>
              <a:defRPr sz="2400"/>
            </a:lvl4pPr>
            <a:lvl5pPr marL="717550" indent="-361950">
              <a:buClr>
                <a:schemeClr val="tx2"/>
              </a:buClr>
              <a:buFont typeface="+mj-lt"/>
              <a:buAutoNum type="arabicPeriod"/>
              <a:defRPr sz="2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5339831-9579-422A-5FD3-167E83B82B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260000"/>
            <a:ext cx="12192000" cy="216058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299068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- supergraphic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00" y="2314800"/>
            <a:ext cx="4852800" cy="360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3067200"/>
            <a:ext cx="4852800" cy="2588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200" y="1270800"/>
            <a:ext cx="1800000" cy="900000"/>
          </a:xfrm>
        </p:spPr>
        <p:txBody>
          <a:bodyPr anchor="t"/>
          <a:lstStyle>
            <a:lvl1pPr marL="0" indent="0">
              <a:buNone/>
              <a:defRPr sz="6400" b="1"/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 dirty="0"/>
              <a:t>XX</a:t>
            </a:r>
            <a:endParaRPr lang="en-GB" dirty="0"/>
          </a:p>
        </p:txBody>
      </p:sp>
      <p:sp>
        <p:nvSpPr>
          <p:cNvPr id="4" name="Espace réservé pour une image  29">
            <a:extLst>
              <a:ext uri="{FF2B5EF4-FFF2-40B4-BE49-F238E27FC236}">
                <a16:creationId xmlns:a16="http://schemas.microsoft.com/office/drawing/2014/main" id="{1F249D4B-1559-45BB-AF54-7D7EB4A9C65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508000" y="0"/>
            <a:ext cx="6680200" cy="6858000"/>
          </a:xfrm>
          <a:prstGeom prst="parallelogram">
            <a:avLst>
              <a:gd name="adj" fmla="val 37212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01931976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supergraphic - indigo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00" y="2314800"/>
            <a:ext cx="4852800" cy="3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3067200"/>
            <a:ext cx="4852800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200" y="1270800"/>
            <a:ext cx="1800000" cy="900000"/>
          </a:xfrm>
        </p:spPr>
        <p:txBody>
          <a:bodyPr anchor="t"/>
          <a:lstStyle>
            <a:lvl1pPr marL="0" indent="0">
              <a:buNone/>
              <a:defRPr sz="64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 dirty="0"/>
              <a:t>XX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B2104-720E-E8DA-5ACF-98ECE73EA2D9}"/>
              </a:ext>
            </a:extLst>
          </p:cNvPr>
          <p:cNvSpPr txBox="1"/>
          <p:nvPr userDrawn="1"/>
        </p:nvSpPr>
        <p:spPr>
          <a:xfrm>
            <a:off x="-3989272" y="304800"/>
            <a:ext cx="36929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sp>
        <p:nvSpPr>
          <p:cNvPr id="3" name="Espace réservé pour une image  29">
            <a:extLst>
              <a:ext uri="{FF2B5EF4-FFF2-40B4-BE49-F238E27FC236}">
                <a16:creationId xmlns:a16="http://schemas.microsoft.com/office/drawing/2014/main" id="{A2053CF4-0553-4808-5E7B-D60BF81A0C9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508000" y="0"/>
            <a:ext cx="6680200" cy="6858000"/>
          </a:xfrm>
          <a:prstGeom prst="parallelogram">
            <a:avLst>
              <a:gd name="adj" fmla="val 37212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50534878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supergraphic - true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200" y="2314800"/>
            <a:ext cx="4852800" cy="3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638" y="3067200"/>
            <a:ext cx="4852800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5200" y="1270800"/>
            <a:ext cx="1800000" cy="900000"/>
          </a:xfrm>
        </p:spPr>
        <p:txBody>
          <a:bodyPr/>
          <a:lstStyle>
            <a:lvl1pPr marL="0" indent="0">
              <a:buNone/>
              <a:defRPr sz="64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 dirty="0"/>
              <a:t>XX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4686F2-C507-5C4F-D374-7015F44493E8}"/>
              </a:ext>
            </a:extLst>
          </p:cNvPr>
          <p:cNvSpPr txBox="1"/>
          <p:nvPr userDrawn="1"/>
        </p:nvSpPr>
        <p:spPr>
          <a:xfrm>
            <a:off x="-3989272" y="304800"/>
            <a:ext cx="36929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sp>
        <p:nvSpPr>
          <p:cNvPr id="5" name="Espace réservé pour une image  29">
            <a:extLst>
              <a:ext uri="{FF2B5EF4-FFF2-40B4-BE49-F238E27FC236}">
                <a16:creationId xmlns:a16="http://schemas.microsoft.com/office/drawing/2014/main" id="{FA749186-1327-A026-901C-A8DCF556218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508000" y="0"/>
            <a:ext cx="6680200" cy="6858000"/>
          </a:xfrm>
          <a:prstGeom prst="parallelogram">
            <a:avLst>
              <a:gd name="adj" fmla="val 37212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0563462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icture layout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9">
            <a:extLst>
              <a:ext uri="{FF2B5EF4-FFF2-40B4-BE49-F238E27FC236}">
                <a16:creationId xmlns:a16="http://schemas.microsoft.com/office/drawing/2014/main" id="{CF959CCD-D15E-897A-1772-7A00E3555B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43562" y="306393"/>
            <a:ext cx="5648400" cy="62496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fr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314800"/>
            <a:ext cx="4852800" cy="360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4852800" cy="2588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70800"/>
            <a:ext cx="1800000" cy="900000"/>
          </a:xfrm>
        </p:spPr>
        <p:txBody>
          <a:bodyPr/>
          <a:lstStyle>
            <a:lvl1pPr marL="0" indent="0">
              <a:buNone/>
              <a:defRPr sz="6400" b="1"/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 dirty="0"/>
              <a:t>XX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67387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icture layout - indigo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9">
            <a:extLst>
              <a:ext uri="{FF2B5EF4-FFF2-40B4-BE49-F238E27FC236}">
                <a16:creationId xmlns:a16="http://schemas.microsoft.com/office/drawing/2014/main" id="{CF959CCD-D15E-897A-1772-7A00E3555B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43562" y="306393"/>
            <a:ext cx="5648400" cy="62496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fr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314800"/>
            <a:ext cx="4852800" cy="3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4852800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70800"/>
            <a:ext cx="1800000" cy="900000"/>
          </a:xfrm>
        </p:spPr>
        <p:txBody>
          <a:bodyPr/>
          <a:lstStyle>
            <a:lvl1pPr marL="0" indent="0">
              <a:buNone/>
              <a:defRPr sz="64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 dirty="0"/>
              <a:t>XX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9433A1-C798-63C5-0F11-736B090717ED}"/>
              </a:ext>
            </a:extLst>
          </p:cNvPr>
          <p:cNvSpPr txBox="1"/>
          <p:nvPr userDrawn="1"/>
        </p:nvSpPr>
        <p:spPr>
          <a:xfrm>
            <a:off x="-6392332" y="30480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65336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icture layout - true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29">
            <a:extLst>
              <a:ext uri="{FF2B5EF4-FFF2-40B4-BE49-F238E27FC236}">
                <a16:creationId xmlns:a16="http://schemas.microsoft.com/office/drawing/2014/main" id="{CF959CCD-D15E-897A-1772-7A00E3555B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43562" y="306393"/>
            <a:ext cx="5648400" cy="62496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fr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314800"/>
            <a:ext cx="4852800" cy="36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4852800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70800"/>
            <a:ext cx="1800000" cy="900000"/>
          </a:xfrm>
        </p:spPr>
        <p:txBody>
          <a:bodyPr/>
          <a:lstStyle>
            <a:lvl1pPr marL="0" indent="0">
              <a:buNone/>
              <a:defRPr sz="64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 dirty="0"/>
              <a:t>XX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B3325-FA9F-F961-C408-CA2D663ECC82}"/>
              </a:ext>
            </a:extLst>
          </p:cNvPr>
          <p:cNvSpPr txBox="1"/>
          <p:nvPr userDrawn="1"/>
        </p:nvSpPr>
        <p:spPr>
          <a:xfrm>
            <a:off x="-6392332" y="30480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962279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asic layout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023200"/>
            <a:ext cx="5642487" cy="360000"/>
          </a:xfrm>
        </p:spPr>
        <p:txBody>
          <a:bodyPr anchor="t"/>
          <a:lstStyle>
            <a:lvl1pPr>
              <a:defRPr b="1"/>
            </a:lvl1pPr>
          </a:lstStyle>
          <a:p>
            <a:r>
              <a:rPr lang="ko-KR" altLang="en-US"/>
              <a:t>마스터 제목 스타일 편집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5642048" cy="25884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12163" y="215900"/>
            <a:ext cx="2886150" cy="1602000"/>
          </a:xfrm>
        </p:spPr>
        <p:txBody>
          <a:bodyPr anchor="ctr"/>
          <a:lstStyle>
            <a:lvl1pPr marL="0" indent="0" algn="r">
              <a:buNone/>
              <a:defRPr sz="13800" b="1"/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 dirty="0"/>
              <a:t>XX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983F1-ACEA-BDAB-C2D4-50FBD45F23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000" y="1557338"/>
            <a:ext cx="5648400" cy="360000"/>
          </a:xfrm>
        </p:spPr>
        <p:txBody>
          <a:bodyPr anchor="t"/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Section XX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6372785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asic layout - indigo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023200"/>
            <a:ext cx="5642487" cy="360000"/>
          </a:xfrm>
        </p:spPr>
        <p:txBody>
          <a:bodyPr anchor="t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5642048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12163" y="215900"/>
            <a:ext cx="2886150" cy="1602000"/>
          </a:xfrm>
        </p:spPr>
        <p:txBody>
          <a:bodyPr anchor="ctr"/>
          <a:lstStyle>
            <a:lvl1pPr marL="0" indent="0" algn="r">
              <a:buNone/>
              <a:defRPr sz="138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 dirty="0"/>
              <a:t>XX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983F1-ACEA-BDAB-C2D4-50FBD45F23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000" y="1557338"/>
            <a:ext cx="5648400" cy="360000"/>
          </a:xfrm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Section XX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FDC82-2799-FF42-DE43-87A47E4814DD}"/>
              </a:ext>
            </a:extLst>
          </p:cNvPr>
          <p:cNvSpPr txBox="1"/>
          <p:nvPr userDrawn="1"/>
        </p:nvSpPr>
        <p:spPr>
          <a:xfrm>
            <a:off x="-6392332" y="30480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2966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basic layout - true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AA5D7-8C76-E536-D354-F45FBD12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023200"/>
            <a:ext cx="5642487" cy="360000"/>
          </a:xfrm>
        </p:spPr>
        <p:txBody>
          <a:bodyPr anchor="t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69A028-AA9B-8F80-07A9-6EAC40213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6000" y="3067200"/>
            <a:ext cx="5642048" cy="258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F687E-4233-724F-96C8-BFA57712F3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12163" y="215900"/>
            <a:ext cx="2886150" cy="1602000"/>
          </a:xfrm>
        </p:spPr>
        <p:txBody>
          <a:bodyPr anchor="ctr"/>
          <a:lstStyle>
            <a:lvl1pPr marL="0" indent="0" algn="r">
              <a:buNone/>
              <a:defRPr sz="13800" b="1">
                <a:solidFill>
                  <a:schemeClr val="bg1"/>
                </a:solidFill>
              </a:defRPr>
            </a:lvl1pPr>
            <a:lvl2pPr marL="176213" indent="0">
              <a:buNone/>
              <a:defRPr sz="6400" b="1"/>
            </a:lvl2pPr>
            <a:lvl3pPr marL="357188" indent="0">
              <a:buNone/>
              <a:defRPr sz="6400" b="1"/>
            </a:lvl3pPr>
            <a:lvl4pPr marL="534988" indent="0">
              <a:buNone/>
              <a:defRPr sz="6400" b="1"/>
            </a:lvl4pPr>
            <a:lvl5pPr marL="715963" indent="0">
              <a:buNone/>
              <a:defRPr sz="6400" b="1"/>
            </a:lvl5pPr>
          </a:lstStyle>
          <a:p>
            <a:pPr lvl="0"/>
            <a:r>
              <a:rPr lang="en-US" dirty="0"/>
              <a:t>XX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983F1-ACEA-BDAB-C2D4-50FBD45F23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6000" y="1557338"/>
            <a:ext cx="5648400" cy="360000"/>
          </a:xfrm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Section XX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F88A7D-E20D-9C04-1C87-655FE2CB09FD}"/>
              </a:ext>
            </a:extLst>
          </p:cNvPr>
          <p:cNvSpPr txBox="1"/>
          <p:nvPr userDrawn="1"/>
        </p:nvSpPr>
        <p:spPr>
          <a:xfrm>
            <a:off x="-6392332" y="30480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30363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115812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11581200" cy="3969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442184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conten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115812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1999"/>
            <a:ext cx="11581200" cy="20583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8B080B3-7B7C-93B4-F84D-78B5211F63C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930364"/>
            <a:ext cx="12193200" cy="201958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29C4CBDD-B2F4-6DA2-44F3-F538A967B265}"/>
              </a:ext>
            </a:extLst>
          </p:cNvPr>
          <p:cNvSpPr/>
          <p:nvPr userDrawn="1"/>
        </p:nvSpPr>
        <p:spPr>
          <a:xfrm>
            <a:off x="7999036" y="3930364"/>
            <a:ext cx="3019540" cy="2019586"/>
          </a:xfrm>
          <a:custGeom>
            <a:avLst/>
            <a:gdLst>
              <a:gd name="connsiteX0" fmla="*/ 742160 w 3019540"/>
              <a:gd name="connsiteY0" fmla="*/ 0 h 2019586"/>
              <a:gd name="connsiteX1" fmla="*/ 3019540 w 3019540"/>
              <a:gd name="connsiteY1" fmla="*/ 0 h 2019586"/>
              <a:gd name="connsiteX2" fmla="*/ 2277379 w 3019540"/>
              <a:gd name="connsiteY2" fmla="*/ 2019586 h 2019586"/>
              <a:gd name="connsiteX3" fmla="*/ 0 w 3019540"/>
              <a:gd name="connsiteY3" fmla="*/ 2019586 h 2019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9540" h="2019586">
                <a:moveTo>
                  <a:pt x="742160" y="0"/>
                </a:moveTo>
                <a:lnTo>
                  <a:pt x="3019540" y="0"/>
                </a:lnTo>
                <a:lnTo>
                  <a:pt x="2277379" y="2019586"/>
                </a:lnTo>
                <a:lnTo>
                  <a:pt x="0" y="2019586"/>
                </a:lnTo>
                <a:close/>
              </a:path>
            </a:pathLst>
          </a:custGeom>
          <a:solidFill>
            <a:schemeClr val="bg1">
              <a:alpha val="2451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16022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conten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3616210"/>
            <a:ext cx="115812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4035136"/>
            <a:ext cx="11581200" cy="1683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8B080B3-7B7C-93B4-F84D-78B5211F63C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258888"/>
            <a:ext cx="12193200" cy="2165701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61382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content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13211F2-5B55-5E50-F363-A425A297920F}"/>
              </a:ext>
            </a:extLst>
          </p:cNvPr>
          <p:cNvSpPr/>
          <p:nvPr userDrawn="1"/>
        </p:nvSpPr>
        <p:spPr>
          <a:xfrm>
            <a:off x="0" y="1260000"/>
            <a:ext cx="12192000" cy="216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428355"/>
            <a:ext cx="115812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860355"/>
            <a:ext cx="11581200" cy="1370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5999" y="3618000"/>
            <a:ext cx="115812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6000" y="4035600"/>
            <a:ext cx="11581200" cy="1683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0792561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ernative content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13211F2-5B55-5E50-F363-A425A297920F}"/>
              </a:ext>
            </a:extLst>
          </p:cNvPr>
          <p:cNvSpPr/>
          <p:nvPr userDrawn="1"/>
        </p:nvSpPr>
        <p:spPr>
          <a:xfrm>
            <a:off x="0" y="3429000"/>
            <a:ext cx="12192000" cy="252651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115812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11581200" cy="156864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5999" y="3618000"/>
            <a:ext cx="115812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06000" y="4035600"/>
            <a:ext cx="11581200" cy="1683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250900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5648400" cy="3969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3563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43563" y="1692000"/>
            <a:ext cx="5648400" cy="3969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716809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158888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2592000"/>
            <a:ext cx="5648400" cy="30915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3562" y="21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43563" y="2592000"/>
            <a:ext cx="5648400" cy="30915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F87247-C211-9AF7-A6A0-806395C206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999" y="1258888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 dirty="0"/>
              <a:t>Room for introductory text (2 lines maximum)</a:t>
            </a:r>
          </a:p>
        </p:txBody>
      </p:sp>
    </p:spTree>
    <p:extLst>
      <p:ext uri="{BB962C8B-B14F-4D97-AF65-F5344CB8AC3E}">
        <p14:creationId xmlns:p14="http://schemas.microsoft.com/office/powerpoint/2010/main" val="823096360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banne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7A1A32-9B66-B905-F948-4DE7A7AA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B42F8-260B-C2A0-C544-9462945F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021A9-5D3A-1D7B-BB26-EE053C89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70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3132000"/>
            <a:ext cx="5648400" cy="281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3562" y="270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43563" y="3132000"/>
            <a:ext cx="5648400" cy="281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C8821C5-A6FB-D49F-DDED-113327453D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05999" y="1263305"/>
            <a:ext cx="5648400" cy="1242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1137409A-77D2-E7C9-7EDA-FC9F06F8DB9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7601" y="1263305"/>
            <a:ext cx="5648400" cy="1242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59045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333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3762000"/>
            <a:ext cx="3668400" cy="179467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4781" y="333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4782" y="3762000"/>
            <a:ext cx="3668400" cy="179467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3563" y="333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23564" y="3762000"/>
            <a:ext cx="3668400" cy="179467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CCE1F-07CA-AB40-F546-DC01E18A40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5999" y="1258888"/>
            <a:ext cx="366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12ADB6C8-AFC8-960F-E3B0-DC264E1965A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264781" y="1258888"/>
            <a:ext cx="366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6C1568C1-CB71-7803-639B-A505F707EF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223563" y="1258888"/>
            <a:ext cx="366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45141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1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2592000"/>
            <a:ext cx="36684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4781" y="21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4782" y="2592000"/>
            <a:ext cx="36684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3563" y="21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23564" y="2592000"/>
            <a:ext cx="36684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37BD24B-0050-8906-E9F3-CBBB1D8289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58888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 dirty="0"/>
              <a:t>Room for introductory text (2 lines maximum)</a:t>
            </a:r>
          </a:p>
        </p:txBody>
      </p:sp>
    </p:spTree>
    <p:extLst>
      <p:ext uri="{BB962C8B-B14F-4D97-AF65-F5344CB8AC3E}">
        <p14:creationId xmlns:p14="http://schemas.microsoft.com/office/powerpoint/2010/main" val="57718173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no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36684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4781" y="12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4782" y="1692000"/>
            <a:ext cx="36684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3563" y="12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23564" y="1692000"/>
            <a:ext cx="36684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029375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3330141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3762000"/>
            <a:ext cx="2678400" cy="218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5187" y="3330141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75188" y="3762000"/>
            <a:ext cx="2678400" cy="218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4375" y="3330141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44376" y="3762000"/>
            <a:ext cx="2678400" cy="218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CCE1F-07CA-AB40-F546-DC01E18A40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5999" y="1258888"/>
            <a:ext cx="267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12ADB6C8-AFC8-960F-E3B0-DC264E1965A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75187" y="1258888"/>
            <a:ext cx="267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6C1568C1-CB71-7803-639B-A505F707EF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44375" y="1258888"/>
            <a:ext cx="267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3562" y="3330141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213563" y="3762000"/>
            <a:ext cx="2678400" cy="218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A4852636-0F70-E002-0651-FFDDB11BF95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13562" y="1258888"/>
            <a:ext cx="2678400" cy="1881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00669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with banne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1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2592000"/>
            <a:ext cx="26784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5187" y="21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75188" y="2592000"/>
            <a:ext cx="26784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4375" y="21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44376" y="2592000"/>
            <a:ext cx="26784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DCCE1F-07CA-AB40-F546-DC01E18A40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5999" y="1260000"/>
            <a:ext cx="2678400" cy="7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12ADB6C8-AFC8-960F-E3B0-DC264E1965A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75187" y="1260000"/>
            <a:ext cx="2678400" cy="7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6C1568C1-CB71-7803-639B-A505F707EF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44375" y="1260000"/>
            <a:ext cx="2678400" cy="7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3562" y="21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213563" y="2592000"/>
            <a:ext cx="26784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A4852636-0F70-E002-0651-FFDDB11BF95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13562" y="1260000"/>
            <a:ext cx="2678400" cy="72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019745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with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1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2592000"/>
            <a:ext cx="26784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5187" y="21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75188" y="2592000"/>
            <a:ext cx="26784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4375" y="21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44376" y="2592000"/>
            <a:ext cx="26784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3562" y="21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213563" y="2592000"/>
            <a:ext cx="26784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4804556-2CA6-A3C1-67A1-CB3B7D4C84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 dirty="0"/>
              <a:t>Room for introductory text (2 lines maximum)</a:t>
            </a:r>
          </a:p>
        </p:txBody>
      </p:sp>
    </p:spTree>
    <p:extLst>
      <p:ext uri="{BB962C8B-B14F-4D97-AF65-F5344CB8AC3E}">
        <p14:creationId xmlns:p14="http://schemas.microsoft.com/office/powerpoint/2010/main" val="2919984231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no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26784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5187" y="12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75188" y="1692000"/>
            <a:ext cx="26784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4375" y="12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44376" y="1692000"/>
            <a:ext cx="26784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3562" y="1260000"/>
            <a:ext cx="267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213563" y="1692000"/>
            <a:ext cx="26784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611271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991F-3718-8448-0675-092878A5C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11584794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BAFB1-EC08-DFF0-0E3C-E581CEA3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809E4-8B49-BFC9-B2E3-764C3CAE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9B82-FC53-E52D-11E6-576CBA45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62F6C93-9039-61F9-A223-35A55C82F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115848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E4CF0ECA-EE5C-4248-6024-E2419A195D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56484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 dirty="0"/>
              <a:t>Room for introductory text (2 lines maximum)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EBE3D16-79BC-145D-104A-8871C7542E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8" y="2160000"/>
            <a:ext cx="5648399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35868A0-C8FD-A3D7-C412-F83A19CD08B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5999" y="2592000"/>
            <a:ext cx="5648399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889219-A9F0-B3B8-3D29-8F315E4148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400" y="1260000"/>
            <a:ext cx="5648400" cy="46899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038357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ac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991F-3718-8448-0675-092878A5C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BAFB1-EC08-DFF0-0E3C-E581CEA3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809E4-8B49-BFC9-B2E3-764C3CAE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9B82-FC53-E52D-11E6-576CBA45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62F6C93-9039-61F9-A223-35A55C82F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E4CF0ECA-EE5C-4248-6024-E2419A195D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56484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 dirty="0"/>
              <a:t>Room for introductory text (2 lines maximum)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EBE3D16-79BC-145D-104A-8871C7542E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8" y="2160000"/>
            <a:ext cx="5648399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889219-A9F0-B3B8-3D29-8F315E4148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400" y="304800"/>
            <a:ext cx="5648400" cy="56451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2439DE8-BAC6-1132-9C68-89C2D648A1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6000" y="2592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883744B-F36D-8700-9654-01B67F49DC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6000" y="3294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1514F61-BD65-F287-0158-FE1E635CA31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2397" y="2592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B9D29752-2CDB-6A63-C2F8-9A45E5BA0A9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72397" y="3294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4A55E5F-94F9-02B6-D5BF-BB64FCC807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5998" y="4068000"/>
            <a:ext cx="5648399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BE7F8DB-0BE1-7B02-DE2F-3FD6C246656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6000" y="4500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D19DCBF7-FA68-3F27-5043-B2A09AA01ED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6000" y="5202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A0F35B88-6ACA-37E3-019C-B70CD5D6FF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72397" y="4500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1908FB4-6C1F-E2A9-2C17-0800D5C45C5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272397" y="5202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424586442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fac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991F-3718-8448-0675-092878A5CA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BAFB1-EC08-DFF0-0E3C-E581CEA3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809E4-8B49-BFC9-B2E3-764C3CAE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9B82-FC53-E52D-11E6-576CBA45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62F6C93-9039-61F9-A223-35A55C82F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E4CF0ECA-EE5C-4248-6024-E2419A195D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56484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 dirty="0"/>
              <a:t>Room for introductory text (2 lines maximum)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EBE3D16-79BC-145D-104A-8871C7542E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8" y="2160000"/>
            <a:ext cx="5648399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2439DE8-BAC6-1132-9C68-89C2D648A1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6000" y="2592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883744B-F36D-8700-9654-01B67F49DC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6000" y="3294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1514F61-BD65-F287-0158-FE1E635CA31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72397" y="2592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B9D29752-2CDB-6A63-C2F8-9A45E5BA0A9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72397" y="3294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4A55E5F-94F9-02B6-D5BF-BB64FCC807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5998" y="4068000"/>
            <a:ext cx="5648399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BE7F8DB-0BE1-7B02-DE2F-3FD6C246656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6000" y="4500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D19DCBF7-FA68-3F27-5043-B2A09AA01ED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06000" y="5202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A0F35B88-6ACA-37E3-019C-B70CD5D6FF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72397" y="4500000"/>
            <a:ext cx="2682000" cy="702000"/>
          </a:xfrm>
        </p:spPr>
        <p:txBody>
          <a:bodyPr/>
          <a:lstStyle>
            <a:lvl1pPr marL="0" indent="0">
              <a:buNone/>
              <a:defRPr sz="4800" b="1"/>
            </a:lvl1pPr>
            <a:lvl2pPr marL="176213" indent="0">
              <a:buNone/>
              <a:defRPr sz="4800" b="1"/>
            </a:lvl2pPr>
            <a:lvl3pPr marL="357188" indent="0">
              <a:buNone/>
              <a:defRPr sz="4800" b="1"/>
            </a:lvl3pPr>
            <a:lvl4pPr marL="534988" indent="0">
              <a:buNone/>
              <a:defRPr sz="4800" b="1"/>
            </a:lvl4pPr>
            <a:lvl5pPr marL="715963" indent="0">
              <a:buNone/>
              <a:defRPr sz="4800" b="1"/>
            </a:lvl5pPr>
          </a:lstStyle>
          <a:p>
            <a:pPr lvl="0"/>
            <a:r>
              <a:rPr lang="en-US" dirty="0"/>
              <a:t>XX%</a:t>
            </a:r>
            <a:endParaRPr lang="en-GB" dirty="0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1908FB4-6C1F-E2A9-2C17-0800D5C45C5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272397" y="5202000"/>
            <a:ext cx="2682000" cy="702000"/>
          </a:xfrm>
        </p:spPr>
        <p:txBody>
          <a:bodyPr/>
          <a:lstStyle>
            <a:lvl1pPr marL="0" indent="0">
              <a:buNone/>
              <a:defRPr/>
            </a:lvl1pPr>
            <a:lvl2pPr marL="176213" indent="0">
              <a:buNone/>
              <a:defRPr/>
            </a:lvl2pPr>
            <a:lvl3pPr marL="357188" indent="0">
              <a:buNone/>
              <a:defRPr/>
            </a:lvl3pPr>
            <a:lvl4pPr marL="534988" indent="0">
              <a:buNone/>
              <a:defRPr/>
            </a:lvl4pPr>
            <a:lvl5pPr marL="715963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Espace réservé pour une image  29">
            <a:extLst>
              <a:ext uri="{FF2B5EF4-FFF2-40B4-BE49-F238E27FC236}">
                <a16:creationId xmlns:a16="http://schemas.microsoft.com/office/drawing/2014/main" id="{ED358CFF-706E-64A6-81F1-82F7B43F79A4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6387206" y="304800"/>
            <a:ext cx="5498794" cy="5645150"/>
          </a:xfrm>
          <a:prstGeom prst="parallelogram">
            <a:avLst>
              <a:gd name="adj" fmla="val 3460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336214639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locks with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21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2592000"/>
            <a:ext cx="3668400" cy="136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4781" y="21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4782" y="2592000"/>
            <a:ext cx="3668400" cy="136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3563" y="21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23564" y="2592000"/>
            <a:ext cx="3668400" cy="136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37BD24B-0050-8906-E9F3-CBBB1D8289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 dirty="0"/>
              <a:t>Room for introductory text (2 lines maximum)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F9EC305-D440-2893-E906-ADC1D8E23E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5999" y="414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6CD011D2-5F4B-4DEF-F30B-8FC238AC94F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06000" y="4572000"/>
            <a:ext cx="3668400" cy="136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81CE925-E43A-C6B5-7D72-760559783A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64781" y="414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84984A5E-0770-D103-58A3-E1A2F46867D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264782" y="4572000"/>
            <a:ext cx="3668400" cy="136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81A2E33-5F45-E755-BFA5-7E84A36AF1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3563" y="414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33061B88-6B81-FDAF-ED9E-74D088634BC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23564" y="4572000"/>
            <a:ext cx="3668400" cy="136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1137537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locks no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9" y="12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6000" y="1692000"/>
            <a:ext cx="36684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4781" y="12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64782" y="1692000"/>
            <a:ext cx="36684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23563" y="1260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23564" y="1692000"/>
            <a:ext cx="36684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F9EC305-D440-2893-E906-ADC1D8E23E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5999" y="3672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6CD011D2-5F4B-4DEF-F30B-8FC238AC94F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06000" y="4104000"/>
            <a:ext cx="36684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81CE925-E43A-C6B5-7D72-760559783A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64781" y="3672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84984A5E-0770-D103-58A3-E1A2F46867D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264782" y="4104000"/>
            <a:ext cx="36684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81A2E33-5F45-E755-BFA5-7E84A36AF1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3563" y="3672000"/>
            <a:ext cx="366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33061B88-6B81-FDAF-ED9E-74D088634BC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23564" y="4104000"/>
            <a:ext cx="36684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0330976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ith introduction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9634" y="21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09635" y="2592000"/>
            <a:ext cx="30600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8416" y="21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868417" y="2592000"/>
            <a:ext cx="30600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27198" y="21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827199" y="2592000"/>
            <a:ext cx="3060000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37BD24B-0050-8906-E9F3-CBBB1D8289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 dirty="0"/>
              <a:t>Room for introductory text (2 lines maximum)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D13B656-6467-C073-C26F-9B2F8CE5D05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801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730BD01E-9314-90AA-551D-128BC858C47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84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85CF624A-A380-99FE-C23C-D960C6B51A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22367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792385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no introductio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398" y="12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399" y="1692000"/>
            <a:ext cx="30600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180" y="12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873181" y="1692000"/>
            <a:ext cx="30600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1962" y="12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831963" y="1692000"/>
            <a:ext cx="30600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F0581416-50E1-E82F-8528-2CE457CD0C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801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5E2DCBAF-B731-246B-C848-100C8423D66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84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A4814D1-B27E-08F8-FDF9-168771E1279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222367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215640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with introduction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396" y="2160000"/>
            <a:ext cx="2193332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397" y="2592000"/>
            <a:ext cx="2193332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43831" y="2160000"/>
            <a:ext cx="2193332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43832" y="2592000"/>
            <a:ext cx="2193332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68849" y="2160000"/>
            <a:ext cx="2193332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68850" y="2592000"/>
            <a:ext cx="2193332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3866" y="2160000"/>
            <a:ext cx="2193332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693867" y="2592000"/>
            <a:ext cx="2193332" cy="33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4804556-2CA6-A3C1-67A1-CB3B7D4C84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 dirty="0"/>
              <a:t>Room for introductory text (2 lines maximum)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86439A7-3822-1290-CAC9-BD96F35F868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800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8881FA82-625B-3A61-C9A7-4B9BB4F3F6E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31184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18288754-EC19-10D6-B558-74DB97EA1BE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57886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D44BD020-479D-FBFB-D346-B67666EB3AE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88687" y="19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9189387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no introductio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1260000"/>
            <a:ext cx="2192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400" y="1692000"/>
            <a:ext cx="21924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41200" y="1260000"/>
            <a:ext cx="2192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41200" y="1692000"/>
            <a:ext cx="21924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68000" y="1260000"/>
            <a:ext cx="2192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768000" y="1692000"/>
            <a:ext cx="21924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7754957-74D7-D0D5-848B-39C3E526E6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94799" y="1260000"/>
            <a:ext cx="2192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E165B66-0E91-F9C6-89CF-10EFF86FB3F5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694800" y="1692000"/>
            <a:ext cx="21924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A82684E-299D-151D-AC01-7693B8AF2DF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4800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9A680C2D-DE0C-2BE6-C4C1-167AED08BBA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231184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9DE299DF-DBF8-3F0A-5C70-620983CABF2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57886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328CB566-8AC7-665C-FAB0-976D393A95D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88687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5753799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locks with introduction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398" y="21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399" y="2592000"/>
            <a:ext cx="3060000" cy="136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180" y="21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873181" y="2592000"/>
            <a:ext cx="3060000" cy="12555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1962" y="21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831963" y="2592000"/>
            <a:ext cx="3060000" cy="12555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37BD24B-0050-8906-E9F3-CBBB1D8289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9" y="1260000"/>
            <a:ext cx="11581200" cy="720000"/>
          </a:xfrm>
        </p:spPr>
        <p:txBody>
          <a:bodyPr/>
          <a:lstStyle>
            <a:lvl1pPr marL="0" indent="0">
              <a:buNone/>
              <a:defRPr sz="1800"/>
            </a:lvl1pPr>
            <a:lvl2pPr marL="176213" indent="0">
              <a:buNone/>
              <a:defRPr sz="2000"/>
            </a:lvl2pPr>
            <a:lvl3pPr marL="357188" indent="0">
              <a:buNone/>
              <a:defRPr sz="2000"/>
            </a:lvl3pPr>
            <a:lvl4pPr marL="534988" indent="0">
              <a:buNone/>
              <a:defRPr sz="2000"/>
            </a:lvl4pPr>
            <a:lvl5pPr marL="715963" indent="0">
              <a:buNone/>
              <a:defRPr sz="2000"/>
            </a:lvl5pPr>
          </a:lstStyle>
          <a:p>
            <a:pPr lvl="0"/>
            <a:r>
              <a:rPr lang="en-US" dirty="0"/>
              <a:t>Room for introductory text (2 lines maximum)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F9EC305-D440-2893-E906-ADC1D8E23E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398" y="414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6CD011D2-5F4B-4DEF-F30B-8FC238AC94F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14399" y="4572000"/>
            <a:ext cx="3060000" cy="136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81CE925-E43A-C6B5-7D72-760559783A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3180" y="414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84984A5E-0770-D103-58A3-E1A2F46867D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873181" y="4572000"/>
            <a:ext cx="3060000" cy="136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81A2E33-5F45-E755-BFA5-7E84A36AF1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31962" y="414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33061B88-6B81-FDAF-ED9E-74D088634BC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831963" y="4572000"/>
            <a:ext cx="3060000" cy="136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9591626B-58F0-DFE6-D291-D1F74A047BE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4801" y="199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419217D5-9389-E4D4-C7C1-076CA234E5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63584" y="199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ECD36A1E-7B2E-2134-533F-C023B8AFBE3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222367" y="199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AEC8FD1-28A6-3231-B7EC-2C76E3CBF03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04801" y="397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A67A67F9-C4E6-257B-32E3-A57F1190942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63584" y="397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38AAB764-B8CC-20D4-676B-A928F053992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22367" y="3971016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80733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locks no introductio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6B2A-25FD-97FA-B587-E577F9D47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009D2C-48BF-EB93-E681-83623E88F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BBC92C-2804-6021-2D01-52726E0959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398" y="12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FF356F-9046-C28C-B595-84F1BF6B774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14399" y="1692000"/>
            <a:ext cx="30600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7A2340-BCCE-BAE4-1543-D93A1CF20A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73180" y="12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3104CEC1-3049-629D-2BFB-508568609B5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873181" y="1692000"/>
            <a:ext cx="30600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443A3FF-0F18-EB95-B1F7-C0D79AC924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9DCABAC-5282-175F-09B8-FD80203310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2BB74EE-C12E-99A7-A96E-0DC8CC0DBDF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EDC2CE6-943D-F3EA-85E0-34B37E416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31962" y="1260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25DA77E7-7077-8025-921A-3EF4A5F2BCD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831963" y="1692000"/>
            <a:ext cx="30600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F9EC305-D440-2893-E906-ADC1D8E23E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4398" y="3672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6CD011D2-5F4B-4DEF-F30B-8FC238AC94FA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14399" y="4104000"/>
            <a:ext cx="30600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981CE925-E43A-C6B5-7D72-760559783A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73180" y="3672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84984A5E-0770-D103-58A3-E1A2F46867D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873181" y="4104000"/>
            <a:ext cx="30600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81A2E33-5F45-E755-BFA5-7E84A36AF19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31962" y="3672000"/>
            <a:ext cx="30600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33061B88-6B81-FDAF-ED9E-74D088634BC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831963" y="4104000"/>
            <a:ext cx="3060000" cy="180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2BF23F95-2673-FE84-66E7-82097451E46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4801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7CCFC2C-8E49-1CD8-E77D-05EC4616153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63584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99383212-5E56-5076-CADC-AE74C2E2354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222367" y="1090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23A623D-583C-7275-793F-72445CF17BC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04801" y="3502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 dirty="0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85ECF528-F4CD-11DE-C52B-74C6A0536C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63584" y="3502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770DC091-DD84-E985-38FC-1D5ACA0845A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22367" y="3502800"/>
            <a:ext cx="502962" cy="504000"/>
          </a:xfrm>
        </p:spPr>
        <p:txBody>
          <a:bodyPr anchor="ctr"/>
          <a:lstStyle>
            <a:lvl1pPr marL="0" indent="0" algn="ctr">
              <a:buNone/>
              <a:defRPr sz="800"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7565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D6B1-3EFA-DC15-FA38-C5DFFE8BD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2422800"/>
            <a:ext cx="11581200" cy="360000"/>
          </a:xfrm>
        </p:spPr>
        <p:txBody>
          <a:bodyPr anchor="t"/>
          <a:lstStyle/>
          <a:p>
            <a:r>
              <a:rPr lang="ko-KR" altLang="en-US"/>
              <a:t>마스터 제목 스타일 편집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23C6B-F584-EFF0-D4B2-F50D4DEE6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E8608B-C9BE-0115-D98A-80D843DB3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E60D8-D1AB-0B88-66B3-B28585C5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594359-489A-D8EC-A63B-358473973D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2869248"/>
            <a:ext cx="11581200" cy="1590675"/>
          </a:xfrm>
        </p:spPr>
        <p:txBody>
          <a:bodyPr anchor="t"/>
          <a:lstStyle>
            <a:lvl1pPr marL="0" indent="0">
              <a:buNone/>
              <a:defRPr sz="3600" b="1"/>
            </a:lvl1pPr>
            <a:lvl2pPr marL="176213" indent="0">
              <a:buNone/>
              <a:defRPr sz="3600" b="1"/>
            </a:lvl2pPr>
            <a:lvl3pPr marL="357188" indent="0">
              <a:buNone/>
              <a:defRPr sz="3600" b="1"/>
            </a:lvl3pPr>
            <a:lvl4pPr marL="534988" indent="0">
              <a:buNone/>
              <a:defRPr sz="3600" b="1"/>
            </a:lvl4pPr>
            <a:lvl5pPr marL="715963" indent="0">
              <a:buNone/>
              <a:defRPr sz="3600" b="1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2124327087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EE27-6D9E-2EA1-121A-B2BD253AB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4EC3D-D47F-716A-A151-ADE5FB2C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25ECD-39EC-4E11-7048-B8F19CE2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52932-21A5-5D5D-CBD0-B1D05162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202DCC5-A246-1BAC-FE34-93992F42C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7AC093CF-9094-42B3-E644-4B1D722C80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6000" y="1258889"/>
            <a:ext cx="5648400" cy="469106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E81BA9-7009-A36E-9F02-FC2536F7D4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43563" y="1258888"/>
            <a:ext cx="5648400" cy="4240212"/>
          </a:xfrm>
        </p:spPr>
        <p:txBody>
          <a:bodyPr anchor="t"/>
          <a:lstStyle>
            <a:lvl1pPr marL="157163" indent="-157163">
              <a:buNone/>
              <a:defRPr sz="2400" b="1"/>
            </a:lvl1pPr>
            <a:lvl2pPr marL="176213" indent="0">
              <a:buNone/>
              <a:defRPr sz="2400" b="1"/>
            </a:lvl2pPr>
            <a:lvl3pPr marL="357188" indent="0">
              <a:buNone/>
              <a:defRPr sz="2400" b="1"/>
            </a:lvl3pPr>
            <a:lvl4pPr marL="534988" indent="0">
              <a:buNone/>
              <a:defRPr sz="2400" b="1"/>
            </a:lvl4pPr>
            <a:lvl5pPr marL="715963" indent="0">
              <a:buNone/>
              <a:defRPr sz="2400" b="1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DD79567B-BA61-21E3-EB1B-6B95C8E88D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37602" y="5499100"/>
            <a:ext cx="5648398" cy="450850"/>
          </a:xfrm>
        </p:spPr>
        <p:txBody>
          <a:bodyPr/>
          <a:lstStyle>
            <a:lvl1pPr marL="0" indent="0">
              <a:buNone/>
              <a:defRPr sz="1200" b="1"/>
            </a:lvl1pPr>
            <a:lvl2pPr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dirty="0"/>
              <a:t>Name, Job Title</a:t>
            </a:r>
          </a:p>
        </p:txBody>
      </p:sp>
    </p:spTree>
    <p:extLst>
      <p:ext uri="{BB962C8B-B14F-4D97-AF65-F5344CB8AC3E}">
        <p14:creationId xmlns:p14="http://schemas.microsoft.com/office/powerpoint/2010/main" val="2640916460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_Quot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644ABC-A943-3ED6-C41B-5AFF1F1E01A8}"/>
              </a:ext>
            </a:extLst>
          </p:cNvPr>
          <p:cNvSpPr/>
          <p:nvPr userDrawn="1"/>
        </p:nvSpPr>
        <p:spPr>
          <a:xfrm>
            <a:off x="7569201" y="1"/>
            <a:ext cx="4622800" cy="68548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BEE27-6D9E-2EA1-121A-B2BD253AB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4EC3D-D47F-716A-A151-ADE5FB2C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25ECD-39EC-4E11-7048-B8F19CE2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52932-21A5-5D5D-CBD0-B1D05162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202DCC5-A246-1BAC-FE34-93992F42C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E81BA9-7009-A36E-9F02-FC2536F7D4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97735" y="1260000"/>
            <a:ext cx="3748720" cy="4239100"/>
          </a:xfrm>
        </p:spPr>
        <p:txBody>
          <a:bodyPr/>
          <a:lstStyle>
            <a:lvl1pPr marL="120650" indent="-120650">
              <a:buNone/>
              <a:defRPr sz="2400" b="0"/>
            </a:lvl1pPr>
            <a:lvl2pPr marL="176213" indent="0">
              <a:buNone/>
              <a:defRPr sz="2400" b="1"/>
            </a:lvl2pPr>
            <a:lvl3pPr marL="357188" indent="0">
              <a:buNone/>
              <a:defRPr sz="2400" b="1"/>
            </a:lvl3pPr>
            <a:lvl4pPr marL="534988" indent="0">
              <a:buNone/>
              <a:defRPr sz="2400" b="1"/>
            </a:lvl4pPr>
            <a:lvl5pPr marL="715963" indent="0">
              <a:buNone/>
              <a:defRPr sz="2400" b="1"/>
            </a:lvl5pPr>
          </a:lstStyle>
          <a:p>
            <a:pPr lvl="0"/>
            <a:r>
              <a:rPr lang="en-US" dirty="0"/>
              <a:t>“Click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8DBE469-FA96-A611-CE98-0F2F91BDD6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7" y="1260000"/>
            <a:ext cx="72000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390D26B-A5B3-53AF-787D-CA185DA722E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5998" y="1692000"/>
            <a:ext cx="7200000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pic>
        <p:nvPicPr>
          <p:cNvPr id="10" name="Picture 9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A695A264-93AA-CE06-BF63-CD04C406C7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63" y="6164997"/>
            <a:ext cx="1080000" cy="454003"/>
          </a:xfrm>
          <a:prstGeom prst="rect">
            <a:avLst/>
          </a:prstGeom>
        </p:spPr>
      </p:pic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29C61118-65C4-E1C5-E036-604CF0B059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7735" y="5499100"/>
            <a:ext cx="3748720" cy="450850"/>
          </a:xfrm>
        </p:spPr>
        <p:txBody>
          <a:bodyPr/>
          <a:lstStyle>
            <a:lvl1pPr marL="0" indent="0">
              <a:buNone/>
              <a:defRPr sz="1200" b="1"/>
            </a:lvl1pPr>
            <a:lvl2pPr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dirty="0"/>
              <a:t>Name, Job Title</a:t>
            </a:r>
          </a:p>
        </p:txBody>
      </p:sp>
    </p:spTree>
    <p:extLst>
      <p:ext uri="{BB962C8B-B14F-4D97-AF65-F5344CB8AC3E}">
        <p14:creationId xmlns:p14="http://schemas.microsoft.com/office/powerpoint/2010/main" val="2651509866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right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9F930D-35CB-01D0-4761-E9A6692624F6}"/>
              </a:ext>
            </a:extLst>
          </p:cNvPr>
          <p:cNvSpPr/>
          <p:nvPr userDrawn="1"/>
        </p:nvSpPr>
        <p:spPr>
          <a:xfrm>
            <a:off x="7569201" y="1"/>
            <a:ext cx="4622800" cy="68548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FAA43-049E-0EDB-73E3-7ED4429EA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B65ECB-6708-A610-4029-A91BD50C7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E1FAB-C451-E465-8500-00AEE22D8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4D2BA-FFC1-18C8-F9F3-DBECD87DE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5F5A8C2-A4E5-0B25-09CD-E49B873767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pic>
        <p:nvPicPr>
          <p:cNvPr id="8" name="Picture 7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C31CD433-4D6D-8EAB-439A-3F97BE7866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63" y="6164997"/>
            <a:ext cx="1080000" cy="454003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92E247C2-C9E4-83C5-F04A-E5EA50CF0D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76131" y="1258888"/>
            <a:ext cx="4011069" cy="46910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FC463AB-4BD2-49D5-767F-54FC8EA65B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997" y="1260000"/>
            <a:ext cx="6958402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271815FF-0161-8C49-AB75-C04614AA1BB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5998" y="1692000"/>
            <a:ext cx="6958402" cy="42579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0108508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774D-425F-4BC0-2A89-D4FFAD2D2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D2A33-8FED-378E-7CD7-17B365A7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81165-1F65-1CE8-67D1-82144907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C5859-8CFE-67C8-1FC8-66D5E71B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D3BA3C3-C7E2-5DDF-A5DF-F098DEE555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0838445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EE27-6D9E-2EA1-121A-B2BD253AB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4EC3D-D47F-716A-A151-ADE5FB2C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25ECD-39EC-4E11-7048-B8F19CE2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52932-21A5-5D5D-CBD0-B1D05162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202DCC5-A246-1BAC-FE34-93992F42C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72A2661-F0D3-EA1A-1204-1F0DD20230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000" y="1260000"/>
            <a:ext cx="3276128" cy="360000"/>
          </a:xfrm>
        </p:spPr>
        <p:txBody>
          <a:bodyPr anchor="t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Our team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6AAF7BD-B690-19AE-85DD-D64C07178B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4800" y="1692000"/>
            <a:ext cx="3277200" cy="1501775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176213" indent="0">
              <a:buNone/>
              <a:defRPr sz="2400" b="1"/>
            </a:lvl2pPr>
            <a:lvl3pPr marL="357188" indent="0">
              <a:buNone/>
              <a:defRPr sz="2400" b="1"/>
            </a:lvl3pPr>
            <a:lvl4pPr marL="534988" indent="0">
              <a:buNone/>
              <a:defRPr sz="2400" b="1"/>
            </a:lvl4pPr>
            <a:lvl5pPr marL="715963" indent="0">
              <a:buNone/>
              <a:defRPr sz="2400" b="1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D23521A-6BFC-0413-2BE0-68637565C4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21498" y="1260000"/>
            <a:ext cx="1638000" cy="163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777DA299-DF9F-AA0B-EBD9-B89A2B27B9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73498" y="1260000"/>
            <a:ext cx="1638000" cy="163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2" name="Picture Placeholder 19">
            <a:extLst>
              <a:ext uri="{FF2B5EF4-FFF2-40B4-BE49-F238E27FC236}">
                <a16:creationId xmlns:a16="http://schemas.microsoft.com/office/drawing/2014/main" id="{9EDEE6B0-32AE-5C3F-B6C7-53332D9C70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821498" y="3652524"/>
            <a:ext cx="1638000" cy="163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62F9F762-D9F9-DA71-29D1-C79016D1A8D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973498" y="3652524"/>
            <a:ext cx="1638000" cy="163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33872C5-04BF-F8E7-4D24-9D0D57B1BB2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06949" y="2117664"/>
            <a:ext cx="2027051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FBD4C676-D3A0-7C78-8E0C-1156D9E4EFC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06949" y="2538000"/>
            <a:ext cx="2027051" cy="3600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5A2D47DF-6C80-9D62-8F40-BED8626C26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58949" y="2117664"/>
            <a:ext cx="2027051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124E0AA2-5A10-C4F8-7FF7-3331E936DA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58949" y="2538000"/>
            <a:ext cx="2027051" cy="3600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8BDB34A3-36A9-DFDC-3C94-2120F1A7EB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06949" y="4510188"/>
            <a:ext cx="2027051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A3717ED6-BDEA-E997-D0EF-C7FC7E6B0A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06949" y="4930524"/>
            <a:ext cx="2027051" cy="3600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46608C4E-A3D0-8547-0277-9E3C281776B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58949" y="4510188"/>
            <a:ext cx="2027051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2F90C55D-5300-4742-EBF6-164AB6B4FC3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58949" y="4930524"/>
            <a:ext cx="2027051" cy="3600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7402494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119A-5205-549D-6A59-CF6BFED54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064FE-D615-C9B5-75EB-0193E382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10F5C-6B52-D19B-BD1F-10CBDAB3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66C31-CED2-A64E-05C1-0BADF0DA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8E2DB3B-3EB6-21F1-DD6A-DB825E3FBF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A7CD79-A047-3B0B-707A-9346E33EB8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40880E-2441-2036-7E0C-9AF61B5CE48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6388" y="190999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11E5CD3-DC74-79A2-F9C5-9B34E0A4C0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52550" y="2069979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2D45A9F-31F5-55C8-2DA7-272DC34A4F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2550" y="23589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0EB16D30-D682-728D-096A-539D025158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06388" y="3263224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1516F45-D716-2ECB-DE30-47451F4450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52550" y="3435428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F9034FFE-349E-57E0-A97B-B0259AF286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52550" y="37211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BC84830A-754F-D374-A275-A566E5B2F19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6388" y="461644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7A6012A-D91F-C88E-5F6A-A0C9D7978C3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52550" y="4787002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9F34D-A198-85E8-B6FA-D894213C8C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52550" y="5072752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F6A0002E-ADB8-E7E8-623B-31F88EBD745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03938" y="190999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831397A-CDEC-9164-A6D0-2344B10DA3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50100" y="2069979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2CEEA47-9458-21D6-F801-54AF0CCF87E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50100" y="2355729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B59B1DAC-4F74-27F5-E442-B0BF36F38D40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103938" y="3263224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68FB1F47-A580-6EF2-B61C-7D815366968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50100" y="3435428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106A885-6035-680F-D7B6-51F11F3E35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50100" y="37211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92B06F5C-A2A7-FCFF-5C59-BFDF8B42917B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103938" y="461644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 dirty="0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F992B224-4A32-4EEF-BF74-6290FB9D35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50100" y="4787002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7BCB4226-7823-5B28-3999-86D0EBB94F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50100" y="5072752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</p:spTree>
    <p:extLst>
      <p:ext uri="{BB962C8B-B14F-4D97-AF65-F5344CB8AC3E}">
        <p14:creationId xmlns:p14="http://schemas.microsoft.com/office/powerpoint/2010/main" val="7059785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D119A-5205-549D-6A59-CF6BFED54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064FE-D615-C9B5-75EB-0193E382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10F5C-6B52-D19B-BD1F-10CBDAB3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66C31-CED2-A64E-05C1-0BADF0DA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8E2DB3B-3EB6-21F1-DD6A-DB825E3FBF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A7CD79-A047-3B0B-707A-9346E33EB8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40880E-2441-2036-7E0C-9AF61B5CE48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6388" y="190999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11E5CD3-DC74-79A2-F9C5-9B34E0A4C0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52550" y="2069979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2D45A9F-31F5-55C8-2DA7-272DC34A4F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2550" y="23589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0EB16D30-D682-728D-096A-539D025158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06388" y="3263224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51516F45-D716-2ECB-DE30-47451F4450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52550" y="3435428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F9034FFE-349E-57E0-A97B-B0259AF286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52550" y="37211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BC84830A-754F-D374-A275-A566E5B2F19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6388" y="461644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7A6012A-D91F-C88E-5F6A-A0C9D7978C3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52550" y="4774302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9F34D-A198-85E8-B6FA-D894213C8C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52550" y="5060052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F6A0002E-ADB8-E7E8-623B-31F88EBD745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53694" y="190999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D831397A-CDEC-9164-A6D0-2344B10DA3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99856" y="2069979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2CEEA47-9458-21D6-F801-54AF0CCF87E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9856" y="23589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24" name="Picture Placeholder 10">
            <a:extLst>
              <a:ext uri="{FF2B5EF4-FFF2-40B4-BE49-F238E27FC236}">
                <a16:creationId xmlns:a16="http://schemas.microsoft.com/office/drawing/2014/main" id="{B59B1DAC-4F74-27F5-E442-B0BF36F38D40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153694" y="3263224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68FB1F47-A580-6EF2-B61C-7D815366968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99856" y="3435428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106A885-6035-680F-D7B6-51F11F3E359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99856" y="37211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92B06F5C-A2A7-FCFF-5C59-BFDF8B42917B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153694" y="461644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F992B224-4A32-4EEF-BF74-6290FB9D35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99856" y="4774302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7BCB4226-7823-5B28-3999-86D0EBB94F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99856" y="5060052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D00DC641-42E9-0B66-3D72-9F709D811A2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001001" y="190999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A1F38BA-66D9-41A9-F343-8B2F5D9A9AC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47163" y="2069979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6AEB60AC-335C-9000-1BA5-FDB62E7A9EE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47163" y="23589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E6F84F8C-66B2-BD9D-43C9-974D44F94EC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001001" y="3263224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0114D6F8-B9A3-ED71-9813-52BAF652A7B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47163" y="3435428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39C04260-C8BE-71ED-EA47-703038E9068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047163" y="3721178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944BF7B4-5DAC-1321-A9A6-C9816D8B397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001001" y="4616449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11F34BF6-57E4-2668-8C65-E480F3A591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047163" y="4774302"/>
            <a:ext cx="252000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8623A0F5-2495-FFA9-60F0-C91A0FF027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047163" y="5060052"/>
            <a:ext cx="252000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</p:spTree>
    <p:extLst>
      <p:ext uri="{BB962C8B-B14F-4D97-AF65-F5344CB8AC3E}">
        <p14:creationId xmlns:p14="http://schemas.microsoft.com/office/powerpoint/2010/main" val="35319686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9DBD-1C80-9434-61C2-BF800372A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4D6F4-7201-D735-D3B3-216FF790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7F9CC-6282-CDBE-05BD-D05AF463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F1CFB-88CF-58EB-DF8B-2B62A5D2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1704BAE-4588-79BC-83D2-40594032A0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5D577385-0486-30CD-9591-DF5CA8E9F42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6388" y="1260000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CC4BDD-95AC-F534-49C7-7F39B914F4BB}"/>
              </a:ext>
            </a:extLst>
          </p:cNvPr>
          <p:cNvCxnSpPr>
            <a:cxnSpLocks/>
          </p:cNvCxnSpPr>
          <p:nvPr userDrawn="1"/>
        </p:nvCxnSpPr>
        <p:spPr>
          <a:xfrm>
            <a:off x="1352550" y="1937440"/>
            <a:ext cx="105394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3EC4540-66CE-AE24-3D97-903139C813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52550" y="1260000"/>
            <a:ext cx="460185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3B156F5-850E-94C4-320A-C11DCDC45C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2550" y="1548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B16A0D5-984E-52E5-2799-ADA0965709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8184" y="1260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Telephone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0613D97F-1DE4-AD85-B1A1-022A48BAE0F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8184" y="1548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DCBBC23-DAC0-91A1-1B44-DF768098FB3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352550" y="2052982"/>
            <a:ext cx="10533063" cy="3896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692523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biography ent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9DBD-1C80-9434-61C2-BF800372A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4D6F4-7201-D735-D3B3-216FF790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7F9CC-6282-CDBE-05BD-D05AF463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F1CFB-88CF-58EB-DF8B-2B62A5D2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1704BAE-4588-79BC-83D2-40594032A0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fr-FR" dirty="0" err="1"/>
              <a:t>Subtitle</a:t>
            </a:r>
            <a:endParaRPr lang="en-GB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5D577385-0486-30CD-9591-DF5CA8E9F42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6388" y="1260000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CC4BDD-95AC-F534-49C7-7F39B914F4BB}"/>
              </a:ext>
            </a:extLst>
          </p:cNvPr>
          <p:cNvCxnSpPr>
            <a:cxnSpLocks/>
          </p:cNvCxnSpPr>
          <p:nvPr userDrawn="1"/>
        </p:nvCxnSpPr>
        <p:spPr>
          <a:xfrm>
            <a:off x="1352550" y="1936800"/>
            <a:ext cx="105394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3EC4540-66CE-AE24-3D97-903139C8134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52550" y="1260000"/>
            <a:ext cx="460185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3B156F5-850E-94C4-320A-C11DCDC45C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2550" y="1548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4B16A0D5-984E-52E5-2799-ADA0965709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38184" y="1260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Telephone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0613D97F-1DE4-AD85-B1A1-022A48BAE0F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8184" y="1548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60516244-1DBC-D2C0-E79A-2036911E6A1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6388" y="3429000"/>
            <a:ext cx="900000" cy="9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1D6DF6-094C-A16E-2F7A-A1C6CB8F41F2}"/>
              </a:ext>
            </a:extLst>
          </p:cNvPr>
          <p:cNvCxnSpPr>
            <a:cxnSpLocks/>
          </p:cNvCxnSpPr>
          <p:nvPr userDrawn="1"/>
        </p:nvCxnSpPr>
        <p:spPr>
          <a:xfrm>
            <a:off x="1352550" y="4093610"/>
            <a:ext cx="105394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CB2B9431-F5DF-5DA9-8F28-87EA404B45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52550" y="3429000"/>
            <a:ext cx="4601850" cy="270000"/>
          </a:xfrm>
        </p:spPr>
        <p:txBody>
          <a:bodyPr/>
          <a:lstStyle>
            <a:lvl1pPr marL="0" indent="0">
              <a:buNone/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53D504FF-41D7-B6F6-EFCE-1116741BC39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52550" y="371475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Job title, location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66077F0-210D-1948-4394-89AFAA99C63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38184" y="342900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Telephone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04BC109F-D899-2BA8-FAF6-5B336578446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38184" y="3714750"/>
            <a:ext cx="4601850" cy="270000"/>
          </a:xfrm>
        </p:spPr>
        <p:txBody>
          <a:bodyPr/>
          <a:lstStyle>
            <a:lvl1pPr marL="0" indent="0">
              <a:buNone/>
              <a:defRPr b="0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8" name="Text Placeholder 24">
            <a:extLst>
              <a:ext uri="{FF2B5EF4-FFF2-40B4-BE49-F238E27FC236}">
                <a16:creationId xmlns:a16="http://schemas.microsoft.com/office/drawing/2014/main" id="{60BBA0CC-565F-00AD-0199-A9F5D1822FD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352550" y="2051999"/>
            <a:ext cx="10533063" cy="118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66EC383C-ED58-904B-F5C3-4F1400A59B4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352550" y="4217985"/>
            <a:ext cx="10533063" cy="1188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525920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ed list 1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AFEC-8737-007E-D1B3-D06882232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82909-DC96-0DF9-73E2-5455A698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2E630-D2C1-4150-01CF-4E926092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437FA-CCB6-519F-B498-327CB1E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FAA178C-2370-23EB-A3DB-5D6550D98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B25028-743B-B24C-5195-C53613817F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388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BDBDFB-B313-DE0C-369A-35587F2563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388" y="2260888"/>
            <a:ext cx="316865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649F75F-0960-5492-7258-E7FE8A55DC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76675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ABE1E9B-1459-2F2F-5C96-E736FE6D3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6675" y="2260888"/>
            <a:ext cx="316865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7C1BBF3-E26F-49A4-6289-785814A8E5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46962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9845BA4-2F30-CA38-85C5-A7B4C15152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6962" y="2260888"/>
            <a:ext cx="316865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5F984E0-3C52-FFDB-29D4-E7DEB2EC1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DF0C5E-709A-1BB3-74E1-23EB36383A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263" y="2614613"/>
            <a:ext cx="316865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0B34255-BA60-D0F3-01B2-7B05D265DE0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46675" y="2614613"/>
            <a:ext cx="316865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7E0DA2C-36AC-BCED-5B60-2571A9D79FB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16962" y="2614613"/>
            <a:ext cx="316865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8B4AF-A790-625F-68C9-574E05D20574}"/>
              </a:ext>
            </a:extLst>
          </p:cNvPr>
          <p:cNvSpPr txBox="1"/>
          <p:nvPr userDrawn="1"/>
        </p:nvSpPr>
        <p:spPr>
          <a:xfrm>
            <a:off x="-1828800" y="2827381"/>
            <a:ext cx="1694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NOTE: Adjust the vertical dividers to match the height of your text content (making sure all are of a consistent height).</a:t>
            </a:r>
          </a:p>
        </p:txBody>
      </p:sp>
    </p:spTree>
    <p:extLst>
      <p:ext uri="{BB962C8B-B14F-4D97-AF65-F5344CB8AC3E}">
        <p14:creationId xmlns:p14="http://schemas.microsoft.com/office/powerpoint/2010/main" val="3136763679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ed list 1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AFEC-8737-007E-D1B3-D06882232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82909-DC96-0DF9-73E2-5455A698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2E630-D2C1-4150-01CF-4E926092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437FA-CCB6-519F-B498-327CB1E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FAA178C-2370-23EB-A3DB-5D6550D98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B25028-743B-B24C-5195-C53613817F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388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BDBDFB-B313-DE0C-369A-35587F2563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388" y="2260888"/>
            <a:ext cx="21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649F75F-0960-5492-7258-E7FE8A55DC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8495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ABE1E9B-1459-2F2F-5C96-E736FE6D3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28495" y="2260888"/>
            <a:ext cx="21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7C1BBF3-E26F-49A4-6289-785814A8E5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4957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9845BA4-2F30-CA38-85C5-A7B4C15152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74957" y="2260888"/>
            <a:ext cx="21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5F984E0-3C52-FFDB-29D4-E7DEB2EC1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DF0C5E-709A-1BB3-74E1-23EB36383A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263" y="2614613"/>
            <a:ext cx="216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0B34255-BA60-D0F3-01B2-7B05D265DE0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28495" y="2614613"/>
            <a:ext cx="216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7E0DA2C-36AC-BCED-5B60-2571A9D79FB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0727" y="2614613"/>
            <a:ext cx="216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E74ED91-6808-A1BF-4CBF-6BC9BA66F8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62960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BD0D9DB-F289-9386-5914-D76789371C2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732960" y="2260888"/>
            <a:ext cx="2160000" cy="270000"/>
          </a:xfrm>
        </p:spPr>
        <p:txBody>
          <a:bodyPr anchor="ctr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87EEBF8A-F558-AE22-D4E6-B5D5CDBB40A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732960" y="2614613"/>
            <a:ext cx="216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A6C2DE-B1DA-6ED2-65F3-D7B4F2F7B083}"/>
              </a:ext>
            </a:extLst>
          </p:cNvPr>
          <p:cNvSpPr txBox="1"/>
          <p:nvPr userDrawn="1"/>
        </p:nvSpPr>
        <p:spPr>
          <a:xfrm>
            <a:off x="-1828800" y="2827381"/>
            <a:ext cx="1694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NOTE: Adjust the vertical dividers to match the height of your text content (making sure all are of a consistent height).</a:t>
            </a:r>
          </a:p>
        </p:txBody>
      </p:sp>
    </p:spTree>
    <p:extLst>
      <p:ext uri="{BB962C8B-B14F-4D97-AF65-F5344CB8AC3E}">
        <p14:creationId xmlns:p14="http://schemas.microsoft.com/office/powerpoint/2010/main" val="1783271154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ed list 1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AFEC-8737-007E-D1B3-D06882232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82909-DC96-0DF9-73E2-5455A698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2E630-D2C1-4150-01CF-4E926092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437FA-CCB6-519F-B498-327CB1E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FAA178C-2370-23EB-A3DB-5D6550D98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B25028-743B-B24C-5195-C53613817F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388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BDBDFB-B313-DE0C-369A-35587F2563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388" y="2260888"/>
            <a:ext cx="1620000" cy="270000"/>
          </a:xfrm>
        </p:spPr>
        <p:txBody>
          <a:bodyPr anchor="t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649F75F-0960-5492-7258-E7FE8A55DC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28600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ABE1E9B-1459-2F2F-5C96-E736FE6D3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98600" y="2260888"/>
            <a:ext cx="1620000" cy="270000"/>
          </a:xfrm>
        </p:spPr>
        <p:txBody>
          <a:bodyPr anchor="t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7C1BBF3-E26F-49A4-6289-785814A8E5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5139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9845BA4-2F30-CA38-85C5-A7B4C15152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25139" y="2260888"/>
            <a:ext cx="1620000" cy="270000"/>
          </a:xfrm>
        </p:spPr>
        <p:txBody>
          <a:bodyPr anchor="t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5F984E0-3C52-FFDB-29D4-E7DEB2EC1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DF0C5E-709A-1BB3-74E1-23EB36383A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263" y="2614613"/>
            <a:ext cx="162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0B34255-BA60-D0F3-01B2-7B05D265DE0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98600" y="2614613"/>
            <a:ext cx="162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7E0DA2C-36AC-BCED-5B60-2571A9D79FB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20937" y="2614613"/>
            <a:ext cx="162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E74ED91-6808-A1BF-4CBF-6BC9BA66F8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69073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BD0D9DB-F289-9386-5914-D76789371C2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39073" y="2260888"/>
            <a:ext cx="1620000" cy="270000"/>
          </a:xfrm>
        </p:spPr>
        <p:txBody>
          <a:bodyPr anchor="t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87EEBF8A-F558-AE22-D4E6-B5D5CDBB40A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843274" y="2614613"/>
            <a:ext cx="162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E1143B7-8C08-7715-B222-285F3D1124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95612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5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96973EE-B874-C807-05A2-E788AB572C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265612" y="2260888"/>
            <a:ext cx="1620000" cy="270000"/>
          </a:xfrm>
        </p:spPr>
        <p:txBody>
          <a:bodyPr anchor="t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75EA8CC-4B36-0979-00D7-D98C0378C33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0265612" y="2614613"/>
            <a:ext cx="1620000" cy="2147887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398626-6D16-799D-FDFC-F0CE622468F8}"/>
              </a:ext>
            </a:extLst>
          </p:cNvPr>
          <p:cNvSpPr txBox="1"/>
          <p:nvPr userDrawn="1"/>
        </p:nvSpPr>
        <p:spPr>
          <a:xfrm>
            <a:off x="-1828800" y="2827381"/>
            <a:ext cx="1694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NOTE: Adjust the vertical dividers to match the height of your text content (making sure all are of a consistent height).</a:t>
            </a:r>
          </a:p>
        </p:txBody>
      </p:sp>
    </p:spTree>
    <p:extLst>
      <p:ext uri="{BB962C8B-B14F-4D97-AF65-F5344CB8AC3E}">
        <p14:creationId xmlns:p14="http://schemas.microsoft.com/office/powerpoint/2010/main" val="3801630789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ed list 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AFEC-8737-007E-D1B3-D068822327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82909-DC96-0DF9-73E2-5455A698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2E630-D2C1-4150-01CF-4E926092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437FA-CCB6-519F-B498-327CB1E8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EFAA178C-2370-23EB-A3DB-5D6550D987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0B25028-743B-B24C-5195-C53613817F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6388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BDBDFB-B313-DE0C-369A-35587F2563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388" y="2260888"/>
            <a:ext cx="1260000" cy="270000"/>
          </a:xfrm>
        </p:spPr>
        <p:txBody>
          <a:bodyPr anchor="t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649F75F-0960-5492-7258-E7FE8A55DC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17403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ABE1E9B-1459-2F2F-5C96-E736FE6D3C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87403" y="2260888"/>
            <a:ext cx="1260000" cy="270000"/>
          </a:xfrm>
        </p:spPr>
        <p:txBody>
          <a:bodyPr anchor="t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7C1BBF3-E26F-49A4-6289-785814A8E5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8418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9845BA4-2F30-CA38-85C5-A7B4C15152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98418" y="2260888"/>
            <a:ext cx="1260000" cy="270000"/>
          </a:xfrm>
        </p:spPr>
        <p:txBody>
          <a:bodyPr anchor="t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45F984E0-3C52-FFDB-29D4-E7DEB2EC1F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0DF0C5E-709A-1BB3-74E1-23EB36383A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26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50B34255-BA60-D0F3-01B2-7B05D265DE0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8740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7E0DA2C-36AC-BCED-5B60-2571A9D79FB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9854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E74ED91-6808-A1BF-4CBF-6BC9BA66F8B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3584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4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BD0D9DB-F289-9386-5914-D76789371C2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03584" y="2260888"/>
            <a:ext cx="1260000" cy="270000"/>
          </a:xfrm>
        </p:spPr>
        <p:txBody>
          <a:bodyPr anchor="t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87EEBF8A-F558-AE22-D4E6-B5D5CDBB40A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0968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E1143B7-8C08-7715-B222-285F3D1124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56797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5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96973EE-B874-C807-05A2-E788AB572C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26797" y="2260888"/>
            <a:ext cx="1260000" cy="270000"/>
          </a:xfrm>
        </p:spPr>
        <p:txBody>
          <a:bodyPr anchor="t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75EA8CC-4B36-0979-00D7-D98C0378C33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62082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C673BB7-7B43-2C1F-84B3-272213CC24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61963" y="2012973"/>
            <a:ext cx="540000" cy="540000"/>
          </a:xfrm>
        </p:spPr>
        <p:txBody>
          <a:bodyPr/>
          <a:lstStyle>
            <a:lvl1pPr marL="0" indent="0" algn="ctr">
              <a:buNone/>
              <a:defRPr sz="36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GB" dirty="0"/>
              <a:t>6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55F8E3E-B001-1EC8-73CC-A173445AAA3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631963" y="2260888"/>
            <a:ext cx="1260000" cy="270000"/>
          </a:xfrm>
        </p:spPr>
        <p:txBody>
          <a:bodyPr anchor="t"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EBF24D4C-088E-4310-4B09-349A011906D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631963" y="2686050"/>
            <a:ext cx="1260000" cy="2076450"/>
          </a:xfrm>
        </p:spPr>
        <p:txBody>
          <a:bodyPr/>
          <a:lstStyle>
            <a:lvl1pPr marL="88900" indent="-88900"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9E6584-10DA-3C23-5CE2-E401678B8E96}"/>
              </a:ext>
            </a:extLst>
          </p:cNvPr>
          <p:cNvSpPr txBox="1"/>
          <p:nvPr userDrawn="1"/>
        </p:nvSpPr>
        <p:spPr>
          <a:xfrm>
            <a:off x="-1828800" y="2827381"/>
            <a:ext cx="1694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NOTE: Adjust the vertical dividers to match the height of your text content (making sure all are of a consistent height).</a:t>
            </a:r>
          </a:p>
        </p:txBody>
      </p:sp>
    </p:spTree>
    <p:extLst>
      <p:ext uri="{BB962C8B-B14F-4D97-AF65-F5344CB8AC3E}">
        <p14:creationId xmlns:p14="http://schemas.microsoft.com/office/powerpoint/2010/main" val="68706476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ordered list 1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7DD8-F736-58AC-CD94-5C03CAD1D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D096A-3E52-A993-CD98-5B54B3FE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C3C46-FE1C-5B55-8736-D92A2924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59ED7-6301-6253-D233-C58E8C6A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B0C025B-1475-5461-482F-DCD9102FEA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E8C31F6-7356-9E5D-935E-F91149CAB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796A467-69E9-9658-B939-2DA982454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2739" y="2282973"/>
            <a:ext cx="3168650" cy="270000"/>
          </a:xfrm>
        </p:spPr>
        <p:txBody>
          <a:bodyPr anchor="t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267F397-CAB1-ACFA-DD29-6917F5690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53026" y="2282973"/>
            <a:ext cx="3168650" cy="270000"/>
          </a:xfrm>
        </p:spPr>
        <p:txBody>
          <a:bodyPr anchor="t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4182BE-16AC-FE8D-6046-2D319B0466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3313" y="2282973"/>
            <a:ext cx="3168650" cy="270000"/>
          </a:xfrm>
        </p:spPr>
        <p:txBody>
          <a:bodyPr anchor="t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20C278E9-305D-9CC3-2C55-D591D89A13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2614" y="2614613"/>
            <a:ext cx="316865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96AFF61-1756-32E6-DB00-2475E0F2248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53026" y="2614613"/>
            <a:ext cx="316865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5B875B18-3A04-B000-C2D6-0E6AE0B97C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23313" y="2614613"/>
            <a:ext cx="316865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51F6D0-3D4A-F281-6203-F010C801ADF5}"/>
              </a:ext>
            </a:extLst>
          </p:cNvPr>
          <p:cNvSpPr txBox="1"/>
          <p:nvPr userDrawn="1"/>
        </p:nvSpPr>
        <p:spPr>
          <a:xfrm>
            <a:off x="-1828800" y="2827381"/>
            <a:ext cx="1694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NOTE: Adjust the vertical dividers to match the height of your text content (making sure all are of a consistent height).</a:t>
            </a:r>
          </a:p>
        </p:txBody>
      </p:sp>
    </p:spTree>
    <p:extLst>
      <p:ext uri="{BB962C8B-B14F-4D97-AF65-F5344CB8AC3E}">
        <p14:creationId xmlns:p14="http://schemas.microsoft.com/office/powerpoint/2010/main" val="3989526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ordered list 1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7DD8-F736-58AC-CD94-5C03CAD1D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D096A-3E52-A993-CD98-5B54B3FE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C3C46-FE1C-5B55-8736-D92A2924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59ED7-6301-6253-D233-C58E8C6A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B0C025B-1475-5461-482F-DCD9102FEA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E8C31F6-7356-9E5D-935E-F91149CAB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796A467-69E9-9658-B939-2DA982454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2207" y="2282973"/>
            <a:ext cx="25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267F397-CAB1-ACFA-DD29-6917F5690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52126" y="2282973"/>
            <a:ext cx="25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4182BE-16AC-FE8D-6046-2D319B0466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2045" y="2282973"/>
            <a:ext cx="25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20C278E9-305D-9CC3-2C55-D591D89A13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92082" y="2614613"/>
            <a:ext cx="25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96AFF61-1756-32E6-DB00-2475E0F2248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52042" y="2614613"/>
            <a:ext cx="25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5B875B18-3A04-B000-C2D6-0E6AE0B97C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12002" y="2614613"/>
            <a:ext cx="25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8BBD533-3575-CCFB-E71B-47CDA356796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71963" y="2282973"/>
            <a:ext cx="252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0A1E506D-D061-96CB-507A-484BC5A4012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1963" y="2614613"/>
            <a:ext cx="25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A0B512-6ED9-5922-BA60-BD3002855A93}"/>
              </a:ext>
            </a:extLst>
          </p:cNvPr>
          <p:cNvSpPr txBox="1"/>
          <p:nvPr userDrawn="1"/>
        </p:nvSpPr>
        <p:spPr>
          <a:xfrm>
            <a:off x="-1828800" y="2827381"/>
            <a:ext cx="1694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NOTE: Adjust the vertical dividers to match the height of your text content (making sure all are of a consistent height).</a:t>
            </a:r>
          </a:p>
        </p:txBody>
      </p:sp>
    </p:spTree>
    <p:extLst>
      <p:ext uri="{BB962C8B-B14F-4D97-AF65-F5344CB8AC3E}">
        <p14:creationId xmlns:p14="http://schemas.microsoft.com/office/powerpoint/2010/main" val="834806024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ordered list 1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7DD8-F736-58AC-CD94-5C03CAD1D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D096A-3E52-A993-CD98-5B54B3FE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C3C46-FE1C-5B55-8736-D92A2924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59ED7-6301-6253-D233-C58E8C6A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B0C025B-1475-5461-482F-DCD9102FEA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E8C31F6-7356-9E5D-935E-F91149CAB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796A467-69E9-9658-B939-2DA982454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000" y="2282973"/>
            <a:ext cx="1980122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267F397-CAB1-ACFA-DD29-6917F5690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41171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4182BE-16AC-FE8D-6046-2D319B0466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96220" y="2282973"/>
            <a:ext cx="1978823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20C278E9-305D-9CC3-2C55-D591D89A13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6000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96AFF61-1756-32E6-DB00-2475E0F2248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841171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5B875B18-3A04-B000-C2D6-0E6AE0B97C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97662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8BBD533-3575-CCFB-E71B-47CDA356796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550092" y="2282973"/>
            <a:ext cx="1978823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0A1E506D-D061-96CB-507A-484BC5A4012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554153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5B29677-BE3B-7470-2545-1CDB378173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903963" y="2282973"/>
            <a:ext cx="1987999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F79A021-8D89-90CC-C1F3-B0371DBA612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910646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726E93-42D8-60A3-0F72-43200D611A10}"/>
              </a:ext>
            </a:extLst>
          </p:cNvPr>
          <p:cNvSpPr txBox="1"/>
          <p:nvPr userDrawn="1"/>
        </p:nvSpPr>
        <p:spPr>
          <a:xfrm>
            <a:off x="-1828800" y="2827381"/>
            <a:ext cx="1694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NOTE: Adjust the vertical dividers to match the height of your text content (making sure all are of a consistent height).</a:t>
            </a:r>
          </a:p>
        </p:txBody>
      </p:sp>
    </p:spTree>
    <p:extLst>
      <p:ext uri="{BB962C8B-B14F-4D97-AF65-F5344CB8AC3E}">
        <p14:creationId xmlns:p14="http://schemas.microsoft.com/office/powerpoint/2010/main" val="481483874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ordered list 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7DD8-F736-58AC-CD94-5C03CAD1D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D096A-3E52-A993-CD98-5B54B3FE5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C3C46-FE1C-5B55-8736-D92A2924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B59ED7-6301-6253-D233-C58E8C6A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B0C025B-1475-5461-482F-DCD9102FEA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EE8C31F6-7356-9E5D-935E-F91149CAB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6796A467-69E9-9658-B939-2DA9824545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000" y="2282973"/>
            <a:ext cx="1620000" cy="270000"/>
          </a:xfrm>
        </p:spPr>
        <p:txBody>
          <a:bodyPr anchor="t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267F397-CAB1-ACFA-DD29-6917F5690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41729" y="2282973"/>
            <a:ext cx="1620000" cy="270000"/>
          </a:xfrm>
        </p:spPr>
        <p:txBody>
          <a:bodyPr anchor="t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4182BE-16AC-FE8D-6046-2D319B0466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97458" y="2282973"/>
            <a:ext cx="1620000" cy="270000"/>
          </a:xfrm>
        </p:spPr>
        <p:txBody>
          <a:bodyPr anchor="t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20C278E9-305D-9CC3-2C55-D591D89A13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6000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196AFF61-1756-32E6-DB00-2475E0F2248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443065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5B875B18-3A04-B000-C2D6-0E6AE0B97C6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00130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8BBD533-3575-CCFB-E71B-47CDA356796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3187" y="2282973"/>
            <a:ext cx="1620000" cy="270000"/>
          </a:xfrm>
        </p:spPr>
        <p:txBody>
          <a:bodyPr anchor="t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0A1E506D-D061-96CB-507A-484BC5A4012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57195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5B29677-BE3B-7470-2545-1CDB3781737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08916" y="2282973"/>
            <a:ext cx="1620000" cy="270000"/>
          </a:xfrm>
        </p:spPr>
        <p:txBody>
          <a:bodyPr anchor="t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F79A021-8D89-90CC-C1F3-B0371DBA612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4260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D6BACB2F-0DB8-DD63-EA6C-7C37EC4B4A7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264643" y="2282973"/>
            <a:ext cx="1620000" cy="270000"/>
          </a:xfrm>
        </p:spPr>
        <p:txBody>
          <a:bodyPr anchor="t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383AED7B-9104-4F4D-98AE-4DBE12D1BBD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0271326" y="2614613"/>
            <a:ext cx="162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8B30BC-5605-4035-E48B-463C18BEDEB8}"/>
              </a:ext>
            </a:extLst>
          </p:cNvPr>
          <p:cNvSpPr txBox="1"/>
          <p:nvPr userDrawn="1"/>
        </p:nvSpPr>
        <p:spPr>
          <a:xfrm>
            <a:off x="-1828800" y="2827381"/>
            <a:ext cx="1694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NOTE: Adjust the vertical dividers to match the height of your text content (making sure all are of a consistent height).</a:t>
            </a:r>
          </a:p>
        </p:txBody>
      </p:sp>
    </p:spTree>
    <p:extLst>
      <p:ext uri="{BB962C8B-B14F-4D97-AF65-F5344CB8AC3E}">
        <p14:creationId xmlns:p14="http://schemas.microsoft.com/office/powerpoint/2010/main" val="2994551115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C1CD-2885-55F3-61DF-04B492183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DCDA2-F04F-EF39-A68F-2FFB8F20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E165A-D603-F44C-1F49-59254C68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68BC9-AFDB-387B-F5C5-FFDC1EF2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B4463B-6714-67EC-1362-F20D740D5E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D7A8C5F-BE9D-1F83-FE56-4A5E6AB608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6434A8A-3238-656F-E766-071DBA37E3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4799" y="2282973"/>
            <a:ext cx="3527875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3137B0F-E471-1AB8-6CBA-9BCDAD5E8A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95349" y="2282973"/>
            <a:ext cx="3527874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5E02E6-314F-A208-BB34-A03F5F310B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085898" y="2282973"/>
            <a:ext cx="3528126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15EEF04-EB57-2EFE-BCC8-60BFAE4541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4675" y="2614613"/>
            <a:ext cx="3528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D62A765-47EA-B167-0BE8-B4756A00F5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195349" y="2614613"/>
            <a:ext cx="3528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D5C994C-A90B-DEE1-D499-BF454BABBD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024" y="2614613"/>
            <a:ext cx="3528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758CFD-6353-8E5B-960B-5799F0D9921C}"/>
              </a:ext>
            </a:extLst>
          </p:cNvPr>
          <p:cNvCxnSpPr>
            <a:cxnSpLocks/>
          </p:cNvCxnSpPr>
          <p:nvPr userDrawn="1"/>
        </p:nvCxnSpPr>
        <p:spPr>
          <a:xfrm>
            <a:off x="304675" y="2282973"/>
            <a:ext cx="3528126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DBDB799E-9DE8-9EFD-E9D6-FF4EAC64FC22}"/>
              </a:ext>
            </a:extLst>
          </p:cNvPr>
          <p:cNvSpPr/>
          <p:nvPr userDrawn="1"/>
        </p:nvSpPr>
        <p:spPr>
          <a:xfrm>
            <a:off x="3888912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solidFill>
                <a:schemeClr val="tx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1FEB51-AFE7-8D09-2DDF-EA55F7B457BE}"/>
              </a:ext>
            </a:extLst>
          </p:cNvPr>
          <p:cNvCxnSpPr>
            <a:cxnSpLocks/>
          </p:cNvCxnSpPr>
          <p:nvPr userDrawn="1"/>
        </p:nvCxnSpPr>
        <p:spPr>
          <a:xfrm>
            <a:off x="4196397" y="2282973"/>
            <a:ext cx="3528126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62FBB4E5-5680-7A1E-A0CE-9B5E67EA5EBD}"/>
              </a:ext>
            </a:extLst>
          </p:cNvPr>
          <p:cNvSpPr/>
          <p:nvPr userDrawn="1"/>
        </p:nvSpPr>
        <p:spPr>
          <a:xfrm>
            <a:off x="7780634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4F97134-2CAF-FE5A-4E3B-79DD92C4E68E}"/>
              </a:ext>
            </a:extLst>
          </p:cNvPr>
          <p:cNvCxnSpPr>
            <a:cxnSpLocks/>
          </p:cNvCxnSpPr>
          <p:nvPr userDrawn="1"/>
        </p:nvCxnSpPr>
        <p:spPr>
          <a:xfrm>
            <a:off x="8088119" y="2282973"/>
            <a:ext cx="3528126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1CF0A13A-31A4-FF89-6DE7-027605D20B96}"/>
              </a:ext>
            </a:extLst>
          </p:cNvPr>
          <p:cNvSpPr/>
          <p:nvPr userDrawn="1"/>
        </p:nvSpPr>
        <p:spPr>
          <a:xfrm>
            <a:off x="11672356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508253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C1CD-2885-55F3-61DF-04B492183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DCDA2-F04F-EF39-A68F-2FFB8F20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E165A-D603-F44C-1F49-59254C68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68BC9-AFDB-387B-F5C5-FFDC1EF2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B4463B-6714-67EC-1362-F20D740D5E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D7A8C5F-BE9D-1F83-FE56-4A5E6AB608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6434A8A-3238-656F-E766-071DBA37E3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4799" y="2282973"/>
            <a:ext cx="2556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3137B0F-E471-1AB8-6CBA-9BCDAD5E8A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1156" y="2282973"/>
            <a:ext cx="2556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5E02E6-314F-A208-BB34-A03F5F310B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17637" y="2282973"/>
            <a:ext cx="2556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15EEF04-EB57-2EFE-BCC8-60BFAE4541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4675" y="2614613"/>
            <a:ext cx="2556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D62A765-47EA-B167-0BE8-B4756A00F5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11156" y="2614613"/>
            <a:ext cx="2556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D5C994C-A90B-DEE1-D499-BF454BABBD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17637" y="2614613"/>
            <a:ext cx="2556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758CFD-6353-8E5B-960B-5799F0D9921C}"/>
              </a:ext>
            </a:extLst>
          </p:cNvPr>
          <p:cNvCxnSpPr>
            <a:cxnSpLocks/>
          </p:cNvCxnSpPr>
          <p:nvPr userDrawn="1"/>
        </p:nvCxnSpPr>
        <p:spPr>
          <a:xfrm>
            <a:off x="304675" y="2282973"/>
            <a:ext cx="2556124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DBDB799E-9DE8-9EFD-E9D6-FF4EAC64FC22}"/>
              </a:ext>
            </a:extLst>
          </p:cNvPr>
          <p:cNvSpPr/>
          <p:nvPr userDrawn="1"/>
        </p:nvSpPr>
        <p:spPr>
          <a:xfrm>
            <a:off x="2916910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F459F560-10CA-9159-63B5-9571F8F2CD8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24117" y="2282973"/>
            <a:ext cx="2556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D1CE8918-CB52-FC8D-0667-5DD4C290489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24119" y="2614613"/>
            <a:ext cx="2556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93B61CA-A7BE-8A3E-D9AC-F654B9B38698}"/>
              </a:ext>
            </a:extLst>
          </p:cNvPr>
          <p:cNvCxnSpPr>
            <a:cxnSpLocks/>
          </p:cNvCxnSpPr>
          <p:nvPr userDrawn="1"/>
        </p:nvCxnSpPr>
        <p:spPr>
          <a:xfrm>
            <a:off x="3221565" y="2282973"/>
            <a:ext cx="2556124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A8B2014E-675C-8EB9-B5B5-BD95FAFE19E6}"/>
              </a:ext>
            </a:extLst>
          </p:cNvPr>
          <p:cNvSpPr/>
          <p:nvPr userDrawn="1"/>
        </p:nvSpPr>
        <p:spPr>
          <a:xfrm>
            <a:off x="5833800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A0D4E54-4CD3-D526-DEED-81769F41304D}"/>
              </a:ext>
            </a:extLst>
          </p:cNvPr>
          <p:cNvCxnSpPr>
            <a:cxnSpLocks/>
          </p:cNvCxnSpPr>
          <p:nvPr userDrawn="1"/>
        </p:nvCxnSpPr>
        <p:spPr>
          <a:xfrm>
            <a:off x="6117513" y="2282973"/>
            <a:ext cx="2556124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8E6AA380-E662-A92F-D609-F474C925FADA}"/>
              </a:ext>
            </a:extLst>
          </p:cNvPr>
          <p:cNvSpPr/>
          <p:nvPr userDrawn="1"/>
        </p:nvSpPr>
        <p:spPr>
          <a:xfrm>
            <a:off x="8729748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163727-FD74-E51F-D285-A4FDEAB2E16E}"/>
              </a:ext>
            </a:extLst>
          </p:cNvPr>
          <p:cNvCxnSpPr>
            <a:cxnSpLocks/>
          </p:cNvCxnSpPr>
          <p:nvPr userDrawn="1"/>
        </p:nvCxnSpPr>
        <p:spPr>
          <a:xfrm>
            <a:off x="9024117" y="2282973"/>
            <a:ext cx="2556124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AACA7782-B627-5E5D-977C-78713F8554CD}"/>
              </a:ext>
            </a:extLst>
          </p:cNvPr>
          <p:cNvSpPr/>
          <p:nvPr userDrawn="1"/>
        </p:nvSpPr>
        <p:spPr>
          <a:xfrm>
            <a:off x="11636352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117037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C1CD-2885-55F3-61DF-04B492183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DCDA2-F04F-EF39-A68F-2FFB8F20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E165A-D603-F44C-1F49-59254C68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68BC9-AFDB-387B-F5C5-FFDC1EF2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B4463B-6714-67EC-1362-F20D740D5E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D7A8C5F-BE9D-1F83-FE56-4A5E6AB608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6434A8A-3238-656F-E766-071DBA37E3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4799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3137B0F-E471-1AB8-6CBA-9BCDAD5E8A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28628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5E02E6-314F-A208-BB34-A03F5F310B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52457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15EEF04-EB57-2EFE-BCC8-60BFAE4541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4675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D62A765-47EA-B167-0BE8-B4756A00F5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628535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D5C994C-A90B-DEE1-D499-BF454BABBD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952395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758CFD-6353-8E5B-960B-5799F0D9921C}"/>
              </a:ext>
            </a:extLst>
          </p:cNvPr>
          <p:cNvCxnSpPr>
            <a:cxnSpLocks/>
          </p:cNvCxnSpPr>
          <p:nvPr userDrawn="1"/>
        </p:nvCxnSpPr>
        <p:spPr>
          <a:xfrm>
            <a:off x="304800" y="2282973"/>
            <a:ext cx="1987207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DBDB799E-9DE8-9EFD-E9D6-FF4EAC64FC22}"/>
              </a:ext>
            </a:extLst>
          </p:cNvPr>
          <p:cNvSpPr/>
          <p:nvPr userDrawn="1"/>
        </p:nvSpPr>
        <p:spPr>
          <a:xfrm>
            <a:off x="2348118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F459F560-10CA-9159-63B5-9571F8F2CD8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76286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D1CE8918-CB52-FC8D-0667-5DD4C290489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276255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0300071-C10F-73DE-516F-3A997209D34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600115" y="2282973"/>
            <a:ext cx="1980000" cy="270000"/>
          </a:xfrm>
        </p:spPr>
        <p:txBody>
          <a:bodyPr anchor="ctr"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DAD04CC-D508-F0AA-6E8C-45D588BE7E4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600117" y="2614613"/>
            <a:ext cx="1980000" cy="2147887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AD16E6-DFB2-3260-E7C2-D0F51629D8A7}"/>
              </a:ext>
            </a:extLst>
          </p:cNvPr>
          <p:cNvCxnSpPr>
            <a:cxnSpLocks/>
          </p:cNvCxnSpPr>
          <p:nvPr userDrawn="1"/>
        </p:nvCxnSpPr>
        <p:spPr>
          <a:xfrm>
            <a:off x="2628629" y="2282973"/>
            <a:ext cx="1987207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3DACABFD-232F-18BC-919F-CAD8A133DCDE}"/>
              </a:ext>
            </a:extLst>
          </p:cNvPr>
          <p:cNvSpPr/>
          <p:nvPr userDrawn="1"/>
        </p:nvSpPr>
        <p:spPr>
          <a:xfrm>
            <a:off x="4671947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EA3E50-1AFA-3BF7-A87F-151906E60032}"/>
              </a:ext>
            </a:extLst>
          </p:cNvPr>
          <p:cNvCxnSpPr>
            <a:cxnSpLocks/>
          </p:cNvCxnSpPr>
          <p:nvPr userDrawn="1"/>
        </p:nvCxnSpPr>
        <p:spPr>
          <a:xfrm>
            <a:off x="4952395" y="2282973"/>
            <a:ext cx="1987207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95E84197-6880-09C2-1E08-4B7A842980F1}"/>
              </a:ext>
            </a:extLst>
          </p:cNvPr>
          <p:cNvSpPr/>
          <p:nvPr userDrawn="1"/>
        </p:nvSpPr>
        <p:spPr>
          <a:xfrm>
            <a:off x="6995713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A4F882-E214-37A5-1366-A11A8B3C2119}"/>
              </a:ext>
            </a:extLst>
          </p:cNvPr>
          <p:cNvCxnSpPr>
            <a:cxnSpLocks/>
          </p:cNvCxnSpPr>
          <p:nvPr userDrawn="1"/>
        </p:nvCxnSpPr>
        <p:spPr>
          <a:xfrm>
            <a:off x="7276161" y="2282973"/>
            <a:ext cx="1987207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7A04A431-73CA-32DE-D035-406F2582A75A}"/>
              </a:ext>
            </a:extLst>
          </p:cNvPr>
          <p:cNvSpPr/>
          <p:nvPr userDrawn="1"/>
        </p:nvSpPr>
        <p:spPr>
          <a:xfrm>
            <a:off x="9319479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E570E91-ABB2-A812-B684-C45EB139B97D}"/>
              </a:ext>
            </a:extLst>
          </p:cNvPr>
          <p:cNvCxnSpPr>
            <a:cxnSpLocks/>
          </p:cNvCxnSpPr>
          <p:nvPr userDrawn="1"/>
        </p:nvCxnSpPr>
        <p:spPr>
          <a:xfrm>
            <a:off x="9599927" y="2282973"/>
            <a:ext cx="1987207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1AF30669-A2A4-2FDE-F80A-35E06EF01380}"/>
              </a:ext>
            </a:extLst>
          </p:cNvPr>
          <p:cNvSpPr/>
          <p:nvPr userDrawn="1"/>
        </p:nvSpPr>
        <p:spPr>
          <a:xfrm>
            <a:off x="11643245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044538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C1CD-2885-55F3-61DF-04B492183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397" cy="360000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DCDA2-F04F-EF39-A68F-2FFB8F20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E165A-D603-F44C-1F49-59254C686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68BC9-AFDB-387B-F5C5-FFDC1EF2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0B4463B-6714-67EC-1362-F20D740D5E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t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9D7A8C5F-BE9D-1F83-FE56-4A5E6AB608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5997" y="1260000"/>
            <a:ext cx="5648400" cy="334800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 sz="2000">
                <a:solidFill>
                  <a:schemeClr val="tx2"/>
                </a:solidFill>
              </a:defRPr>
            </a:lvl2pPr>
            <a:lvl3pPr marL="357188" indent="0">
              <a:buNone/>
              <a:defRPr sz="2000">
                <a:solidFill>
                  <a:schemeClr val="tx2"/>
                </a:solidFill>
              </a:defRPr>
            </a:lvl3pPr>
            <a:lvl4pPr marL="534988" indent="0">
              <a:buNone/>
              <a:defRPr sz="2000">
                <a:solidFill>
                  <a:schemeClr val="tx2"/>
                </a:solidFill>
              </a:defRPr>
            </a:lvl4pPr>
            <a:lvl5pPr marL="715963" indent="0"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6434A8A-3238-656F-E766-071DBA37E3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4799" y="2282973"/>
            <a:ext cx="1620000" cy="270000"/>
          </a:xfr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3137B0F-E471-1AB8-6CBA-9BCDAD5E8A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37266" y="2282973"/>
            <a:ext cx="1620000" cy="270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b="1" i="0" dirty="0"/>
            </a:lvl1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5E02E6-314F-A208-BB34-A03F5F310B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69733" y="2282973"/>
            <a:ext cx="1620000" cy="270000"/>
          </a:xfr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A15EEF04-EB57-2EFE-BCC8-60BFAE4541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04675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2D62A765-47EA-B167-0BE8-B4756A00F5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37167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ED5C994C-A90B-DEE1-D499-BF454BABBD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169659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758CFD-6353-8E5B-960B-5799F0D9921C}"/>
              </a:ext>
            </a:extLst>
          </p:cNvPr>
          <p:cNvCxnSpPr>
            <a:cxnSpLocks/>
          </p:cNvCxnSpPr>
          <p:nvPr userDrawn="1"/>
        </p:nvCxnSpPr>
        <p:spPr>
          <a:xfrm>
            <a:off x="304675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DBDB799E-9DE8-9EFD-E9D6-FF4EAC64FC22}"/>
              </a:ext>
            </a:extLst>
          </p:cNvPr>
          <p:cNvSpPr/>
          <p:nvPr userDrawn="1"/>
        </p:nvSpPr>
        <p:spPr>
          <a:xfrm>
            <a:off x="1980786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F459F560-10CA-9159-63B5-9571F8F2CD8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02200" y="2282973"/>
            <a:ext cx="1620000" cy="270000"/>
          </a:xfr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D1CE8918-CB52-FC8D-0667-5DD4C290489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02151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0300071-C10F-73DE-516F-3A997209D34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34667" y="2282973"/>
            <a:ext cx="1620000" cy="270000"/>
          </a:xfr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DAD04CC-D508-F0AA-6E8C-45D588BE7E4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34643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7F5921D6-64BE-2161-A143-2DD17980F61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967132" y="2282973"/>
            <a:ext cx="1620000" cy="270000"/>
          </a:xfrm>
        </p:spPr>
        <p:txBody>
          <a:bodyPr/>
          <a:lstStyle>
            <a:lvl1pPr marL="0" indent="0">
              <a:buNone/>
              <a:defRPr sz="1200" b="1" i="0">
                <a:solidFill>
                  <a:schemeClr val="tx1"/>
                </a:solidFill>
              </a:defRPr>
            </a:lvl1pPr>
            <a:lvl2pPr marL="176213" indent="0">
              <a:buNone/>
              <a:defRPr sz="1100">
                <a:solidFill>
                  <a:schemeClr val="tx2"/>
                </a:solidFill>
              </a:defRPr>
            </a:lvl2pPr>
            <a:lvl3pPr marL="357188" indent="0">
              <a:buNone/>
              <a:defRPr sz="1100">
                <a:solidFill>
                  <a:schemeClr val="tx2"/>
                </a:solidFill>
              </a:defRPr>
            </a:lvl3pPr>
            <a:lvl4pPr marL="534988" indent="0">
              <a:buNone/>
              <a:defRPr sz="1100">
                <a:solidFill>
                  <a:schemeClr val="tx2"/>
                </a:solidFill>
              </a:defRPr>
            </a:lvl4pPr>
            <a:lvl5pPr marL="715963" indent="0">
              <a:buNone/>
              <a:defRPr sz="110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24C0D168-202E-E51B-E59E-8C97350E178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967134" y="2667000"/>
            <a:ext cx="1620000" cy="2095500"/>
          </a:xfrm>
        </p:spPr>
        <p:txBody>
          <a:bodyPr/>
          <a:lstStyle>
            <a:lvl1pPr marL="0" indent="0">
              <a:buNone/>
              <a:defRPr sz="1200"/>
            </a:lvl1pPr>
            <a:lvl2pPr marL="88900" indent="-88900">
              <a:defRPr sz="800"/>
            </a:lvl2pPr>
            <a:lvl3pPr marL="88900" indent="-88900">
              <a:defRPr sz="800"/>
            </a:lvl3pPr>
            <a:lvl4pPr marL="88900" indent="-88900">
              <a:defRPr sz="800"/>
            </a:lvl4pPr>
            <a:lvl5pPr marL="88900" indent="-88900">
              <a:defRPr sz="8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37B2904-10A6-C3A5-8D83-683C63BB01AF}"/>
              </a:ext>
            </a:extLst>
          </p:cNvPr>
          <p:cNvCxnSpPr>
            <a:cxnSpLocks/>
          </p:cNvCxnSpPr>
          <p:nvPr userDrawn="1"/>
        </p:nvCxnSpPr>
        <p:spPr>
          <a:xfrm>
            <a:off x="2240911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A47832D4-502D-A508-2B20-B5B27FE51634}"/>
              </a:ext>
            </a:extLst>
          </p:cNvPr>
          <p:cNvSpPr/>
          <p:nvPr userDrawn="1"/>
        </p:nvSpPr>
        <p:spPr>
          <a:xfrm>
            <a:off x="3917022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D95FB1-1C25-533D-3CF4-8A51280DDBD0}"/>
              </a:ext>
            </a:extLst>
          </p:cNvPr>
          <p:cNvCxnSpPr>
            <a:cxnSpLocks/>
          </p:cNvCxnSpPr>
          <p:nvPr userDrawn="1"/>
        </p:nvCxnSpPr>
        <p:spPr>
          <a:xfrm>
            <a:off x="4169659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Arrow: Chevron 38">
            <a:extLst>
              <a:ext uri="{FF2B5EF4-FFF2-40B4-BE49-F238E27FC236}">
                <a16:creationId xmlns:a16="http://schemas.microsoft.com/office/drawing/2014/main" id="{9D606AD1-4414-16B1-1215-97D7AFA56C9F}"/>
              </a:ext>
            </a:extLst>
          </p:cNvPr>
          <p:cNvSpPr/>
          <p:nvPr userDrawn="1"/>
        </p:nvSpPr>
        <p:spPr>
          <a:xfrm>
            <a:off x="5845770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5863BC1-2263-E713-9FF3-2640450DEF28}"/>
              </a:ext>
            </a:extLst>
          </p:cNvPr>
          <p:cNvCxnSpPr>
            <a:cxnSpLocks/>
          </p:cNvCxnSpPr>
          <p:nvPr userDrawn="1"/>
        </p:nvCxnSpPr>
        <p:spPr>
          <a:xfrm>
            <a:off x="6110598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6379909B-399A-153E-493D-37296869A7F0}"/>
              </a:ext>
            </a:extLst>
          </p:cNvPr>
          <p:cNvSpPr/>
          <p:nvPr userDrawn="1"/>
        </p:nvSpPr>
        <p:spPr>
          <a:xfrm>
            <a:off x="7786709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F6449C8-F3AF-7E2E-BAA8-72A82AE89478}"/>
              </a:ext>
            </a:extLst>
          </p:cNvPr>
          <p:cNvCxnSpPr>
            <a:cxnSpLocks/>
          </p:cNvCxnSpPr>
          <p:nvPr userDrawn="1"/>
        </p:nvCxnSpPr>
        <p:spPr>
          <a:xfrm>
            <a:off x="8034643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87196DB2-5D1E-4430-FA42-A39FC745E121}"/>
              </a:ext>
            </a:extLst>
          </p:cNvPr>
          <p:cNvSpPr/>
          <p:nvPr userDrawn="1"/>
        </p:nvSpPr>
        <p:spPr>
          <a:xfrm>
            <a:off x="9710754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4E529B4-EB17-A0EB-9305-743BF2013A0A}"/>
              </a:ext>
            </a:extLst>
          </p:cNvPr>
          <p:cNvCxnSpPr>
            <a:cxnSpLocks/>
          </p:cNvCxnSpPr>
          <p:nvPr userDrawn="1"/>
        </p:nvCxnSpPr>
        <p:spPr>
          <a:xfrm>
            <a:off x="9971673" y="2282973"/>
            <a:ext cx="1620000" cy="0"/>
          </a:xfrm>
          <a:prstGeom prst="line">
            <a:avLst/>
          </a:prstGeom>
          <a:ln w="254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rrow: Chevron 44">
            <a:extLst>
              <a:ext uri="{FF2B5EF4-FFF2-40B4-BE49-F238E27FC236}">
                <a16:creationId xmlns:a16="http://schemas.microsoft.com/office/drawing/2014/main" id="{A892BA53-DD7A-BDD3-32D9-49FC10D5A1CE}"/>
              </a:ext>
            </a:extLst>
          </p:cNvPr>
          <p:cNvSpPr/>
          <p:nvPr userDrawn="1"/>
        </p:nvSpPr>
        <p:spPr>
          <a:xfrm>
            <a:off x="11647784" y="2110695"/>
            <a:ext cx="217191" cy="344556"/>
          </a:xfrm>
          <a:prstGeom prst="chevron">
            <a:avLst>
              <a:gd name="adj" fmla="val 842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624530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tro -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dirty="0"/>
              <a:t>Contact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8F8DD-BEC9-6467-0409-DEAA51E30C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799" y="1729024"/>
            <a:ext cx="7558158" cy="2520000"/>
          </a:xfrm>
        </p:spPr>
        <p:txBody>
          <a:bodyPr tIns="0" numCol="2" spcCol="288000"/>
          <a:lstStyle>
            <a:lvl1pPr marL="0" indent="0">
              <a:spcAft>
                <a:spcPts val="0"/>
              </a:spcAft>
              <a:buNone/>
              <a:defRPr sz="1000" b="1"/>
            </a:lvl1pPr>
            <a:lvl2pPr marL="0" indent="0">
              <a:spcAft>
                <a:spcPts val="0"/>
              </a:spcAft>
              <a:buNone/>
              <a:defRPr sz="1000"/>
            </a:lvl2pPr>
            <a:lvl3pPr marL="357188" indent="0">
              <a:spcAft>
                <a:spcPts val="0"/>
              </a:spcAft>
              <a:buNone/>
              <a:defRPr sz="1000"/>
            </a:lvl3pPr>
            <a:lvl4pPr marL="534988" indent="0">
              <a:spcAft>
                <a:spcPts val="0"/>
              </a:spcAft>
              <a:buNone/>
              <a:defRPr sz="1000"/>
            </a:lvl4pPr>
            <a:lvl5pPr marL="715963" indent="0">
              <a:spcAft>
                <a:spcPts val="0"/>
              </a:spcAft>
              <a:buNone/>
              <a:defRPr sz="10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C39CC-12F0-243C-E79C-57F054AE9789}"/>
              </a:ext>
            </a:extLst>
          </p:cNvPr>
          <p:cNvSpPr txBox="1"/>
          <p:nvPr userDrawn="1"/>
        </p:nvSpPr>
        <p:spPr>
          <a:xfrm>
            <a:off x="304799" y="4536000"/>
            <a:ext cx="7558158" cy="1137600"/>
          </a:xfrm>
          <a:prstGeom prst="rect">
            <a:avLst/>
          </a:prstGeom>
          <a:noFill/>
        </p:spPr>
        <p:txBody>
          <a:bodyPr wrap="square" lIns="0" tIns="0" rIns="0" bIns="0" numCol="1" spcCol="14400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kern="100" spc="-10" baseline="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The contents of this document are confidential and not for distribution to anyone other than the recipients. Disclosure to third parties cannot be made without the prior written consent of [</a:t>
            </a:r>
            <a:r>
              <a:rPr lang="en-GB" sz="1000" kern="100" spc="-10" baseline="0" dirty="0" err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Forvis</a:t>
            </a:r>
            <a:r>
              <a:rPr lang="en-GB" sz="1000" kern="100" spc="-10" baseline="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Mazars xxx : adapt for legal entity].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799" y="1258888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b="1" dirty="0" err="1"/>
              <a:t>Forvis</a:t>
            </a:r>
            <a:r>
              <a:rPr lang="en-GB" b="1" dirty="0"/>
              <a:t> Mazars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67CEAA-8DDD-841F-D884-3A662B0ADE62}"/>
              </a:ext>
            </a:extLst>
          </p:cNvPr>
          <p:cNvSpPr txBox="1"/>
          <p:nvPr userDrawn="1"/>
        </p:nvSpPr>
        <p:spPr>
          <a:xfrm>
            <a:off x="8194261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Follow us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6085AAD-F041-418D-E93F-40C28A0BF92D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noProof="0" dirty="0">
                <a:solidFill>
                  <a:schemeClr val="tx1"/>
                </a:solidFill>
              </a:rPr>
              <a:t>© </a:t>
            </a:r>
            <a:r>
              <a:rPr lang="en-GB" sz="1000" noProof="0" dirty="0" err="1">
                <a:solidFill>
                  <a:schemeClr val="tx1"/>
                </a:solidFill>
              </a:rPr>
              <a:t>Forvis</a:t>
            </a:r>
            <a:r>
              <a:rPr lang="en-GB" sz="1000" noProof="0" dirty="0">
                <a:solidFill>
                  <a:schemeClr val="tx1"/>
                </a:solidFill>
              </a:rPr>
              <a:t> Mazars 2024. All rights reserved.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1D5AA6-5D4D-16BA-3C98-BE0A3B18F8B9}"/>
              </a:ext>
            </a:extLst>
          </p:cNvPr>
          <p:cNvSpPr txBox="1"/>
          <p:nvPr userDrawn="1"/>
        </p:nvSpPr>
        <p:spPr>
          <a:xfrm>
            <a:off x="8194261" y="1258888"/>
            <a:ext cx="3692939" cy="30777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en-GB" sz="1200" b="1" dirty="0"/>
              <a:t>LinkedIn</a:t>
            </a:r>
          </a:p>
          <a:p>
            <a:pPr rtl="0"/>
            <a:r>
              <a:rPr lang="en-GB" sz="1200" dirty="0" err="1">
                <a:hlinkClick r:id="rId2" tooltip="https://www.linkedin.com/company/forvis-mazars-group/"/>
              </a:rPr>
              <a:t>Forvis</a:t>
            </a:r>
            <a:r>
              <a:rPr lang="en-GB" sz="1200" dirty="0">
                <a:hlinkClick r:id="rId2" tooltip="https://www.linkedin.com/company/forvis-mazars-group/"/>
              </a:rPr>
              <a:t> Mazars Group</a:t>
            </a:r>
            <a:endParaRPr lang="en-GB" sz="1200" dirty="0"/>
          </a:p>
          <a:p>
            <a:pPr rtl="0"/>
            <a:endParaRPr lang="en-GB" sz="1200" dirty="0"/>
          </a:p>
          <a:p>
            <a:pPr rtl="0"/>
            <a:r>
              <a:rPr lang="en-GB" sz="1200" b="1" dirty="0"/>
              <a:t>X</a:t>
            </a:r>
          </a:p>
          <a:p>
            <a:pPr rtl="0"/>
            <a:r>
              <a:rPr lang="en-GB" sz="1200" dirty="0">
                <a:hlinkClick r:id="rId3" tooltip="https://twitter.com/forvismazarsgrp"/>
              </a:rPr>
              <a:t>@ForvisMazarsGrp</a:t>
            </a:r>
            <a:endParaRPr lang="en-GB" sz="1200" dirty="0"/>
          </a:p>
          <a:p>
            <a:pPr rtl="0"/>
            <a:endParaRPr lang="en-GB" sz="1200" dirty="0"/>
          </a:p>
          <a:p>
            <a:pPr rtl="0"/>
            <a:r>
              <a:rPr lang="en-GB" sz="1200" b="1" dirty="0"/>
              <a:t>Instagram</a:t>
            </a:r>
          </a:p>
          <a:p>
            <a:pPr rtl="0"/>
            <a:r>
              <a:rPr lang="en-GB" sz="1200" dirty="0">
                <a:hlinkClick r:id="rId4" tooltip="https://www.instagram.com/forvismazarsgroup/"/>
              </a:rPr>
              <a:t>@forvismazarsgroup</a:t>
            </a:r>
            <a:endParaRPr lang="en-GB" sz="1200" dirty="0"/>
          </a:p>
          <a:p>
            <a:pPr rtl="0"/>
            <a:endParaRPr lang="en-GB" sz="1200" dirty="0"/>
          </a:p>
          <a:p>
            <a:pPr rtl="0"/>
            <a:r>
              <a:rPr lang="en-GB" sz="1200" b="1" dirty="0"/>
              <a:t>Facebook</a:t>
            </a:r>
          </a:p>
          <a:p>
            <a:pPr rtl="0"/>
            <a:r>
              <a:rPr lang="en-GB" sz="1200" dirty="0" err="1">
                <a:hlinkClick r:id="rId5" tooltip="https://www.facebook.com/forvismazarsgroup/"/>
              </a:rPr>
              <a:t>Forvis</a:t>
            </a:r>
            <a:r>
              <a:rPr lang="en-GB" sz="1200" dirty="0">
                <a:hlinkClick r:id="rId5" tooltip="https://www.facebook.com/forvismazarsgroup/"/>
              </a:rPr>
              <a:t> Mazars Group</a:t>
            </a:r>
            <a:endParaRPr lang="en-GB" sz="1200" dirty="0"/>
          </a:p>
          <a:p>
            <a:pPr rtl="0"/>
            <a:endParaRPr lang="en-GB" sz="1200" dirty="0"/>
          </a:p>
          <a:p>
            <a:pPr rtl="0"/>
            <a:r>
              <a:rPr lang="en-GB" sz="1200" b="1" dirty="0"/>
              <a:t>YouTube</a:t>
            </a:r>
          </a:p>
          <a:p>
            <a:pPr rtl="0"/>
            <a:r>
              <a:rPr lang="en-GB" sz="1200" dirty="0">
                <a:effectLst/>
                <a:hlinkClick r:id="rId6" tooltip="https://www.youtube.com/@forvismazarsgroup"/>
              </a:rPr>
              <a:t>@ForvisMazarsGroup</a:t>
            </a:r>
            <a:endParaRPr lang="en-GB" sz="1200" dirty="0"/>
          </a:p>
        </p:txBody>
      </p:sp>
      <p:pic>
        <p:nvPicPr>
          <p:cNvPr id="7" name="Grafik 11">
            <a:extLst>
              <a:ext uri="{FF2B5EF4-FFF2-40B4-BE49-F238E27FC236}">
                <a16:creationId xmlns:a16="http://schemas.microsoft.com/office/drawing/2014/main" id="{62F6E443-5C86-C36B-0E1C-979A22C8B61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53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7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tro - true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b="1" dirty="0" err="1">
                <a:solidFill>
                  <a:schemeClr val="bg1"/>
                </a:solidFill>
              </a:rPr>
              <a:t>Forvis</a:t>
            </a:r>
            <a:r>
              <a:rPr lang="en-GB" b="1" dirty="0">
                <a:solidFill>
                  <a:schemeClr val="bg1"/>
                </a:solidFill>
              </a:rPr>
              <a:t> Mazars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8B826133-DF9C-4AE4-3625-4928FA7CBA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799" y="1729024"/>
            <a:ext cx="7558158" cy="2520000"/>
          </a:xfrm>
        </p:spPr>
        <p:txBody>
          <a:bodyPr tIns="0" numCol="2" spcCol="288000"/>
          <a:lstStyle>
            <a:lvl1pPr marL="0" indent="0"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357188" indent="0">
              <a:spcAft>
                <a:spcPts val="0"/>
              </a:spcAft>
              <a:buNone/>
              <a:defRPr sz="1000"/>
            </a:lvl3pPr>
            <a:lvl4pPr marL="534988" indent="0">
              <a:spcAft>
                <a:spcPts val="0"/>
              </a:spcAft>
              <a:buNone/>
              <a:defRPr sz="1000"/>
            </a:lvl4pPr>
            <a:lvl5pPr marL="715963" indent="0">
              <a:spcAft>
                <a:spcPts val="0"/>
              </a:spcAft>
              <a:buNone/>
              <a:defRPr sz="10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6B847-F006-2430-42BA-AE0EB44FAF6F}"/>
              </a:ext>
            </a:extLst>
          </p:cNvPr>
          <p:cNvSpPr txBox="1"/>
          <p:nvPr userDrawn="1"/>
        </p:nvSpPr>
        <p:spPr>
          <a:xfrm>
            <a:off x="8194261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Follow 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B74B9-4873-9050-8CCB-54EB5DFBF042}"/>
              </a:ext>
            </a:extLst>
          </p:cNvPr>
          <p:cNvSpPr txBox="1"/>
          <p:nvPr userDrawn="1"/>
        </p:nvSpPr>
        <p:spPr>
          <a:xfrm>
            <a:off x="304799" y="4536000"/>
            <a:ext cx="7663544" cy="1137600"/>
          </a:xfrm>
          <a:prstGeom prst="rect">
            <a:avLst/>
          </a:prstGeom>
          <a:noFill/>
        </p:spPr>
        <p:txBody>
          <a:bodyPr wrap="square" lIns="0" tIns="0" rIns="0" bIns="0" numCol="1" spcCol="14400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kern="100" spc="-10" baseline="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The contents of this document are confidential and not for distribution to anyone other than the recipients. Disclosure to third parties cannot be made without the prior written consent of [</a:t>
            </a:r>
            <a:r>
              <a:rPr lang="en-GB" sz="1000" kern="100" spc="-10" baseline="0" dirty="0" err="1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Forvis</a:t>
            </a:r>
            <a:r>
              <a:rPr lang="en-GB" sz="1000" kern="100" spc="-10" baseline="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Mazars xxx : adapt for legal entity].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B71A06-C5AC-A61B-B714-5E5146BBED9C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noProof="0" dirty="0">
                <a:solidFill>
                  <a:schemeClr val="bg1"/>
                </a:solidFill>
              </a:rPr>
              <a:t>© </a:t>
            </a:r>
            <a:r>
              <a:rPr lang="en-GB" sz="1000" noProof="0" dirty="0" err="1">
                <a:solidFill>
                  <a:schemeClr val="bg1"/>
                </a:solidFill>
              </a:rPr>
              <a:t>Forvis</a:t>
            </a:r>
            <a:r>
              <a:rPr lang="en-GB" sz="1000" noProof="0" dirty="0">
                <a:solidFill>
                  <a:schemeClr val="bg1"/>
                </a:solidFill>
              </a:rPr>
              <a:t> Mazars 2024. All rights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D1770E-09D8-5EDC-812A-CDF8B11F6A14}"/>
              </a:ext>
            </a:extLst>
          </p:cNvPr>
          <p:cNvSpPr txBox="1"/>
          <p:nvPr userDrawn="1"/>
        </p:nvSpPr>
        <p:spPr>
          <a:xfrm>
            <a:off x="8194261" y="1258888"/>
            <a:ext cx="3692939" cy="30777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en-GB" sz="1200" b="1" dirty="0">
                <a:solidFill>
                  <a:schemeClr val="bg1"/>
                </a:solidFill>
              </a:rPr>
              <a:t>LinkedIn</a:t>
            </a:r>
          </a:p>
          <a:p>
            <a:pPr rtl="0"/>
            <a:r>
              <a:rPr lang="en-GB" sz="1200" dirty="0" err="1">
                <a:solidFill>
                  <a:schemeClr val="bg1"/>
                </a:solidFill>
                <a:hlinkClick r:id="rId2" tooltip="https://www.linkedin.com/company/forvis-mazars-group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Forvis</a:t>
            </a:r>
            <a:r>
              <a:rPr lang="en-GB" sz="1200" dirty="0">
                <a:solidFill>
                  <a:schemeClr val="bg1"/>
                </a:solidFill>
                <a:hlinkClick r:id="rId2" tooltip="https://www.linkedin.com/company/forvis-mazars-group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Mazars Group</a:t>
            </a:r>
            <a:endParaRPr lang="en-GB" sz="1200" dirty="0">
              <a:solidFill>
                <a:schemeClr val="bg1"/>
              </a:solidFill>
            </a:endParaRPr>
          </a:p>
          <a:p>
            <a:pPr rtl="0"/>
            <a:endParaRPr lang="en-GB" sz="1200" dirty="0">
              <a:solidFill>
                <a:schemeClr val="bg1"/>
              </a:solidFill>
            </a:endParaRPr>
          </a:p>
          <a:p>
            <a:pPr rtl="0"/>
            <a:r>
              <a:rPr lang="en-GB" sz="1200" b="1" dirty="0">
                <a:solidFill>
                  <a:schemeClr val="bg1"/>
                </a:solidFill>
              </a:rPr>
              <a:t>X</a:t>
            </a:r>
          </a:p>
          <a:p>
            <a:pPr rtl="0"/>
            <a:r>
              <a:rPr lang="en-GB" sz="1200" dirty="0">
                <a:solidFill>
                  <a:schemeClr val="bg1"/>
                </a:solidFill>
                <a:hlinkClick r:id="rId3" tooltip="https://twitter.com/forvismazarsgr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@ForvisMazarsGrp</a:t>
            </a:r>
            <a:endParaRPr lang="en-GB" sz="1200" dirty="0">
              <a:solidFill>
                <a:schemeClr val="bg1"/>
              </a:solidFill>
            </a:endParaRPr>
          </a:p>
          <a:p>
            <a:pPr rtl="0"/>
            <a:endParaRPr lang="en-GB" sz="1200" dirty="0">
              <a:solidFill>
                <a:schemeClr val="bg1"/>
              </a:solidFill>
            </a:endParaRPr>
          </a:p>
          <a:p>
            <a:pPr rtl="0"/>
            <a:r>
              <a:rPr lang="en-GB" sz="1200" b="1" dirty="0">
                <a:solidFill>
                  <a:schemeClr val="bg1"/>
                </a:solidFill>
              </a:rPr>
              <a:t>Instagram</a:t>
            </a:r>
          </a:p>
          <a:p>
            <a:pPr rtl="0"/>
            <a:r>
              <a:rPr lang="en-GB" sz="1200" dirty="0">
                <a:solidFill>
                  <a:schemeClr val="bg1"/>
                </a:solidFill>
                <a:hlinkClick r:id="rId4" tooltip="https://www.instagram.com/forvismazarsgroup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@forvismazarsgroup</a:t>
            </a:r>
            <a:endParaRPr lang="en-GB" sz="1200" dirty="0">
              <a:solidFill>
                <a:schemeClr val="bg1"/>
              </a:solidFill>
            </a:endParaRPr>
          </a:p>
          <a:p>
            <a:pPr rtl="0"/>
            <a:endParaRPr lang="en-GB" sz="1200" dirty="0">
              <a:solidFill>
                <a:schemeClr val="bg1"/>
              </a:solidFill>
            </a:endParaRPr>
          </a:p>
          <a:p>
            <a:pPr rtl="0"/>
            <a:r>
              <a:rPr lang="en-GB" sz="1200" b="1" dirty="0">
                <a:solidFill>
                  <a:schemeClr val="bg1"/>
                </a:solidFill>
              </a:rPr>
              <a:t>Facebook</a:t>
            </a:r>
          </a:p>
          <a:p>
            <a:pPr rtl="0"/>
            <a:r>
              <a:rPr lang="en-GB" sz="1200" dirty="0" err="1">
                <a:solidFill>
                  <a:schemeClr val="bg1"/>
                </a:solidFill>
                <a:hlinkClick r:id="rId5" tooltip="https://www.facebook.com/forvismazarsgroup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Forvis</a:t>
            </a:r>
            <a:r>
              <a:rPr lang="en-GB" sz="1200" dirty="0">
                <a:solidFill>
                  <a:schemeClr val="bg1"/>
                </a:solidFill>
                <a:hlinkClick r:id="rId5" tooltip="https://www.facebook.com/forvismazarsgroup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Mazars Group</a:t>
            </a:r>
            <a:endParaRPr lang="en-GB" sz="1200" dirty="0">
              <a:solidFill>
                <a:schemeClr val="bg1"/>
              </a:solidFill>
            </a:endParaRPr>
          </a:p>
          <a:p>
            <a:pPr rtl="0"/>
            <a:endParaRPr lang="en-GB" sz="1200" dirty="0">
              <a:solidFill>
                <a:schemeClr val="bg1"/>
              </a:solidFill>
            </a:endParaRPr>
          </a:p>
          <a:p>
            <a:pPr rtl="0"/>
            <a:r>
              <a:rPr lang="en-GB" sz="1200" b="1" dirty="0">
                <a:solidFill>
                  <a:schemeClr val="bg1"/>
                </a:solidFill>
              </a:rPr>
              <a:t>YouTube</a:t>
            </a:r>
          </a:p>
          <a:p>
            <a:pPr rtl="0"/>
            <a:r>
              <a:rPr lang="en-GB" sz="1200" dirty="0">
                <a:solidFill>
                  <a:schemeClr val="bg1"/>
                </a:solidFill>
                <a:effectLst/>
                <a:hlinkClick r:id="rId6" tooltip="https://www.youtube.com/@forvismazarsgro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@ForvisMazarsGroup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681F3-DF5C-9A79-C796-030CD88ED76D}"/>
              </a:ext>
            </a:extLst>
          </p:cNvPr>
          <p:cNvSpPr txBox="1"/>
          <p:nvPr userDrawn="1"/>
        </p:nvSpPr>
        <p:spPr>
          <a:xfrm>
            <a:off x="-6392332" y="30480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grpSp>
        <p:nvGrpSpPr>
          <p:cNvPr id="9" name="Gruppieren 4">
            <a:extLst>
              <a:ext uri="{FF2B5EF4-FFF2-40B4-BE49-F238E27FC236}">
                <a16:creationId xmlns:a16="http://schemas.microsoft.com/office/drawing/2014/main" id="{16D7B7D0-CAA1-33E1-AC7F-493B661B669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11" name="Freihandform: Form 5">
              <a:extLst>
                <a:ext uri="{FF2B5EF4-FFF2-40B4-BE49-F238E27FC236}">
                  <a16:creationId xmlns:a16="http://schemas.microsoft.com/office/drawing/2014/main" id="{B0539D95-EAC1-D112-501B-3C51BC30F6FC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7">
              <a:extLst>
                <a:ext uri="{FF2B5EF4-FFF2-40B4-BE49-F238E27FC236}">
                  <a16:creationId xmlns:a16="http://schemas.microsoft.com/office/drawing/2014/main" id="{F9706EFB-E78A-458A-0FEE-96565A86EA35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9">
              <a:extLst>
                <a:ext uri="{FF2B5EF4-FFF2-40B4-BE49-F238E27FC236}">
                  <a16:creationId xmlns:a16="http://schemas.microsoft.com/office/drawing/2014/main" id="{34010E6E-22C6-BEF9-6EA3-87B4AE7D989F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1">
              <a:extLst>
                <a:ext uri="{FF2B5EF4-FFF2-40B4-BE49-F238E27FC236}">
                  <a16:creationId xmlns:a16="http://schemas.microsoft.com/office/drawing/2014/main" id="{C70C816D-E76D-EE5F-241F-10705C3D5FAB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2">
              <a:extLst>
                <a:ext uri="{FF2B5EF4-FFF2-40B4-BE49-F238E27FC236}">
                  <a16:creationId xmlns:a16="http://schemas.microsoft.com/office/drawing/2014/main" id="{36933F0A-6333-CAB5-C05B-694D2354C4F2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3">
              <a:extLst>
                <a:ext uri="{FF2B5EF4-FFF2-40B4-BE49-F238E27FC236}">
                  <a16:creationId xmlns:a16="http://schemas.microsoft.com/office/drawing/2014/main" id="{D8A7E05E-2624-3141-586F-6F47645A53B6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4">
              <a:extLst>
                <a:ext uri="{FF2B5EF4-FFF2-40B4-BE49-F238E27FC236}">
                  <a16:creationId xmlns:a16="http://schemas.microsoft.com/office/drawing/2014/main" id="{42AB227D-AD87-0D4E-7CEC-D0941E4CDF1B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5">
              <a:extLst>
                <a:ext uri="{FF2B5EF4-FFF2-40B4-BE49-F238E27FC236}">
                  <a16:creationId xmlns:a16="http://schemas.microsoft.com/office/drawing/2014/main" id="{870A1391-2DA3-17F9-FE0D-78C16DFB2E1D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6">
              <a:extLst>
                <a:ext uri="{FF2B5EF4-FFF2-40B4-BE49-F238E27FC236}">
                  <a16:creationId xmlns:a16="http://schemas.microsoft.com/office/drawing/2014/main" id="{BCC3DA37-6B18-A1DB-B978-EE6DAAEC5E34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7">
              <a:extLst>
                <a:ext uri="{FF2B5EF4-FFF2-40B4-BE49-F238E27FC236}">
                  <a16:creationId xmlns:a16="http://schemas.microsoft.com/office/drawing/2014/main" id="{673CABE2-3A8F-C76B-E245-E39DAE083787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18">
              <a:extLst>
                <a:ext uri="{FF2B5EF4-FFF2-40B4-BE49-F238E27FC236}">
                  <a16:creationId xmlns:a16="http://schemas.microsoft.com/office/drawing/2014/main" id="{9CDF7043-E228-8C40-B2E2-14438E610B8F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19">
              <a:extLst>
                <a:ext uri="{FF2B5EF4-FFF2-40B4-BE49-F238E27FC236}">
                  <a16:creationId xmlns:a16="http://schemas.microsoft.com/office/drawing/2014/main" id="{B778131F-3CF5-7B6C-BEF5-CD6A7EB4FA78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7478544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7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tro - indigo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GB" b="1" dirty="0" err="1">
                <a:solidFill>
                  <a:schemeClr val="bg1"/>
                </a:solidFill>
              </a:rPr>
              <a:t>Forvis</a:t>
            </a:r>
            <a:r>
              <a:rPr lang="en-GB" b="1" dirty="0">
                <a:solidFill>
                  <a:schemeClr val="bg1"/>
                </a:solidFill>
              </a:rPr>
              <a:t> Mazars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A8A48E-3DB5-8F57-1922-EFA1E893A990}"/>
              </a:ext>
            </a:extLst>
          </p:cNvPr>
          <p:cNvSpPr txBox="1"/>
          <p:nvPr userDrawn="1"/>
        </p:nvSpPr>
        <p:spPr>
          <a:xfrm>
            <a:off x="8194261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Follow us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CB522F6C-316E-F8B1-1069-3B105F27FB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799" y="1729024"/>
            <a:ext cx="7558158" cy="2520000"/>
          </a:xfrm>
        </p:spPr>
        <p:txBody>
          <a:bodyPr tIns="0" numCol="2" spcCol="288000"/>
          <a:lstStyle>
            <a:lvl1pPr marL="0" indent="0"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357188" indent="0">
              <a:spcAft>
                <a:spcPts val="0"/>
              </a:spcAft>
              <a:buNone/>
              <a:defRPr sz="1000"/>
            </a:lvl3pPr>
            <a:lvl4pPr marL="534988" indent="0">
              <a:spcAft>
                <a:spcPts val="0"/>
              </a:spcAft>
              <a:buNone/>
              <a:defRPr sz="1000"/>
            </a:lvl4pPr>
            <a:lvl5pPr marL="715963" indent="0">
              <a:spcAft>
                <a:spcPts val="0"/>
              </a:spcAft>
              <a:buNone/>
              <a:defRPr sz="10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55D323-AE36-3785-6FE9-60DAF69452E6}"/>
              </a:ext>
            </a:extLst>
          </p:cNvPr>
          <p:cNvSpPr txBox="1"/>
          <p:nvPr userDrawn="1"/>
        </p:nvSpPr>
        <p:spPr>
          <a:xfrm>
            <a:off x="304799" y="4536000"/>
            <a:ext cx="7663544" cy="1137600"/>
          </a:xfrm>
          <a:prstGeom prst="rect">
            <a:avLst/>
          </a:prstGeom>
          <a:noFill/>
        </p:spPr>
        <p:txBody>
          <a:bodyPr wrap="square" lIns="0" tIns="0" rIns="0" bIns="0" numCol="1" spcCol="144000" rtlCol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000" kern="100" spc="-10" baseline="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The contents of this document are confidential and not for distribution to anyone other than the recipients. Disclosure to third parties cannot be made without the prior written consent of [</a:t>
            </a:r>
            <a:r>
              <a:rPr lang="en-GB" sz="1000" kern="100" spc="-10" baseline="0" dirty="0" err="1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Forvis</a:t>
            </a:r>
            <a:r>
              <a:rPr lang="en-GB" sz="1000" kern="100" spc="-10" baseline="0" dirty="0">
                <a:solidFill>
                  <a:schemeClr val="bg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Mazars xxx : adapt for legal entity].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0646158-6A81-A2DD-C44D-921AE4DD9EC2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noProof="0" dirty="0">
                <a:solidFill>
                  <a:schemeClr val="bg1"/>
                </a:solidFill>
              </a:rPr>
              <a:t>© </a:t>
            </a:r>
            <a:r>
              <a:rPr lang="en-GB" sz="1000" noProof="0" dirty="0" err="1">
                <a:solidFill>
                  <a:schemeClr val="bg1"/>
                </a:solidFill>
              </a:rPr>
              <a:t>Forvis</a:t>
            </a:r>
            <a:r>
              <a:rPr lang="en-GB" sz="1000" noProof="0" dirty="0">
                <a:solidFill>
                  <a:schemeClr val="bg1"/>
                </a:solidFill>
              </a:rPr>
              <a:t> Mazars 2024. All rights reserved.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C486E-864B-EC69-F73D-2BCE06D2B883}"/>
              </a:ext>
            </a:extLst>
          </p:cNvPr>
          <p:cNvSpPr txBox="1"/>
          <p:nvPr userDrawn="1"/>
        </p:nvSpPr>
        <p:spPr>
          <a:xfrm>
            <a:off x="-6392332" y="30480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grpSp>
        <p:nvGrpSpPr>
          <p:cNvPr id="7" name="Gruppieren 4">
            <a:extLst>
              <a:ext uri="{FF2B5EF4-FFF2-40B4-BE49-F238E27FC236}">
                <a16:creationId xmlns:a16="http://schemas.microsoft.com/office/drawing/2014/main" id="{091816A5-BD37-489B-D2B6-2E931BB610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11" name="Freihandform: Form 5">
              <a:extLst>
                <a:ext uri="{FF2B5EF4-FFF2-40B4-BE49-F238E27FC236}">
                  <a16:creationId xmlns:a16="http://schemas.microsoft.com/office/drawing/2014/main" id="{8F632344-56D7-0FE9-7CC7-A953410D503C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7">
              <a:extLst>
                <a:ext uri="{FF2B5EF4-FFF2-40B4-BE49-F238E27FC236}">
                  <a16:creationId xmlns:a16="http://schemas.microsoft.com/office/drawing/2014/main" id="{67DB1019-32A2-B27F-B69E-A59F6EC4E8C1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9">
              <a:extLst>
                <a:ext uri="{FF2B5EF4-FFF2-40B4-BE49-F238E27FC236}">
                  <a16:creationId xmlns:a16="http://schemas.microsoft.com/office/drawing/2014/main" id="{EC75B3C7-C0BF-C06A-7259-073AADCB63FD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1">
              <a:extLst>
                <a:ext uri="{FF2B5EF4-FFF2-40B4-BE49-F238E27FC236}">
                  <a16:creationId xmlns:a16="http://schemas.microsoft.com/office/drawing/2014/main" id="{F539D7D3-F9E3-3C64-A2B8-68BC730C5E9B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2">
              <a:extLst>
                <a:ext uri="{FF2B5EF4-FFF2-40B4-BE49-F238E27FC236}">
                  <a16:creationId xmlns:a16="http://schemas.microsoft.com/office/drawing/2014/main" id="{A4BC7DA0-2356-A666-C7B1-04A021761BD4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3">
              <a:extLst>
                <a:ext uri="{FF2B5EF4-FFF2-40B4-BE49-F238E27FC236}">
                  <a16:creationId xmlns:a16="http://schemas.microsoft.com/office/drawing/2014/main" id="{BCAC0528-D774-2869-78E8-D5992464700B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4">
              <a:extLst>
                <a:ext uri="{FF2B5EF4-FFF2-40B4-BE49-F238E27FC236}">
                  <a16:creationId xmlns:a16="http://schemas.microsoft.com/office/drawing/2014/main" id="{414E3DF9-4D81-0920-12B3-F98AE476EFE6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5">
              <a:extLst>
                <a:ext uri="{FF2B5EF4-FFF2-40B4-BE49-F238E27FC236}">
                  <a16:creationId xmlns:a16="http://schemas.microsoft.com/office/drawing/2014/main" id="{8735F50D-0BA8-7023-F046-3376CE69D7BB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6">
              <a:extLst>
                <a:ext uri="{FF2B5EF4-FFF2-40B4-BE49-F238E27FC236}">
                  <a16:creationId xmlns:a16="http://schemas.microsoft.com/office/drawing/2014/main" id="{311D18AC-7BA1-0080-8301-3BA2AA0B5E05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7">
              <a:extLst>
                <a:ext uri="{FF2B5EF4-FFF2-40B4-BE49-F238E27FC236}">
                  <a16:creationId xmlns:a16="http://schemas.microsoft.com/office/drawing/2014/main" id="{7FBF8150-2700-0D05-A05E-98BF121A5E10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18">
              <a:extLst>
                <a:ext uri="{FF2B5EF4-FFF2-40B4-BE49-F238E27FC236}">
                  <a16:creationId xmlns:a16="http://schemas.microsoft.com/office/drawing/2014/main" id="{B13CA858-01DD-D948-1929-16FDA2F8CF21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19">
              <a:extLst>
                <a:ext uri="{FF2B5EF4-FFF2-40B4-BE49-F238E27FC236}">
                  <a16:creationId xmlns:a16="http://schemas.microsoft.com/office/drawing/2014/main" id="{F878BB63-0766-B99F-A211-9CBDD1748824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A07E05C-45AB-BB39-AE34-591CC2E3A7A5}"/>
              </a:ext>
            </a:extLst>
          </p:cNvPr>
          <p:cNvSpPr txBox="1"/>
          <p:nvPr userDrawn="1"/>
        </p:nvSpPr>
        <p:spPr>
          <a:xfrm>
            <a:off x="8194261" y="1258888"/>
            <a:ext cx="3692939" cy="30777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rtl="0"/>
            <a:r>
              <a:rPr lang="en-GB" sz="1200" b="1" dirty="0">
                <a:solidFill>
                  <a:schemeClr val="bg1"/>
                </a:solidFill>
              </a:rPr>
              <a:t>LinkedIn</a:t>
            </a:r>
          </a:p>
          <a:p>
            <a:pPr rtl="0"/>
            <a:r>
              <a:rPr lang="en-GB" sz="1200" dirty="0" err="1">
                <a:solidFill>
                  <a:schemeClr val="bg1"/>
                </a:solidFill>
                <a:hlinkClick r:id="rId2" tooltip="https://www.linkedin.com/company/forvis-mazars-group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Forvis</a:t>
            </a:r>
            <a:r>
              <a:rPr lang="en-GB" sz="1200" dirty="0">
                <a:solidFill>
                  <a:schemeClr val="bg1"/>
                </a:solidFill>
                <a:hlinkClick r:id="rId2" tooltip="https://www.linkedin.com/company/forvis-mazars-group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Mazars Group</a:t>
            </a:r>
            <a:endParaRPr lang="en-GB" sz="1200" dirty="0">
              <a:solidFill>
                <a:schemeClr val="bg1"/>
              </a:solidFill>
            </a:endParaRPr>
          </a:p>
          <a:p>
            <a:pPr rtl="0"/>
            <a:endParaRPr lang="en-GB" sz="1200" dirty="0">
              <a:solidFill>
                <a:schemeClr val="bg1"/>
              </a:solidFill>
            </a:endParaRPr>
          </a:p>
          <a:p>
            <a:pPr rtl="0"/>
            <a:r>
              <a:rPr lang="en-GB" sz="1200" b="1" dirty="0">
                <a:solidFill>
                  <a:schemeClr val="bg1"/>
                </a:solidFill>
              </a:rPr>
              <a:t>X</a:t>
            </a:r>
          </a:p>
          <a:p>
            <a:pPr rtl="0"/>
            <a:r>
              <a:rPr lang="en-GB" sz="1200" dirty="0">
                <a:solidFill>
                  <a:schemeClr val="bg1"/>
                </a:solidFill>
                <a:hlinkClick r:id="rId3" tooltip="https://twitter.com/forvismazarsgr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@ForvisMazarsGrp</a:t>
            </a:r>
            <a:endParaRPr lang="en-GB" sz="1200" dirty="0">
              <a:solidFill>
                <a:schemeClr val="bg1"/>
              </a:solidFill>
            </a:endParaRPr>
          </a:p>
          <a:p>
            <a:pPr rtl="0"/>
            <a:endParaRPr lang="en-GB" sz="1200" dirty="0">
              <a:solidFill>
                <a:schemeClr val="bg1"/>
              </a:solidFill>
            </a:endParaRPr>
          </a:p>
          <a:p>
            <a:pPr rtl="0"/>
            <a:r>
              <a:rPr lang="en-GB" sz="1200" b="1" dirty="0">
                <a:solidFill>
                  <a:schemeClr val="bg1"/>
                </a:solidFill>
              </a:rPr>
              <a:t>Instagram</a:t>
            </a:r>
          </a:p>
          <a:p>
            <a:pPr rtl="0"/>
            <a:r>
              <a:rPr lang="en-GB" sz="1200" dirty="0">
                <a:solidFill>
                  <a:schemeClr val="bg1"/>
                </a:solidFill>
                <a:hlinkClick r:id="rId4" tooltip="https://www.instagram.com/forvismazarsgroup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@forvismazarsgroup</a:t>
            </a:r>
            <a:endParaRPr lang="en-GB" sz="1200" dirty="0">
              <a:solidFill>
                <a:schemeClr val="bg1"/>
              </a:solidFill>
            </a:endParaRPr>
          </a:p>
          <a:p>
            <a:pPr rtl="0"/>
            <a:endParaRPr lang="en-GB" sz="1200" dirty="0">
              <a:solidFill>
                <a:schemeClr val="bg1"/>
              </a:solidFill>
            </a:endParaRPr>
          </a:p>
          <a:p>
            <a:pPr rtl="0"/>
            <a:r>
              <a:rPr lang="en-GB" sz="1200" b="1" dirty="0">
                <a:solidFill>
                  <a:schemeClr val="bg1"/>
                </a:solidFill>
              </a:rPr>
              <a:t>Facebook</a:t>
            </a:r>
          </a:p>
          <a:p>
            <a:pPr rtl="0"/>
            <a:r>
              <a:rPr lang="en-GB" sz="1200" dirty="0" err="1">
                <a:solidFill>
                  <a:schemeClr val="bg1"/>
                </a:solidFill>
                <a:hlinkClick r:id="rId5" tooltip="https://www.facebook.com/forvismazarsgroup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Forvis</a:t>
            </a:r>
            <a:r>
              <a:rPr lang="en-GB" sz="1200" dirty="0">
                <a:solidFill>
                  <a:schemeClr val="bg1"/>
                </a:solidFill>
                <a:hlinkClick r:id="rId5" tooltip="https://www.facebook.com/forvismazarsgroup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Mazars Group</a:t>
            </a:r>
            <a:endParaRPr lang="en-GB" sz="1200" dirty="0">
              <a:solidFill>
                <a:schemeClr val="bg1"/>
              </a:solidFill>
            </a:endParaRPr>
          </a:p>
          <a:p>
            <a:pPr rtl="0"/>
            <a:endParaRPr lang="en-GB" sz="1200" dirty="0">
              <a:solidFill>
                <a:schemeClr val="bg1"/>
              </a:solidFill>
            </a:endParaRPr>
          </a:p>
          <a:p>
            <a:pPr rtl="0"/>
            <a:r>
              <a:rPr lang="en-GB" sz="1200" b="1" dirty="0">
                <a:solidFill>
                  <a:schemeClr val="bg1"/>
                </a:solidFill>
              </a:rPr>
              <a:t>YouTube</a:t>
            </a:r>
          </a:p>
          <a:p>
            <a:pPr rtl="0"/>
            <a:r>
              <a:rPr lang="en-GB" sz="1200" dirty="0">
                <a:solidFill>
                  <a:schemeClr val="bg1"/>
                </a:solidFill>
                <a:effectLst/>
                <a:hlinkClick r:id="rId6" tooltip="https://www.youtube.com/@forvismazarsgro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@ForvisMazarsGroup</a:t>
            </a: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15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7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tro - editable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US" sz="2400" noProof="0" dirty="0"/>
              <a:t>Contact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8F8DD-BEC9-6467-0409-DEAA51E30C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799" y="1729024"/>
            <a:ext cx="7558158" cy="2520000"/>
          </a:xfrm>
        </p:spPr>
        <p:txBody>
          <a:bodyPr tIns="0" numCol="2" spcCol="288000"/>
          <a:lstStyle>
            <a:lvl1pPr marL="0" indent="0">
              <a:spcAft>
                <a:spcPts val="0"/>
              </a:spcAft>
              <a:buNone/>
              <a:defRPr sz="1000" b="1"/>
            </a:lvl1pPr>
            <a:lvl2pPr marL="0" indent="0">
              <a:spcAft>
                <a:spcPts val="0"/>
              </a:spcAft>
              <a:buNone/>
              <a:defRPr sz="1000"/>
            </a:lvl2pPr>
            <a:lvl3pPr marL="357188" indent="0">
              <a:spcAft>
                <a:spcPts val="0"/>
              </a:spcAft>
              <a:buNone/>
              <a:defRPr sz="1000"/>
            </a:lvl3pPr>
            <a:lvl4pPr marL="534988" indent="0">
              <a:spcAft>
                <a:spcPts val="0"/>
              </a:spcAft>
              <a:buNone/>
              <a:defRPr sz="1000"/>
            </a:lvl4pPr>
            <a:lvl5pPr marL="715963" indent="0">
              <a:spcAft>
                <a:spcPts val="0"/>
              </a:spcAft>
              <a:buNone/>
              <a:defRPr sz="1000"/>
            </a:lvl5pPr>
          </a:lstStyle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b="1" noProof="0" dirty="0" err="1"/>
              <a:t>Forvis</a:t>
            </a:r>
            <a:r>
              <a:rPr lang="en-US" b="1" noProof="0" dirty="0"/>
              <a:t> Mazars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DCD00FD-34AE-282D-C880-195BA8A87E3C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noProof="0" dirty="0">
                <a:solidFill>
                  <a:schemeClr val="tx1"/>
                </a:solidFill>
              </a:rPr>
              <a:t>© </a:t>
            </a:r>
            <a:r>
              <a:rPr lang="en-GB" sz="1000" noProof="0" dirty="0" err="1">
                <a:solidFill>
                  <a:schemeClr val="tx1"/>
                </a:solidFill>
              </a:rPr>
              <a:t>Forvis</a:t>
            </a:r>
            <a:r>
              <a:rPr lang="en-GB" sz="1000" noProof="0" dirty="0">
                <a:solidFill>
                  <a:schemeClr val="tx1"/>
                </a:solidFill>
              </a:rPr>
              <a:t> Mazars 2024. All rights reserved.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9C6042AF-CA98-5D4F-3D53-833BF69333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70332" y="1258888"/>
            <a:ext cx="3712105" cy="2520000"/>
          </a:xfr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defRPr b="0">
                <a:solidFill>
                  <a:schemeClr val="bg1"/>
                </a:solidFill>
              </a:defRPr>
            </a:lvl2pPr>
            <a:lvl3pPr marL="0" indent="0">
              <a:buNone/>
              <a:defRPr b="0">
                <a:solidFill>
                  <a:schemeClr val="bg1"/>
                </a:solidFill>
              </a:defRPr>
            </a:lvl3pPr>
            <a:lvl4pPr marL="0" indent="1588">
              <a:buNone/>
              <a:defRPr b="0">
                <a:solidFill>
                  <a:schemeClr val="bg1"/>
                </a:solidFill>
              </a:defRPr>
            </a:lvl4pPr>
            <a:lvl5pPr marL="0" indent="0">
              <a:buNone/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social media links here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7FEB549-0F87-A538-F4B9-811388A1BE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799" y="4536000"/>
            <a:ext cx="7558158" cy="941933"/>
          </a:xfrm>
        </p:spPr>
        <p:txBody>
          <a:bodyPr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dirty="0"/>
              <a:t>The contents of this document are confidential and not for distribution to anyone other than the recipients. Disclosure to third parties cannot be made without the prior written consent of [</a:t>
            </a:r>
            <a:r>
              <a:rPr lang="en-GB" dirty="0" err="1"/>
              <a:t>Forvis</a:t>
            </a:r>
            <a:r>
              <a:rPr lang="en-GB" dirty="0"/>
              <a:t> Mazars xxx : adapt for legal entity].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1E355-0B80-FC55-839B-E1D00403BB83}"/>
              </a:ext>
            </a:extLst>
          </p:cNvPr>
          <p:cNvSpPr txBox="1"/>
          <p:nvPr userDrawn="1"/>
        </p:nvSpPr>
        <p:spPr>
          <a:xfrm>
            <a:off x="8194261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dirty="0">
                <a:solidFill>
                  <a:schemeClr val="tx1"/>
                </a:solidFill>
              </a:rPr>
              <a:t>Follow us</a:t>
            </a:r>
          </a:p>
        </p:txBody>
      </p:sp>
      <p:pic>
        <p:nvPicPr>
          <p:cNvPr id="8" name="Grafik 11">
            <a:extLst>
              <a:ext uri="{FF2B5EF4-FFF2-40B4-BE49-F238E27FC236}">
                <a16:creationId xmlns:a16="http://schemas.microsoft.com/office/drawing/2014/main" id="{40D8D18D-A576-7317-B790-8565F1D3C2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97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7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tro - editable true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b="1" noProof="0" dirty="0" err="1">
                <a:solidFill>
                  <a:schemeClr val="bg1"/>
                </a:solidFill>
              </a:rPr>
              <a:t>Forvis</a:t>
            </a:r>
            <a:r>
              <a:rPr lang="en-US" b="1" noProof="0" dirty="0">
                <a:solidFill>
                  <a:schemeClr val="bg1"/>
                </a:solidFill>
              </a:rPr>
              <a:t> Mazars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8B826133-DF9C-4AE4-3625-4928FA7CBA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799" y="1729024"/>
            <a:ext cx="7558158" cy="2520000"/>
          </a:xfrm>
        </p:spPr>
        <p:txBody>
          <a:bodyPr tIns="0" numCol="2" spcCol="288000"/>
          <a:lstStyle>
            <a:lvl1pPr marL="0" indent="0"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357188" indent="0">
              <a:spcAft>
                <a:spcPts val="0"/>
              </a:spcAft>
              <a:buNone/>
              <a:defRPr sz="1000"/>
            </a:lvl3pPr>
            <a:lvl4pPr marL="534988" indent="0">
              <a:spcAft>
                <a:spcPts val="0"/>
              </a:spcAft>
              <a:buNone/>
              <a:defRPr sz="1000"/>
            </a:lvl4pPr>
            <a:lvl5pPr marL="715963" indent="0">
              <a:spcAft>
                <a:spcPts val="0"/>
              </a:spcAft>
              <a:buNone/>
              <a:defRPr sz="1000"/>
            </a:lvl5pPr>
          </a:lstStyle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5C88522-8DF1-4607-A4E2-5B0EF73CC98B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noProof="0" dirty="0">
                <a:solidFill>
                  <a:schemeClr val="bg1"/>
                </a:solidFill>
              </a:rPr>
              <a:t>© </a:t>
            </a:r>
            <a:r>
              <a:rPr lang="en-GB" sz="1000" noProof="0" dirty="0" err="1">
                <a:solidFill>
                  <a:schemeClr val="bg1"/>
                </a:solidFill>
              </a:rPr>
              <a:t>Forvis</a:t>
            </a:r>
            <a:r>
              <a:rPr lang="en-GB" sz="1000" noProof="0" dirty="0">
                <a:solidFill>
                  <a:schemeClr val="bg1"/>
                </a:solidFill>
              </a:rPr>
              <a:t> Mazars 2024. All rights reserved.</a:t>
            </a: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77766A40-38EE-605E-12B8-98AD84EC9B3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70332" y="1258888"/>
            <a:ext cx="3712105" cy="25200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defRPr b="0">
                <a:solidFill>
                  <a:schemeClr val="bg1"/>
                </a:solidFill>
              </a:defRPr>
            </a:lvl2pPr>
            <a:lvl3pPr marL="0" indent="0">
              <a:buNone/>
              <a:defRPr b="0">
                <a:solidFill>
                  <a:schemeClr val="bg1"/>
                </a:solidFill>
              </a:defRPr>
            </a:lvl3pPr>
            <a:lvl4pPr marL="0" indent="1588">
              <a:buNone/>
              <a:defRPr b="0">
                <a:solidFill>
                  <a:schemeClr val="bg1"/>
                </a:solidFill>
              </a:defRPr>
            </a:lvl4pPr>
            <a:lvl5pPr marL="0" indent="0">
              <a:buNone/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social media links here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7842F13-7A60-C31D-02FB-801B693F41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799" y="4536000"/>
            <a:ext cx="7558158" cy="941933"/>
          </a:xfr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dirty="0"/>
              <a:t>The contents of this document are confidential and not for distribution to anyone other than the recipients. Disclosure to third parties cannot be made without the prior written consent of [</a:t>
            </a:r>
            <a:r>
              <a:rPr lang="en-GB" dirty="0" err="1"/>
              <a:t>Forvis</a:t>
            </a:r>
            <a:r>
              <a:rPr lang="en-GB" dirty="0"/>
              <a:t> Mazars xxx : adapt for legal entity].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528E0C-2539-CDDA-14D5-AA97D0855030}"/>
              </a:ext>
            </a:extLst>
          </p:cNvPr>
          <p:cNvSpPr txBox="1"/>
          <p:nvPr userDrawn="1"/>
        </p:nvSpPr>
        <p:spPr>
          <a:xfrm>
            <a:off x="8194261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Follow 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045705-66B2-0DDE-4848-EEA835B279B1}"/>
              </a:ext>
            </a:extLst>
          </p:cNvPr>
          <p:cNvSpPr txBox="1"/>
          <p:nvPr userDrawn="1"/>
        </p:nvSpPr>
        <p:spPr>
          <a:xfrm>
            <a:off x="-6392332" y="30480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grpSp>
        <p:nvGrpSpPr>
          <p:cNvPr id="10" name="Gruppieren 4">
            <a:extLst>
              <a:ext uri="{FF2B5EF4-FFF2-40B4-BE49-F238E27FC236}">
                <a16:creationId xmlns:a16="http://schemas.microsoft.com/office/drawing/2014/main" id="{6444DCA7-76AE-14E4-AF09-3364A3F6CFA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11" name="Freihandform: Form 5">
              <a:extLst>
                <a:ext uri="{FF2B5EF4-FFF2-40B4-BE49-F238E27FC236}">
                  <a16:creationId xmlns:a16="http://schemas.microsoft.com/office/drawing/2014/main" id="{B9D8ED99-1B8A-6735-55C2-A2E01099915D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7">
              <a:extLst>
                <a:ext uri="{FF2B5EF4-FFF2-40B4-BE49-F238E27FC236}">
                  <a16:creationId xmlns:a16="http://schemas.microsoft.com/office/drawing/2014/main" id="{86CF0E44-319A-A96A-8F98-F9330823D206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9">
              <a:extLst>
                <a:ext uri="{FF2B5EF4-FFF2-40B4-BE49-F238E27FC236}">
                  <a16:creationId xmlns:a16="http://schemas.microsoft.com/office/drawing/2014/main" id="{1D128114-D3B9-CED8-2772-5305726980D2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1">
              <a:extLst>
                <a:ext uri="{FF2B5EF4-FFF2-40B4-BE49-F238E27FC236}">
                  <a16:creationId xmlns:a16="http://schemas.microsoft.com/office/drawing/2014/main" id="{2C085591-FBE0-3310-9EA1-8CC0F8BDC0B6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2">
              <a:extLst>
                <a:ext uri="{FF2B5EF4-FFF2-40B4-BE49-F238E27FC236}">
                  <a16:creationId xmlns:a16="http://schemas.microsoft.com/office/drawing/2014/main" id="{3FD9891E-D3E1-39A4-3C13-6AF8943A0C9A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3">
              <a:extLst>
                <a:ext uri="{FF2B5EF4-FFF2-40B4-BE49-F238E27FC236}">
                  <a16:creationId xmlns:a16="http://schemas.microsoft.com/office/drawing/2014/main" id="{07FD17DD-F205-786D-9BDD-2D2B5EEF8F11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4">
              <a:extLst>
                <a:ext uri="{FF2B5EF4-FFF2-40B4-BE49-F238E27FC236}">
                  <a16:creationId xmlns:a16="http://schemas.microsoft.com/office/drawing/2014/main" id="{4BFC3790-5B7F-850F-4D0E-38003DA8849A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5">
              <a:extLst>
                <a:ext uri="{FF2B5EF4-FFF2-40B4-BE49-F238E27FC236}">
                  <a16:creationId xmlns:a16="http://schemas.microsoft.com/office/drawing/2014/main" id="{9F8B4662-4C4C-5441-631A-2B748DD246EB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6">
              <a:extLst>
                <a:ext uri="{FF2B5EF4-FFF2-40B4-BE49-F238E27FC236}">
                  <a16:creationId xmlns:a16="http://schemas.microsoft.com/office/drawing/2014/main" id="{FA9E71A6-99D3-2CFF-B1B1-2DE2FE197219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7">
              <a:extLst>
                <a:ext uri="{FF2B5EF4-FFF2-40B4-BE49-F238E27FC236}">
                  <a16:creationId xmlns:a16="http://schemas.microsoft.com/office/drawing/2014/main" id="{FF276700-0687-3895-59A6-B37CED253D2D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18">
              <a:extLst>
                <a:ext uri="{FF2B5EF4-FFF2-40B4-BE49-F238E27FC236}">
                  <a16:creationId xmlns:a16="http://schemas.microsoft.com/office/drawing/2014/main" id="{2FF2C670-6F23-F064-6229-E6522A83EE6B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19">
              <a:extLst>
                <a:ext uri="{FF2B5EF4-FFF2-40B4-BE49-F238E27FC236}">
                  <a16:creationId xmlns:a16="http://schemas.microsoft.com/office/drawing/2014/main" id="{63A41A46-F49E-4D5E-0193-A951BA1C431A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8447158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7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tro - editable indigo backgrou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D19440D8-36C8-9F20-5BE6-5D024AE51BA0}"/>
              </a:ext>
            </a:extLst>
          </p:cNvPr>
          <p:cNvSpPr txBox="1"/>
          <p:nvPr userDrawn="1"/>
        </p:nvSpPr>
        <p:spPr>
          <a:xfrm>
            <a:off x="304800" y="298800"/>
            <a:ext cx="1061188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154649-4A4B-29E4-6982-D75D679FBBB3}"/>
              </a:ext>
            </a:extLst>
          </p:cNvPr>
          <p:cNvSpPr txBox="1"/>
          <p:nvPr userDrawn="1"/>
        </p:nvSpPr>
        <p:spPr>
          <a:xfrm>
            <a:off x="304800" y="1260000"/>
            <a:ext cx="326886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b="1" noProof="0" dirty="0" err="1">
                <a:solidFill>
                  <a:schemeClr val="bg1"/>
                </a:solidFill>
              </a:rPr>
              <a:t>Forvis</a:t>
            </a:r>
            <a:r>
              <a:rPr lang="en-US" b="1" noProof="0" dirty="0">
                <a:solidFill>
                  <a:schemeClr val="bg1"/>
                </a:solidFill>
              </a:rPr>
              <a:t> Mazars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CB522F6C-316E-F8B1-1069-3B105F27FB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799" y="1729024"/>
            <a:ext cx="7558158" cy="2520000"/>
          </a:xfrm>
        </p:spPr>
        <p:txBody>
          <a:bodyPr tIns="0" numCol="2" spcCol="288000"/>
          <a:lstStyle>
            <a:lvl1pPr marL="0" indent="0">
              <a:spcAft>
                <a:spcPts val="0"/>
              </a:spcAft>
              <a:buNone/>
              <a:defRPr sz="10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357188" indent="0">
              <a:spcAft>
                <a:spcPts val="0"/>
              </a:spcAft>
              <a:buNone/>
              <a:defRPr sz="1000"/>
            </a:lvl3pPr>
            <a:lvl4pPr marL="534988" indent="0">
              <a:spcAft>
                <a:spcPts val="0"/>
              </a:spcAft>
              <a:buNone/>
              <a:defRPr sz="1000"/>
            </a:lvl4pPr>
            <a:lvl5pPr marL="715963" indent="0">
              <a:spcAft>
                <a:spcPts val="0"/>
              </a:spcAft>
              <a:buNone/>
              <a:defRPr sz="1000"/>
            </a:lvl5pPr>
          </a:lstStyle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C07936C-48E7-A507-69B6-73F81D1F42D9}"/>
              </a:ext>
            </a:extLst>
          </p:cNvPr>
          <p:cNvSpPr txBox="1">
            <a:spLocks/>
          </p:cNvSpPr>
          <p:nvPr userDrawn="1"/>
        </p:nvSpPr>
        <p:spPr>
          <a:xfrm>
            <a:off x="304799" y="5585255"/>
            <a:ext cx="3268869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noProof="0" dirty="0">
                <a:solidFill>
                  <a:schemeClr val="bg1"/>
                </a:solidFill>
              </a:rPr>
              <a:t>© </a:t>
            </a:r>
            <a:r>
              <a:rPr lang="en-GB" sz="1000" noProof="0" dirty="0" err="1">
                <a:solidFill>
                  <a:schemeClr val="bg1"/>
                </a:solidFill>
              </a:rPr>
              <a:t>Forvis</a:t>
            </a:r>
            <a:r>
              <a:rPr lang="en-GB" sz="1000" noProof="0" dirty="0">
                <a:solidFill>
                  <a:schemeClr val="bg1"/>
                </a:solidFill>
              </a:rPr>
              <a:t> Mazars 2024. All rights reserved.</a:t>
            </a:r>
          </a:p>
        </p:txBody>
      </p:sp>
      <p:sp>
        <p:nvSpPr>
          <p:cNvPr id="5" name="Text Placeholder 35">
            <a:extLst>
              <a:ext uri="{FF2B5EF4-FFF2-40B4-BE49-F238E27FC236}">
                <a16:creationId xmlns:a16="http://schemas.microsoft.com/office/drawing/2014/main" id="{A8A47AE8-EFAE-D657-385A-BF9D41DD418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70332" y="1258888"/>
            <a:ext cx="3712105" cy="2520000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300"/>
              </a:spcAft>
              <a:buNone/>
              <a:defRPr b="0">
                <a:solidFill>
                  <a:schemeClr val="bg1"/>
                </a:solidFill>
              </a:defRPr>
            </a:lvl2pPr>
            <a:lvl3pPr marL="0" indent="0">
              <a:buNone/>
              <a:defRPr b="0">
                <a:solidFill>
                  <a:schemeClr val="bg1"/>
                </a:solidFill>
              </a:defRPr>
            </a:lvl3pPr>
            <a:lvl4pPr marL="0" indent="1588">
              <a:buNone/>
              <a:defRPr b="0">
                <a:solidFill>
                  <a:schemeClr val="bg1"/>
                </a:solidFill>
              </a:defRPr>
            </a:lvl4pPr>
            <a:lvl5pPr marL="0" indent="0">
              <a:buNone/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social media links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C2BE14-477C-CB4E-A14A-DB75AA774A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799" y="4536000"/>
            <a:ext cx="7558158" cy="941933"/>
          </a:xfr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dirty="0"/>
              <a:t>The contents of this document are confidential and not for distribution to anyone other than the recipients. Disclosure to third parties cannot be made without the prior written consent of [</a:t>
            </a:r>
            <a:r>
              <a:rPr lang="en-GB" dirty="0" err="1"/>
              <a:t>Forvis</a:t>
            </a:r>
            <a:r>
              <a:rPr lang="en-GB" dirty="0"/>
              <a:t> Mazars xxx : adapt for legal entity].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50E025-404D-9536-6D0C-2042221ADC94}"/>
              </a:ext>
            </a:extLst>
          </p:cNvPr>
          <p:cNvSpPr txBox="1"/>
          <p:nvPr userDrawn="1"/>
        </p:nvSpPr>
        <p:spPr>
          <a:xfrm>
            <a:off x="8194261" y="298800"/>
            <a:ext cx="1496051" cy="296081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Follow 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F9192-CCBE-5DB9-4308-24B0D5F5F9EA}"/>
              </a:ext>
            </a:extLst>
          </p:cNvPr>
          <p:cNvSpPr txBox="1"/>
          <p:nvPr userDrawn="1"/>
        </p:nvSpPr>
        <p:spPr>
          <a:xfrm>
            <a:off x="-6392332" y="304800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Please adhere to these instructions when utilising this slide: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Aptos" panose="020B0004020202020204" pitchFamily="34" charset="0"/>
              </a:rPr>
              <a:t>You have the flexibility to choose a colour for the background of the cover pages, divider slides, and closing slides from the following options: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white,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Indigo Dye,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True Blue, 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-"/>
            </a:pPr>
            <a:r>
              <a:rPr lang="en-GB" sz="1200" i="1" dirty="0">
                <a:solidFill>
                  <a:srgbClr val="FF0000"/>
                </a:solidFill>
                <a:effectLst/>
                <a:latin typeface="+mn-lt"/>
                <a:ea typeface="Times New Roman" panose="02020603050405020304" pitchFamily="18" charset="0"/>
              </a:rPr>
              <a:t>or any colour from the ‘Vision’ colours palettes (see slide 2).</a:t>
            </a:r>
            <a:endParaRPr lang="en-US" sz="1200" dirty="0">
              <a:solidFill>
                <a:srgbClr val="FF0000"/>
              </a:solidFill>
              <a:effectLst/>
              <a:latin typeface="+mn-lt"/>
              <a:ea typeface="Aptos" panose="020B0004020202020204" pitchFamily="34" charset="0"/>
            </a:endParaRPr>
          </a:p>
        </p:txBody>
      </p:sp>
      <p:grpSp>
        <p:nvGrpSpPr>
          <p:cNvPr id="10" name="Gruppieren 4">
            <a:extLst>
              <a:ext uri="{FF2B5EF4-FFF2-40B4-BE49-F238E27FC236}">
                <a16:creationId xmlns:a16="http://schemas.microsoft.com/office/drawing/2014/main" id="{6600858C-044E-D467-95FF-4D8702D7C8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811963" y="6165234"/>
            <a:ext cx="1080000" cy="453765"/>
            <a:chOff x="1721984" y="2257682"/>
            <a:chExt cx="7247953" cy="3045250"/>
          </a:xfrm>
        </p:grpSpPr>
        <p:sp>
          <p:nvSpPr>
            <p:cNvPr id="11" name="Freihandform: Form 5">
              <a:extLst>
                <a:ext uri="{FF2B5EF4-FFF2-40B4-BE49-F238E27FC236}">
                  <a16:creationId xmlns:a16="http://schemas.microsoft.com/office/drawing/2014/main" id="{237FBE9F-E7E5-89E1-10BE-42983AEE81BF}"/>
                </a:ext>
              </a:extLst>
            </p:cNvPr>
            <p:cNvSpPr/>
            <p:nvPr/>
          </p:nvSpPr>
          <p:spPr>
            <a:xfrm>
              <a:off x="1721984" y="4167798"/>
              <a:ext cx="1948179" cy="1135134"/>
            </a:xfrm>
            <a:custGeom>
              <a:avLst/>
              <a:gdLst>
                <a:gd name="connsiteX0" fmla="*/ 1948179 w 1948179"/>
                <a:gd name="connsiteY0" fmla="*/ 391066 h 1135134"/>
                <a:gd name="connsiteX1" fmla="*/ 1641834 w 1948179"/>
                <a:gd name="connsiteY1" fmla="*/ 0 h 1135134"/>
                <a:gd name="connsiteX2" fmla="*/ 1272508 w 1948179"/>
                <a:gd name="connsiteY2" fmla="*/ 302012 h 1135134"/>
                <a:gd name="connsiteX3" fmla="*/ 1257305 w 1948179"/>
                <a:gd name="connsiteY3" fmla="*/ 302012 h 1135134"/>
                <a:gd name="connsiteX4" fmla="*/ 955329 w 1948179"/>
                <a:gd name="connsiteY4" fmla="*/ 0 h 1135134"/>
                <a:gd name="connsiteX5" fmla="*/ 581633 w 1948179"/>
                <a:gd name="connsiteY5" fmla="*/ 312846 h 1135134"/>
                <a:gd name="connsiteX6" fmla="*/ 566177 w 1948179"/>
                <a:gd name="connsiteY6" fmla="*/ 312846 h 1135134"/>
                <a:gd name="connsiteX7" fmla="*/ 333646 w 1948179"/>
                <a:gd name="connsiteY7" fmla="*/ 28240 h 1135134"/>
                <a:gd name="connsiteX8" fmla="*/ 223972 w 1948179"/>
                <a:gd name="connsiteY8" fmla="*/ 10870 h 1135134"/>
                <a:gd name="connsiteX9" fmla="*/ 0 w 1948179"/>
                <a:gd name="connsiteY9" fmla="*/ 10870 h 1135134"/>
                <a:gd name="connsiteX10" fmla="*/ 0 w 1948179"/>
                <a:gd name="connsiteY10" fmla="*/ 257990 h 1135134"/>
                <a:gd name="connsiteX11" fmla="*/ 283991 w 1948179"/>
                <a:gd name="connsiteY11" fmla="*/ 258099 h 1135134"/>
                <a:gd name="connsiteX12" fmla="*/ 283991 w 1948179"/>
                <a:gd name="connsiteY12" fmla="*/ 1116717 h 1135134"/>
                <a:gd name="connsiteX13" fmla="*/ 585967 w 1948179"/>
                <a:gd name="connsiteY13" fmla="*/ 1116717 h 1135134"/>
                <a:gd name="connsiteX14" fmla="*/ 585967 w 1948179"/>
                <a:gd name="connsiteY14" fmla="*/ 562710 h 1135134"/>
                <a:gd name="connsiteX15" fmla="*/ 597342 w 1948179"/>
                <a:gd name="connsiteY15" fmla="*/ 466506 h 1135134"/>
                <a:gd name="connsiteX16" fmla="*/ 820592 w 1948179"/>
                <a:gd name="connsiteY16" fmla="*/ 254198 h 1135134"/>
                <a:gd name="connsiteX17" fmla="*/ 968330 w 1948179"/>
                <a:gd name="connsiteY17" fmla="*/ 473656 h 1135134"/>
                <a:gd name="connsiteX18" fmla="*/ 968330 w 1948179"/>
                <a:gd name="connsiteY18" fmla="*/ 1116753 h 1135134"/>
                <a:gd name="connsiteX19" fmla="*/ 1270305 w 1948179"/>
                <a:gd name="connsiteY19" fmla="*/ 1116753 h 1135134"/>
                <a:gd name="connsiteX20" fmla="*/ 1270305 w 1948179"/>
                <a:gd name="connsiteY20" fmla="*/ 549710 h 1135134"/>
                <a:gd name="connsiteX21" fmla="*/ 1511467 w 1948179"/>
                <a:gd name="connsiteY21" fmla="*/ 254234 h 1135134"/>
                <a:gd name="connsiteX22" fmla="*/ 1644001 w 1948179"/>
                <a:gd name="connsiteY22" fmla="*/ 473692 h 1135134"/>
                <a:gd name="connsiteX23" fmla="*/ 1644001 w 1948179"/>
                <a:gd name="connsiteY23" fmla="*/ 833231 h 1135134"/>
                <a:gd name="connsiteX24" fmla="*/ 1948179 w 1948179"/>
                <a:gd name="connsiteY24" fmla="*/ 1135135 h 1135134"/>
                <a:gd name="connsiteX25" fmla="*/ 1948179 w 1948179"/>
                <a:gd name="connsiteY25" fmla="*/ 391102 h 1135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179" h="1135134">
                  <a:moveTo>
                    <a:pt x="1948179" y="391066"/>
                  </a:moveTo>
                  <a:cubicBezTo>
                    <a:pt x="1948179" y="149904"/>
                    <a:pt x="1852589" y="0"/>
                    <a:pt x="1641834" y="0"/>
                  </a:cubicBezTo>
                  <a:cubicBezTo>
                    <a:pt x="1468023" y="0"/>
                    <a:pt x="1335489" y="108627"/>
                    <a:pt x="1272508" y="302012"/>
                  </a:cubicBezTo>
                  <a:lnTo>
                    <a:pt x="1257305" y="302012"/>
                  </a:lnTo>
                  <a:cubicBezTo>
                    <a:pt x="1239934" y="128201"/>
                    <a:pt x="1142141" y="0"/>
                    <a:pt x="955329" y="0"/>
                  </a:cubicBezTo>
                  <a:cubicBezTo>
                    <a:pt x="768517" y="0"/>
                    <a:pt x="640317" y="115128"/>
                    <a:pt x="581633" y="312846"/>
                  </a:cubicBezTo>
                  <a:lnTo>
                    <a:pt x="566177" y="312846"/>
                  </a:lnTo>
                  <a:cubicBezTo>
                    <a:pt x="527067" y="181539"/>
                    <a:pt x="455238" y="69770"/>
                    <a:pt x="333646" y="28240"/>
                  </a:cubicBezTo>
                  <a:cubicBezTo>
                    <a:pt x="300820" y="17009"/>
                    <a:pt x="264382" y="10870"/>
                    <a:pt x="223972" y="10870"/>
                  </a:cubicBezTo>
                  <a:lnTo>
                    <a:pt x="0" y="10870"/>
                  </a:lnTo>
                  <a:lnTo>
                    <a:pt x="0" y="257990"/>
                  </a:lnTo>
                  <a:lnTo>
                    <a:pt x="283991" y="258099"/>
                  </a:lnTo>
                  <a:lnTo>
                    <a:pt x="283991" y="1116717"/>
                  </a:lnTo>
                  <a:lnTo>
                    <a:pt x="585967" y="1116717"/>
                  </a:lnTo>
                  <a:lnTo>
                    <a:pt x="585967" y="562710"/>
                  </a:lnTo>
                  <a:cubicBezTo>
                    <a:pt x="586725" y="527536"/>
                    <a:pt x="590806" y="495613"/>
                    <a:pt x="597342" y="466506"/>
                  </a:cubicBezTo>
                  <a:cubicBezTo>
                    <a:pt x="629158" y="324727"/>
                    <a:pt x="723268" y="254198"/>
                    <a:pt x="820592" y="254198"/>
                  </a:cubicBezTo>
                  <a:cubicBezTo>
                    <a:pt x="917916" y="254198"/>
                    <a:pt x="968330" y="297642"/>
                    <a:pt x="968330" y="473656"/>
                  </a:cubicBezTo>
                  <a:lnTo>
                    <a:pt x="968330" y="1116753"/>
                  </a:lnTo>
                  <a:lnTo>
                    <a:pt x="1270305" y="1116753"/>
                  </a:lnTo>
                  <a:lnTo>
                    <a:pt x="1270305" y="549710"/>
                  </a:lnTo>
                  <a:cubicBezTo>
                    <a:pt x="1292045" y="330288"/>
                    <a:pt x="1405006" y="254234"/>
                    <a:pt x="1511467" y="254234"/>
                  </a:cubicBezTo>
                  <a:cubicBezTo>
                    <a:pt x="1617927" y="254234"/>
                    <a:pt x="1644001" y="328121"/>
                    <a:pt x="1644001" y="473692"/>
                  </a:cubicBezTo>
                  <a:lnTo>
                    <a:pt x="1644001" y="833231"/>
                  </a:lnTo>
                  <a:cubicBezTo>
                    <a:pt x="1644001" y="1005923"/>
                    <a:pt x="1755662" y="1125384"/>
                    <a:pt x="1948179" y="1135135"/>
                  </a:cubicBezTo>
                  <a:lnTo>
                    <a:pt x="1948179" y="391102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7">
              <a:extLst>
                <a:ext uri="{FF2B5EF4-FFF2-40B4-BE49-F238E27FC236}">
                  <a16:creationId xmlns:a16="http://schemas.microsoft.com/office/drawing/2014/main" id="{70A2A876-9809-F9A0-5ADE-28D9E0D28834}"/>
                </a:ext>
              </a:extLst>
            </p:cNvPr>
            <p:cNvSpPr/>
            <p:nvPr/>
          </p:nvSpPr>
          <p:spPr>
            <a:xfrm>
              <a:off x="5035697" y="4193979"/>
              <a:ext cx="910332" cy="1088477"/>
            </a:xfrm>
            <a:custGeom>
              <a:avLst/>
              <a:gdLst>
                <a:gd name="connsiteX0" fmla="*/ 326785 w 910332"/>
                <a:gd name="connsiteY0" fmla="*/ 851469 h 1088477"/>
                <a:gd name="connsiteX1" fmla="*/ 897296 w 910332"/>
                <a:gd name="connsiteY1" fmla="*/ 235817 h 1088477"/>
                <a:gd name="connsiteX2" fmla="*/ 897296 w 910332"/>
                <a:gd name="connsiteY2" fmla="*/ 5381 h 1088477"/>
                <a:gd name="connsiteX3" fmla="*/ 897296 w 910332"/>
                <a:gd name="connsiteY3" fmla="*/ 5381 h 1088477"/>
                <a:gd name="connsiteX4" fmla="*/ 897296 w 910332"/>
                <a:gd name="connsiteY4" fmla="*/ 0 h 1088477"/>
                <a:gd name="connsiteX5" fmla="*/ 22535 w 910332"/>
                <a:gd name="connsiteY5" fmla="*/ 0 h 1088477"/>
                <a:gd name="connsiteX6" fmla="*/ 22535 w 910332"/>
                <a:gd name="connsiteY6" fmla="*/ 225958 h 1088477"/>
                <a:gd name="connsiteX7" fmla="*/ 600629 w 910332"/>
                <a:gd name="connsiteY7" fmla="*/ 225958 h 1088477"/>
                <a:gd name="connsiteX8" fmla="*/ 0 w 910332"/>
                <a:gd name="connsiteY8" fmla="*/ 868947 h 1088477"/>
                <a:gd name="connsiteX9" fmla="*/ 0 w 910332"/>
                <a:gd name="connsiteY9" fmla="*/ 1088477 h 1088477"/>
                <a:gd name="connsiteX10" fmla="*/ 910333 w 910332"/>
                <a:gd name="connsiteY10" fmla="*/ 1088477 h 1088477"/>
                <a:gd name="connsiteX11" fmla="*/ 910333 w 910332"/>
                <a:gd name="connsiteY11" fmla="*/ 851469 h 1088477"/>
                <a:gd name="connsiteX12" fmla="*/ 326785 w 910332"/>
                <a:gd name="connsiteY12" fmla="*/ 851469 h 1088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0332" h="1088477">
                  <a:moveTo>
                    <a:pt x="326785" y="851469"/>
                  </a:moveTo>
                  <a:lnTo>
                    <a:pt x="897296" y="235817"/>
                  </a:lnTo>
                  <a:lnTo>
                    <a:pt x="897296" y="5381"/>
                  </a:lnTo>
                  <a:lnTo>
                    <a:pt x="897296" y="5381"/>
                  </a:lnTo>
                  <a:lnTo>
                    <a:pt x="897296" y="0"/>
                  </a:lnTo>
                  <a:lnTo>
                    <a:pt x="22535" y="0"/>
                  </a:lnTo>
                  <a:lnTo>
                    <a:pt x="22535" y="225958"/>
                  </a:lnTo>
                  <a:lnTo>
                    <a:pt x="600629" y="225958"/>
                  </a:lnTo>
                  <a:lnTo>
                    <a:pt x="0" y="868947"/>
                  </a:lnTo>
                  <a:lnTo>
                    <a:pt x="0" y="1088477"/>
                  </a:lnTo>
                  <a:lnTo>
                    <a:pt x="910333" y="1088477"/>
                  </a:lnTo>
                  <a:lnTo>
                    <a:pt x="910333" y="851469"/>
                  </a:lnTo>
                  <a:lnTo>
                    <a:pt x="326785" y="851469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9">
              <a:extLst>
                <a:ext uri="{FF2B5EF4-FFF2-40B4-BE49-F238E27FC236}">
                  <a16:creationId xmlns:a16="http://schemas.microsoft.com/office/drawing/2014/main" id="{7F50DE31-FF8B-006A-E904-FA745BF901F5}"/>
                </a:ext>
              </a:extLst>
            </p:cNvPr>
            <p:cNvSpPr/>
            <p:nvPr/>
          </p:nvSpPr>
          <p:spPr>
            <a:xfrm>
              <a:off x="6099401" y="4169495"/>
              <a:ext cx="1028023" cy="1115344"/>
            </a:xfrm>
            <a:custGeom>
              <a:avLst/>
              <a:gdLst>
                <a:gd name="connsiteX0" fmla="*/ 670832 w 1028023"/>
                <a:gd name="connsiteY0" fmla="*/ 897368 h 1115344"/>
                <a:gd name="connsiteX1" fmla="*/ 328879 w 1028023"/>
                <a:gd name="connsiteY1" fmla="*/ 1115345 h 1115344"/>
                <a:gd name="connsiteX2" fmla="*/ 0 w 1028023"/>
                <a:gd name="connsiteY2" fmla="*/ 836373 h 1115344"/>
                <a:gd name="connsiteX3" fmla="*/ 389874 w 1028023"/>
                <a:gd name="connsiteY3" fmla="*/ 498754 h 1115344"/>
                <a:gd name="connsiteX4" fmla="*/ 668665 w 1028023"/>
                <a:gd name="connsiteY4" fmla="*/ 415984 h 1115344"/>
                <a:gd name="connsiteX5" fmla="*/ 668665 w 1028023"/>
                <a:gd name="connsiteY5" fmla="*/ 392041 h 1115344"/>
                <a:gd name="connsiteX6" fmla="*/ 483515 w 1028023"/>
                <a:gd name="connsiteY6" fmla="*/ 224333 h 1115344"/>
                <a:gd name="connsiteX7" fmla="*/ 235203 w 1028023"/>
                <a:gd name="connsiteY7" fmla="*/ 383338 h 1115344"/>
                <a:gd name="connsiteX8" fmla="*/ 8703 w 1028023"/>
                <a:gd name="connsiteY8" fmla="*/ 261349 h 1115344"/>
                <a:gd name="connsiteX9" fmla="*/ 513994 w 1028023"/>
                <a:gd name="connsiteY9" fmla="*/ 0 h 1115344"/>
                <a:gd name="connsiteX10" fmla="*/ 964863 w 1028023"/>
                <a:gd name="connsiteY10" fmla="*/ 409483 h 1115344"/>
                <a:gd name="connsiteX11" fmla="*/ 964863 w 1028023"/>
                <a:gd name="connsiteY11" fmla="*/ 762342 h 1115344"/>
                <a:gd name="connsiteX12" fmla="*/ 1028024 w 1028023"/>
                <a:gd name="connsiteY12" fmla="*/ 1112528 h 1115344"/>
                <a:gd name="connsiteX13" fmla="*/ 725290 w 1028023"/>
                <a:gd name="connsiteY13" fmla="*/ 1112528 h 1115344"/>
                <a:gd name="connsiteX14" fmla="*/ 670832 w 1028023"/>
                <a:gd name="connsiteY14" fmla="*/ 897404 h 1115344"/>
                <a:gd name="connsiteX15" fmla="*/ 676104 w 1028023"/>
                <a:gd name="connsiteY15" fmla="*/ 711603 h 1115344"/>
                <a:gd name="connsiteX16" fmla="*/ 676104 w 1028023"/>
                <a:gd name="connsiteY16" fmla="*/ 543715 h 1115344"/>
                <a:gd name="connsiteX17" fmla="*/ 676104 w 1028023"/>
                <a:gd name="connsiteY17" fmla="*/ 543715 h 1115344"/>
                <a:gd name="connsiteX18" fmla="*/ 532339 w 1028023"/>
                <a:gd name="connsiteY18" fmla="*/ 605468 h 1115344"/>
                <a:gd name="connsiteX19" fmla="*/ 308006 w 1028023"/>
                <a:gd name="connsiteY19" fmla="*/ 783468 h 1115344"/>
                <a:gd name="connsiteX20" fmla="*/ 440865 w 1028023"/>
                <a:gd name="connsiteY20" fmla="*/ 918494 h 1115344"/>
                <a:gd name="connsiteX21" fmla="*/ 676104 w 1028023"/>
                <a:gd name="connsiteY21" fmla="*/ 711567 h 1115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8023" h="1115344">
                  <a:moveTo>
                    <a:pt x="670832" y="897368"/>
                  </a:moveTo>
                  <a:cubicBezTo>
                    <a:pt x="620093" y="1041639"/>
                    <a:pt x="485681" y="1115345"/>
                    <a:pt x="328879" y="1115345"/>
                  </a:cubicBezTo>
                  <a:cubicBezTo>
                    <a:pt x="119786" y="1115345"/>
                    <a:pt x="0" y="1017154"/>
                    <a:pt x="0" y="836373"/>
                  </a:cubicBezTo>
                  <a:cubicBezTo>
                    <a:pt x="0" y="629447"/>
                    <a:pt x="163374" y="544509"/>
                    <a:pt x="389874" y="498754"/>
                  </a:cubicBezTo>
                  <a:cubicBezTo>
                    <a:pt x="577191" y="459536"/>
                    <a:pt x="659962" y="439963"/>
                    <a:pt x="668665" y="415984"/>
                  </a:cubicBezTo>
                  <a:lnTo>
                    <a:pt x="668665" y="392041"/>
                  </a:lnTo>
                  <a:cubicBezTo>
                    <a:pt x="668665" y="287494"/>
                    <a:pt x="616410" y="224333"/>
                    <a:pt x="483515" y="224333"/>
                  </a:cubicBezTo>
                  <a:cubicBezTo>
                    <a:pt x="350619" y="224333"/>
                    <a:pt x="270052" y="302734"/>
                    <a:pt x="235203" y="383338"/>
                  </a:cubicBezTo>
                  <a:lnTo>
                    <a:pt x="8703" y="261349"/>
                  </a:lnTo>
                  <a:cubicBezTo>
                    <a:pt x="87104" y="100177"/>
                    <a:pt x="278791" y="0"/>
                    <a:pt x="513994" y="0"/>
                  </a:cubicBezTo>
                  <a:cubicBezTo>
                    <a:pt x="821098" y="0"/>
                    <a:pt x="964863" y="143729"/>
                    <a:pt x="964863" y="409483"/>
                  </a:cubicBezTo>
                  <a:lnTo>
                    <a:pt x="964863" y="762342"/>
                  </a:lnTo>
                  <a:cubicBezTo>
                    <a:pt x="964863" y="988841"/>
                    <a:pt x="991008" y="1082013"/>
                    <a:pt x="1028024" y="1112528"/>
                  </a:cubicBezTo>
                  <a:lnTo>
                    <a:pt x="725290" y="1112528"/>
                  </a:lnTo>
                  <a:cubicBezTo>
                    <a:pt x="699144" y="1088585"/>
                    <a:pt x="677368" y="1021560"/>
                    <a:pt x="670832" y="897404"/>
                  </a:cubicBezTo>
                  <a:close/>
                  <a:moveTo>
                    <a:pt x="676104" y="711603"/>
                  </a:moveTo>
                  <a:lnTo>
                    <a:pt x="676104" y="543715"/>
                  </a:lnTo>
                  <a:lnTo>
                    <a:pt x="676104" y="543715"/>
                  </a:lnTo>
                  <a:cubicBezTo>
                    <a:pt x="646564" y="571016"/>
                    <a:pt x="610776" y="581525"/>
                    <a:pt x="532339" y="605468"/>
                  </a:cubicBezTo>
                  <a:cubicBezTo>
                    <a:pt x="384241" y="646853"/>
                    <a:pt x="308006" y="685458"/>
                    <a:pt x="308006" y="783468"/>
                  </a:cubicBezTo>
                  <a:cubicBezTo>
                    <a:pt x="308006" y="870608"/>
                    <a:pt x="369001" y="918494"/>
                    <a:pt x="440865" y="918494"/>
                  </a:cubicBezTo>
                  <a:cubicBezTo>
                    <a:pt x="549782" y="918494"/>
                    <a:pt x="654328" y="837926"/>
                    <a:pt x="676104" y="711567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1">
              <a:extLst>
                <a:ext uri="{FF2B5EF4-FFF2-40B4-BE49-F238E27FC236}">
                  <a16:creationId xmlns:a16="http://schemas.microsoft.com/office/drawing/2014/main" id="{B9DA3AA6-8787-DF83-A9CD-2F9339325CDF}"/>
                </a:ext>
              </a:extLst>
            </p:cNvPr>
            <p:cNvSpPr/>
            <p:nvPr/>
          </p:nvSpPr>
          <p:spPr>
            <a:xfrm>
              <a:off x="4301487" y="2782401"/>
              <a:ext cx="1066448" cy="1110650"/>
            </a:xfrm>
            <a:custGeom>
              <a:avLst/>
              <a:gdLst>
                <a:gd name="connsiteX0" fmla="*/ 0 w 1066448"/>
                <a:gd name="connsiteY0" fmla="*/ 556390 h 1110650"/>
                <a:gd name="connsiteX1" fmla="*/ 541657 w 1066448"/>
                <a:gd name="connsiteY1" fmla="*/ 0 h 1110650"/>
                <a:gd name="connsiteX2" fmla="*/ 1066448 w 1066448"/>
                <a:gd name="connsiteY2" fmla="*/ 545846 h 1110650"/>
                <a:gd name="connsiteX3" fmla="*/ 526923 w 1066448"/>
                <a:gd name="connsiteY3" fmla="*/ 1110650 h 1110650"/>
                <a:gd name="connsiteX4" fmla="*/ 36 w 1066448"/>
                <a:gd name="connsiteY4" fmla="*/ 556354 h 1110650"/>
                <a:gd name="connsiteX5" fmla="*/ 765051 w 1066448"/>
                <a:gd name="connsiteY5" fmla="*/ 550071 h 1110650"/>
                <a:gd name="connsiteX6" fmla="*/ 537431 w 1066448"/>
                <a:gd name="connsiteY6" fmla="*/ 216569 h 1110650"/>
                <a:gd name="connsiteX7" fmla="*/ 305587 w 1066448"/>
                <a:gd name="connsiteY7" fmla="*/ 547976 h 1110650"/>
                <a:gd name="connsiteX8" fmla="*/ 528981 w 1066448"/>
                <a:gd name="connsiteY8" fmla="*/ 892023 h 1110650"/>
                <a:gd name="connsiteX9" fmla="*/ 765051 w 1066448"/>
                <a:gd name="connsiteY9" fmla="*/ 550071 h 111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6448" h="1110650">
                  <a:moveTo>
                    <a:pt x="0" y="556390"/>
                  </a:moveTo>
                  <a:cubicBezTo>
                    <a:pt x="0" y="238164"/>
                    <a:pt x="198115" y="0"/>
                    <a:pt x="541657" y="0"/>
                  </a:cubicBezTo>
                  <a:cubicBezTo>
                    <a:pt x="885198" y="0"/>
                    <a:pt x="1066448" y="214980"/>
                    <a:pt x="1066448" y="545846"/>
                  </a:cubicBezTo>
                  <a:cubicBezTo>
                    <a:pt x="1066448" y="876711"/>
                    <a:pt x="868333" y="1110650"/>
                    <a:pt x="526923" y="1110650"/>
                  </a:cubicBezTo>
                  <a:cubicBezTo>
                    <a:pt x="185512" y="1110650"/>
                    <a:pt x="36" y="893576"/>
                    <a:pt x="36" y="556354"/>
                  </a:cubicBezTo>
                  <a:close/>
                  <a:moveTo>
                    <a:pt x="765051" y="550071"/>
                  </a:moveTo>
                  <a:cubicBezTo>
                    <a:pt x="765051" y="335091"/>
                    <a:pt x="689177" y="216569"/>
                    <a:pt x="537431" y="216569"/>
                  </a:cubicBezTo>
                  <a:cubicBezTo>
                    <a:pt x="385685" y="216569"/>
                    <a:pt x="305587" y="335127"/>
                    <a:pt x="305587" y="547976"/>
                  </a:cubicBezTo>
                  <a:cubicBezTo>
                    <a:pt x="305587" y="760825"/>
                    <a:pt x="379329" y="892023"/>
                    <a:pt x="528981" y="892023"/>
                  </a:cubicBezTo>
                  <a:cubicBezTo>
                    <a:pt x="678633" y="892023"/>
                    <a:pt x="765051" y="769276"/>
                    <a:pt x="765051" y="550071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2">
              <a:extLst>
                <a:ext uri="{FF2B5EF4-FFF2-40B4-BE49-F238E27FC236}">
                  <a16:creationId xmlns:a16="http://schemas.microsoft.com/office/drawing/2014/main" id="{9D5B26A0-988D-ADD7-264F-4F69CAA40C47}"/>
                </a:ext>
              </a:extLst>
            </p:cNvPr>
            <p:cNvSpPr/>
            <p:nvPr/>
          </p:nvSpPr>
          <p:spPr>
            <a:xfrm>
              <a:off x="6410838" y="2808294"/>
              <a:ext cx="1066231" cy="1086021"/>
            </a:xfrm>
            <a:custGeom>
              <a:avLst/>
              <a:gdLst>
                <a:gd name="connsiteX0" fmla="*/ 0 w 1066231"/>
                <a:gd name="connsiteY0" fmla="*/ 1228 h 1086021"/>
                <a:gd name="connsiteX1" fmla="*/ 283955 w 1066231"/>
                <a:gd name="connsiteY1" fmla="*/ 1228 h 1086021"/>
                <a:gd name="connsiteX2" fmla="*/ 526381 w 1066231"/>
                <a:gd name="connsiteY2" fmla="*/ 790691 h 1086021"/>
                <a:gd name="connsiteX3" fmla="*/ 539381 w 1066231"/>
                <a:gd name="connsiteY3" fmla="*/ 790691 h 1086021"/>
                <a:gd name="connsiteX4" fmla="*/ 777545 w 1066231"/>
                <a:gd name="connsiteY4" fmla="*/ 0 h 1086021"/>
                <a:gd name="connsiteX5" fmla="*/ 1066232 w 1066231"/>
                <a:gd name="connsiteY5" fmla="*/ 0 h 1086021"/>
                <a:gd name="connsiteX6" fmla="*/ 675346 w 1066231"/>
                <a:gd name="connsiteY6" fmla="*/ 1086021 h 1086021"/>
                <a:gd name="connsiteX7" fmla="*/ 394821 w 1066231"/>
                <a:gd name="connsiteY7" fmla="*/ 1084866 h 1086021"/>
                <a:gd name="connsiteX8" fmla="*/ 0 w 1066231"/>
                <a:gd name="connsiteY8" fmla="*/ 1228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6231" h="1086021">
                  <a:moveTo>
                    <a:pt x="0" y="1228"/>
                  </a:moveTo>
                  <a:lnTo>
                    <a:pt x="283955" y="1228"/>
                  </a:lnTo>
                  <a:lnTo>
                    <a:pt x="526381" y="790691"/>
                  </a:lnTo>
                  <a:lnTo>
                    <a:pt x="539381" y="790691"/>
                  </a:lnTo>
                  <a:lnTo>
                    <a:pt x="777545" y="0"/>
                  </a:lnTo>
                  <a:lnTo>
                    <a:pt x="1066232" y="0"/>
                  </a:lnTo>
                  <a:lnTo>
                    <a:pt x="675346" y="1086021"/>
                  </a:lnTo>
                  <a:lnTo>
                    <a:pt x="394821" y="1084866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3">
              <a:extLst>
                <a:ext uri="{FF2B5EF4-FFF2-40B4-BE49-F238E27FC236}">
                  <a16:creationId xmlns:a16="http://schemas.microsoft.com/office/drawing/2014/main" id="{9087F793-6FDA-9216-562F-CAFC24DC20B6}"/>
                </a:ext>
              </a:extLst>
            </p:cNvPr>
            <p:cNvSpPr/>
            <p:nvPr/>
          </p:nvSpPr>
          <p:spPr>
            <a:xfrm>
              <a:off x="3393430" y="2257682"/>
              <a:ext cx="851865" cy="1636633"/>
            </a:xfrm>
            <a:custGeom>
              <a:avLst/>
              <a:gdLst>
                <a:gd name="connsiteX0" fmla="*/ 561374 w 851865"/>
                <a:gd name="connsiteY0" fmla="*/ 396700 h 1636633"/>
                <a:gd name="connsiteX1" fmla="*/ 717454 w 851865"/>
                <a:gd name="connsiteY1" fmla="*/ 227619 h 1636633"/>
                <a:gd name="connsiteX2" fmla="*/ 851866 w 851865"/>
                <a:gd name="connsiteY2" fmla="*/ 247120 h 1636633"/>
                <a:gd name="connsiteX3" fmla="*/ 851866 w 851865"/>
                <a:gd name="connsiteY3" fmla="*/ 26001 h 1636633"/>
                <a:gd name="connsiteX4" fmla="*/ 648117 w 851865"/>
                <a:gd name="connsiteY4" fmla="*/ 0 h 1636633"/>
                <a:gd name="connsiteX5" fmla="*/ 277419 w 851865"/>
                <a:gd name="connsiteY5" fmla="*/ 381496 h 1636633"/>
                <a:gd name="connsiteX6" fmla="*/ 277419 w 851865"/>
                <a:gd name="connsiteY6" fmla="*/ 550576 h 1636633"/>
                <a:gd name="connsiteX7" fmla="*/ 85226 w 851865"/>
                <a:gd name="connsiteY7" fmla="*/ 550576 h 1636633"/>
                <a:gd name="connsiteX8" fmla="*/ 0 w 851865"/>
                <a:gd name="connsiteY8" fmla="*/ 784696 h 1636633"/>
                <a:gd name="connsiteX9" fmla="*/ 277419 w 851865"/>
                <a:gd name="connsiteY9" fmla="*/ 784696 h 1636633"/>
                <a:gd name="connsiteX10" fmla="*/ 277419 w 851865"/>
                <a:gd name="connsiteY10" fmla="*/ 1636634 h 1636633"/>
                <a:gd name="connsiteX11" fmla="*/ 561410 w 851865"/>
                <a:gd name="connsiteY11" fmla="*/ 1636634 h 1636633"/>
                <a:gd name="connsiteX12" fmla="*/ 561410 w 851865"/>
                <a:gd name="connsiteY12" fmla="*/ 767831 h 1636633"/>
                <a:gd name="connsiteX13" fmla="*/ 552743 w 851865"/>
                <a:gd name="connsiteY13" fmla="*/ 784732 h 1636633"/>
                <a:gd name="connsiteX14" fmla="*/ 822650 w 851865"/>
                <a:gd name="connsiteY14" fmla="*/ 784732 h 1636633"/>
                <a:gd name="connsiteX15" fmla="*/ 822650 w 851865"/>
                <a:gd name="connsiteY15" fmla="*/ 550612 h 1636633"/>
                <a:gd name="connsiteX16" fmla="*/ 552743 w 851865"/>
                <a:gd name="connsiteY16" fmla="*/ 550612 h 1636633"/>
                <a:gd name="connsiteX17" fmla="*/ 561410 w 851865"/>
                <a:gd name="connsiteY17" fmla="*/ 585281 h 1636633"/>
                <a:gd name="connsiteX18" fmla="*/ 561410 w 851865"/>
                <a:gd name="connsiteY18" fmla="*/ 396700 h 1636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1865" h="1636633">
                  <a:moveTo>
                    <a:pt x="561374" y="396700"/>
                  </a:moveTo>
                  <a:cubicBezTo>
                    <a:pt x="561374" y="273157"/>
                    <a:pt x="602543" y="227619"/>
                    <a:pt x="717454" y="227619"/>
                  </a:cubicBezTo>
                  <a:cubicBezTo>
                    <a:pt x="769492" y="227619"/>
                    <a:pt x="814995" y="236286"/>
                    <a:pt x="851866" y="247120"/>
                  </a:cubicBezTo>
                  <a:lnTo>
                    <a:pt x="851866" y="26001"/>
                  </a:lnTo>
                  <a:cubicBezTo>
                    <a:pt x="810697" y="15167"/>
                    <a:pt x="758658" y="0"/>
                    <a:pt x="648117" y="0"/>
                  </a:cubicBezTo>
                  <a:cubicBezTo>
                    <a:pt x="403164" y="0"/>
                    <a:pt x="277419" y="145246"/>
                    <a:pt x="277419" y="381496"/>
                  </a:cubicBezTo>
                  <a:lnTo>
                    <a:pt x="277419" y="550576"/>
                  </a:lnTo>
                  <a:lnTo>
                    <a:pt x="85226" y="550576"/>
                  </a:lnTo>
                  <a:lnTo>
                    <a:pt x="0" y="784696"/>
                  </a:lnTo>
                  <a:lnTo>
                    <a:pt x="277419" y="784696"/>
                  </a:lnTo>
                  <a:lnTo>
                    <a:pt x="277419" y="1636634"/>
                  </a:lnTo>
                  <a:lnTo>
                    <a:pt x="561410" y="1636634"/>
                  </a:lnTo>
                  <a:lnTo>
                    <a:pt x="561410" y="767831"/>
                  </a:lnTo>
                  <a:lnTo>
                    <a:pt x="552743" y="784732"/>
                  </a:lnTo>
                  <a:lnTo>
                    <a:pt x="822650" y="784732"/>
                  </a:lnTo>
                  <a:lnTo>
                    <a:pt x="822650" y="550612"/>
                  </a:lnTo>
                  <a:lnTo>
                    <a:pt x="552743" y="550612"/>
                  </a:lnTo>
                  <a:lnTo>
                    <a:pt x="561410" y="585281"/>
                  </a:lnTo>
                  <a:lnTo>
                    <a:pt x="561410" y="39670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4">
              <a:extLst>
                <a:ext uri="{FF2B5EF4-FFF2-40B4-BE49-F238E27FC236}">
                  <a16:creationId xmlns:a16="http://schemas.microsoft.com/office/drawing/2014/main" id="{CA1A4E37-00E5-A4AB-295B-0F1B1CABAA38}"/>
                </a:ext>
              </a:extLst>
            </p:cNvPr>
            <p:cNvSpPr/>
            <p:nvPr/>
          </p:nvSpPr>
          <p:spPr>
            <a:xfrm>
              <a:off x="5437019" y="2809522"/>
              <a:ext cx="840273" cy="1083529"/>
            </a:xfrm>
            <a:custGeom>
              <a:avLst/>
              <a:gdLst>
                <a:gd name="connsiteX0" fmla="*/ 826190 w 840273"/>
                <a:gd name="connsiteY0" fmla="*/ 2492 h 1083529"/>
                <a:gd name="connsiteX1" fmla="*/ 462100 w 840273"/>
                <a:gd name="connsiteY1" fmla="*/ 341700 h 1083529"/>
                <a:gd name="connsiteX2" fmla="*/ 453108 w 840273"/>
                <a:gd name="connsiteY2" fmla="*/ 341772 h 1083529"/>
                <a:gd name="connsiteX3" fmla="*/ 464158 w 840273"/>
                <a:gd name="connsiteY3" fmla="*/ 154780 h 1083529"/>
                <a:gd name="connsiteX4" fmla="*/ 463870 w 840273"/>
                <a:gd name="connsiteY4" fmla="*/ 0 h 1083529"/>
                <a:gd name="connsiteX5" fmla="*/ 82410 w 840273"/>
                <a:gd name="connsiteY5" fmla="*/ 0 h 1083529"/>
                <a:gd name="connsiteX6" fmla="*/ 0 w 840273"/>
                <a:gd name="connsiteY6" fmla="*/ 224875 h 1083529"/>
                <a:gd name="connsiteX7" fmla="*/ 212849 w 840273"/>
                <a:gd name="connsiteY7" fmla="*/ 224875 h 1083529"/>
                <a:gd name="connsiteX8" fmla="*/ 212849 w 840273"/>
                <a:gd name="connsiteY8" fmla="*/ 1083530 h 1083529"/>
                <a:gd name="connsiteX9" fmla="*/ 488535 w 840273"/>
                <a:gd name="connsiteY9" fmla="*/ 1083530 h 1083529"/>
                <a:gd name="connsiteX10" fmla="*/ 488535 w 840273"/>
                <a:gd name="connsiteY10" fmla="*/ 684266 h 1083529"/>
                <a:gd name="connsiteX11" fmla="*/ 760970 w 840273"/>
                <a:gd name="connsiteY11" fmla="*/ 332708 h 1083529"/>
                <a:gd name="connsiteX12" fmla="*/ 840274 w 840273"/>
                <a:gd name="connsiteY12" fmla="*/ 332708 h 1083529"/>
                <a:gd name="connsiteX13" fmla="*/ 840274 w 840273"/>
                <a:gd name="connsiteY13" fmla="*/ 2456 h 1083529"/>
                <a:gd name="connsiteX14" fmla="*/ 826153 w 840273"/>
                <a:gd name="connsiteY14" fmla="*/ 2456 h 108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0273" h="1083529">
                  <a:moveTo>
                    <a:pt x="826190" y="2492"/>
                  </a:moveTo>
                  <a:cubicBezTo>
                    <a:pt x="640786" y="2492"/>
                    <a:pt x="490918" y="119786"/>
                    <a:pt x="462100" y="341700"/>
                  </a:cubicBezTo>
                  <a:lnTo>
                    <a:pt x="453108" y="341772"/>
                  </a:lnTo>
                  <a:lnTo>
                    <a:pt x="464158" y="154780"/>
                  </a:lnTo>
                  <a:lnTo>
                    <a:pt x="463870" y="0"/>
                  </a:lnTo>
                  <a:lnTo>
                    <a:pt x="82410" y="0"/>
                  </a:lnTo>
                  <a:lnTo>
                    <a:pt x="0" y="224875"/>
                  </a:lnTo>
                  <a:lnTo>
                    <a:pt x="212849" y="224875"/>
                  </a:lnTo>
                  <a:lnTo>
                    <a:pt x="212849" y="1083530"/>
                  </a:lnTo>
                  <a:lnTo>
                    <a:pt x="488535" y="1083530"/>
                  </a:lnTo>
                  <a:lnTo>
                    <a:pt x="488535" y="684266"/>
                  </a:lnTo>
                  <a:cubicBezTo>
                    <a:pt x="488535" y="440432"/>
                    <a:pt x="517894" y="332708"/>
                    <a:pt x="760970" y="332708"/>
                  </a:cubicBezTo>
                  <a:lnTo>
                    <a:pt x="840274" y="332708"/>
                  </a:lnTo>
                  <a:lnTo>
                    <a:pt x="840274" y="2456"/>
                  </a:lnTo>
                  <a:lnTo>
                    <a:pt x="826153" y="2456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5">
              <a:extLst>
                <a:ext uri="{FF2B5EF4-FFF2-40B4-BE49-F238E27FC236}">
                  <a16:creationId xmlns:a16="http://schemas.microsoft.com/office/drawing/2014/main" id="{671143A7-E075-AF6C-DC5D-F6F0B9323E48}"/>
                </a:ext>
              </a:extLst>
            </p:cNvPr>
            <p:cNvSpPr/>
            <p:nvPr/>
          </p:nvSpPr>
          <p:spPr>
            <a:xfrm>
              <a:off x="7188817" y="4190765"/>
              <a:ext cx="848471" cy="1094074"/>
            </a:xfrm>
            <a:custGeom>
              <a:avLst/>
              <a:gdLst>
                <a:gd name="connsiteX0" fmla="*/ 834171 w 848471"/>
                <a:gd name="connsiteY0" fmla="*/ 2528 h 1094074"/>
                <a:gd name="connsiteX1" fmla="*/ 466542 w 848471"/>
                <a:gd name="connsiteY1" fmla="*/ 345022 h 1094074"/>
                <a:gd name="connsiteX2" fmla="*/ 457478 w 848471"/>
                <a:gd name="connsiteY2" fmla="*/ 345094 h 1094074"/>
                <a:gd name="connsiteX3" fmla="*/ 468636 w 848471"/>
                <a:gd name="connsiteY3" fmla="*/ 156296 h 1094074"/>
                <a:gd name="connsiteX4" fmla="*/ 468348 w 848471"/>
                <a:gd name="connsiteY4" fmla="*/ 0 h 1094074"/>
                <a:gd name="connsiteX5" fmla="*/ 83204 w 848471"/>
                <a:gd name="connsiteY5" fmla="*/ 0 h 1094074"/>
                <a:gd name="connsiteX6" fmla="*/ 0 w 848471"/>
                <a:gd name="connsiteY6" fmla="*/ 227078 h 1094074"/>
                <a:gd name="connsiteX7" fmla="*/ 214944 w 848471"/>
                <a:gd name="connsiteY7" fmla="*/ 227078 h 1094074"/>
                <a:gd name="connsiteX8" fmla="*/ 214944 w 848471"/>
                <a:gd name="connsiteY8" fmla="*/ 1094075 h 1094074"/>
                <a:gd name="connsiteX9" fmla="*/ 493302 w 848471"/>
                <a:gd name="connsiteY9" fmla="*/ 1094075 h 1094074"/>
                <a:gd name="connsiteX10" fmla="*/ 493302 w 848471"/>
                <a:gd name="connsiteY10" fmla="*/ 690911 h 1094074"/>
                <a:gd name="connsiteX11" fmla="*/ 768409 w 848471"/>
                <a:gd name="connsiteY11" fmla="*/ 335958 h 1094074"/>
                <a:gd name="connsiteX12" fmla="*/ 848471 w 848471"/>
                <a:gd name="connsiteY12" fmla="*/ 335958 h 1094074"/>
                <a:gd name="connsiteX13" fmla="*/ 848471 w 848471"/>
                <a:gd name="connsiteY13" fmla="*/ 2528 h 1094074"/>
                <a:gd name="connsiteX14" fmla="*/ 834207 w 848471"/>
                <a:gd name="connsiteY14" fmla="*/ 2528 h 109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48471" h="1094074">
                  <a:moveTo>
                    <a:pt x="834171" y="2528"/>
                  </a:moveTo>
                  <a:cubicBezTo>
                    <a:pt x="646962" y="2528"/>
                    <a:pt x="495649" y="120942"/>
                    <a:pt x="466542" y="345022"/>
                  </a:cubicBezTo>
                  <a:lnTo>
                    <a:pt x="457478" y="345094"/>
                  </a:lnTo>
                  <a:lnTo>
                    <a:pt x="468636" y="156296"/>
                  </a:lnTo>
                  <a:lnTo>
                    <a:pt x="468348" y="0"/>
                  </a:lnTo>
                  <a:lnTo>
                    <a:pt x="83204" y="0"/>
                  </a:lnTo>
                  <a:lnTo>
                    <a:pt x="0" y="227078"/>
                  </a:lnTo>
                  <a:lnTo>
                    <a:pt x="214944" y="227078"/>
                  </a:lnTo>
                  <a:lnTo>
                    <a:pt x="214944" y="1094075"/>
                  </a:lnTo>
                  <a:lnTo>
                    <a:pt x="493302" y="1094075"/>
                  </a:lnTo>
                  <a:lnTo>
                    <a:pt x="493302" y="690911"/>
                  </a:lnTo>
                  <a:cubicBezTo>
                    <a:pt x="493302" y="444730"/>
                    <a:pt x="522950" y="335958"/>
                    <a:pt x="768409" y="335958"/>
                  </a:cubicBezTo>
                  <a:lnTo>
                    <a:pt x="848471" y="335958"/>
                  </a:lnTo>
                  <a:lnTo>
                    <a:pt x="848471" y="2528"/>
                  </a:lnTo>
                  <a:lnTo>
                    <a:pt x="834207" y="2528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6">
              <a:extLst>
                <a:ext uri="{FF2B5EF4-FFF2-40B4-BE49-F238E27FC236}">
                  <a16:creationId xmlns:a16="http://schemas.microsoft.com/office/drawing/2014/main" id="{1701761A-D466-6836-3FE0-86BEBC1A08DF}"/>
                </a:ext>
              </a:extLst>
            </p:cNvPr>
            <p:cNvSpPr/>
            <p:nvPr/>
          </p:nvSpPr>
          <p:spPr>
            <a:xfrm>
              <a:off x="7359955" y="2808294"/>
              <a:ext cx="682026" cy="1086021"/>
            </a:xfrm>
            <a:custGeom>
              <a:avLst/>
              <a:gdLst>
                <a:gd name="connsiteX0" fmla="*/ 0 w 682026"/>
                <a:gd name="connsiteY0" fmla="*/ 1086021 h 1086021"/>
                <a:gd name="connsiteX1" fmla="*/ 286772 w 682026"/>
                <a:gd name="connsiteY1" fmla="*/ 1086021 h 1086021"/>
                <a:gd name="connsiteX2" fmla="*/ 682027 w 682026"/>
                <a:gd name="connsiteY2" fmla="*/ 0 h 1086021"/>
                <a:gd name="connsiteX3" fmla="*/ 395291 w 682026"/>
                <a:gd name="connsiteY3" fmla="*/ 0 h 1086021"/>
                <a:gd name="connsiteX4" fmla="*/ 0 w 682026"/>
                <a:gd name="connsiteY4" fmla="*/ 1086021 h 1086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2026" h="1086021">
                  <a:moveTo>
                    <a:pt x="0" y="1086021"/>
                  </a:moveTo>
                  <a:lnTo>
                    <a:pt x="286772" y="1086021"/>
                  </a:lnTo>
                  <a:lnTo>
                    <a:pt x="682027" y="0"/>
                  </a:lnTo>
                  <a:lnTo>
                    <a:pt x="395291" y="0"/>
                  </a:lnTo>
                  <a:lnTo>
                    <a:pt x="0" y="1086021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7">
              <a:extLst>
                <a:ext uri="{FF2B5EF4-FFF2-40B4-BE49-F238E27FC236}">
                  <a16:creationId xmlns:a16="http://schemas.microsoft.com/office/drawing/2014/main" id="{3D5720FA-7265-0A9E-2775-EAA29B79B711}"/>
                </a:ext>
              </a:extLst>
            </p:cNvPr>
            <p:cNvSpPr/>
            <p:nvPr/>
          </p:nvSpPr>
          <p:spPr>
            <a:xfrm>
              <a:off x="3838015" y="4167870"/>
              <a:ext cx="1029649" cy="1116969"/>
            </a:xfrm>
            <a:custGeom>
              <a:avLst/>
              <a:gdLst>
                <a:gd name="connsiteX0" fmla="*/ 671879 w 1029649"/>
                <a:gd name="connsiteY0" fmla="*/ 898668 h 1116969"/>
                <a:gd name="connsiteX1" fmla="*/ 329385 w 1029649"/>
                <a:gd name="connsiteY1" fmla="*/ 1116970 h 1116969"/>
                <a:gd name="connsiteX2" fmla="*/ 0 w 1029649"/>
                <a:gd name="connsiteY2" fmla="*/ 837601 h 1116969"/>
                <a:gd name="connsiteX3" fmla="*/ 390452 w 1029649"/>
                <a:gd name="connsiteY3" fmla="*/ 499477 h 1116969"/>
                <a:gd name="connsiteX4" fmla="*/ 669676 w 1029649"/>
                <a:gd name="connsiteY4" fmla="*/ 416598 h 1116969"/>
                <a:gd name="connsiteX5" fmla="*/ 669676 w 1029649"/>
                <a:gd name="connsiteY5" fmla="*/ 392619 h 1116969"/>
                <a:gd name="connsiteX6" fmla="*/ 484273 w 1029649"/>
                <a:gd name="connsiteY6" fmla="*/ 224658 h 1116969"/>
                <a:gd name="connsiteX7" fmla="*/ 235600 w 1029649"/>
                <a:gd name="connsiteY7" fmla="*/ 383916 h 1116969"/>
                <a:gd name="connsiteX8" fmla="*/ 8739 w 1029649"/>
                <a:gd name="connsiteY8" fmla="*/ 261746 h 1116969"/>
                <a:gd name="connsiteX9" fmla="*/ 514825 w 1029649"/>
                <a:gd name="connsiteY9" fmla="*/ 0 h 1116969"/>
                <a:gd name="connsiteX10" fmla="*/ 966379 w 1029649"/>
                <a:gd name="connsiteY10" fmla="*/ 410097 h 1116969"/>
                <a:gd name="connsiteX11" fmla="*/ 966379 w 1029649"/>
                <a:gd name="connsiteY11" fmla="*/ 763498 h 1116969"/>
                <a:gd name="connsiteX12" fmla="*/ 1029649 w 1029649"/>
                <a:gd name="connsiteY12" fmla="*/ 1114189 h 1116969"/>
                <a:gd name="connsiteX13" fmla="*/ 726446 w 1029649"/>
                <a:gd name="connsiteY13" fmla="*/ 1114189 h 1116969"/>
                <a:gd name="connsiteX14" fmla="*/ 671915 w 1029649"/>
                <a:gd name="connsiteY14" fmla="*/ 898740 h 1116969"/>
                <a:gd name="connsiteX15" fmla="*/ 677152 w 1029649"/>
                <a:gd name="connsiteY15" fmla="*/ 712615 h 1116969"/>
                <a:gd name="connsiteX16" fmla="*/ 677152 w 1029649"/>
                <a:gd name="connsiteY16" fmla="*/ 544473 h 1116969"/>
                <a:gd name="connsiteX17" fmla="*/ 677152 w 1029649"/>
                <a:gd name="connsiteY17" fmla="*/ 544473 h 1116969"/>
                <a:gd name="connsiteX18" fmla="*/ 533170 w 1029649"/>
                <a:gd name="connsiteY18" fmla="*/ 606334 h 1116969"/>
                <a:gd name="connsiteX19" fmla="*/ 308476 w 1029649"/>
                <a:gd name="connsiteY19" fmla="*/ 784588 h 1116969"/>
                <a:gd name="connsiteX20" fmla="*/ 441552 w 1029649"/>
                <a:gd name="connsiteY20" fmla="*/ 919830 h 1116969"/>
                <a:gd name="connsiteX21" fmla="*/ 677152 w 1029649"/>
                <a:gd name="connsiteY21" fmla="*/ 712615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29649" h="1116969">
                  <a:moveTo>
                    <a:pt x="671879" y="898668"/>
                  </a:moveTo>
                  <a:cubicBezTo>
                    <a:pt x="621068" y="1043155"/>
                    <a:pt x="486476" y="1116970"/>
                    <a:pt x="329385" y="1116970"/>
                  </a:cubicBezTo>
                  <a:cubicBezTo>
                    <a:pt x="119967" y="1116970"/>
                    <a:pt x="0" y="1018635"/>
                    <a:pt x="0" y="837601"/>
                  </a:cubicBezTo>
                  <a:cubicBezTo>
                    <a:pt x="0" y="630350"/>
                    <a:pt x="163591" y="545304"/>
                    <a:pt x="390452" y="499477"/>
                  </a:cubicBezTo>
                  <a:cubicBezTo>
                    <a:pt x="578058" y="460222"/>
                    <a:pt x="660937" y="440577"/>
                    <a:pt x="669676" y="416598"/>
                  </a:cubicBezTo>
                  <a:lnTo>
                    <a:pt x="669676" y="392619"/>
                  </a:lnTo>
                  <a:cubicBezTo>
                    <a:pt x="669676" y="287928"/>
                    <a:pt x="617313" y="224658"/>
                    <a:pt x="484273" y="224658"/>
                  </a:cubicBezTo>
                  <a:cubicBezTo>
                    <a:pt x="351233" y="224658"/>
                    <a:pt x="270485" y="303167"/>
                    <a:pt x="235600" y="383916"/>
                  </a:cubicBezTo>
                  <a:lnTo>
                    <a:pt x="8739" y="261746"/>
                  </a:lnTo>
                  <a:cubicBezTo>
                    <a:pt x="87285" y="100321"/>
                    <a:pt x="279224" y="0"/>
                    <a:pt x="514825" y="0"/>
                  </a:cubicBezTo>
                  <a:cubicBezTo>
                    <a:pt x="822398" y="0"/>
                    <a:pt x="966379" y="143982"/>
                    <a:pt x="966379" y="410097"/>
                  </a:cubicBezTo>
                  <a:lnTo>
                    <a:pt x="966379" y="763498"/>
                  </a:lnTo>
                  <a:cubicBezTo>
                    <a:pt x="966379" y="990358"/>
                    <a:pt x="992561" y="1083674"/>
                    <a:pt x="1029649" y="1114189"/>
                  </a:cubicBezTo>
                  <a:lnTo>
                    <a:pt x="726446" y="1114189"/>
                  </a:lnTo>
                  <a:cubicBezTo>
                    <a:pt x="700264" y="1090210"/>
                    <a:pt x="678452" y="1023077"/>
                    <a:pt x="671915" y="898740"/>
                  </a:cubicBezTo>
                  <a:close/>
                  <a:moveTo>
                    <a:pt x="677152" y="712615"/>
                  </a:moveTo>
                  <a:lnTo>
                    <a:pt x="677152" y="544473"/>
                  </a:lnTo>
                  <a:lnTo>
                    <a:pt x="677152" y="544473"/>
                  </a:lnTo>
                  <a:cubicBezTo>
                    <a:pt x="647575" y="571811"/>
                    <a:pt x="611715" y="582356"/>
                    <a:pt x="533170" y="606334"/>
                  </a:cubicBezTo>
                  <a:cubicBezTo>
                    <a:pt x="384855" y="647792"/>
                    <a:pt x="308476" y="686433"/>
                    <a:pt x="308476" y="784588"/>
                  </a:cubicBezTo>
                  <a:cubicBezTo>
                    <a:pt x="308476" y="871836"/>
                    <a:pt x="369543" y="919830"/>
                    <a:pt x="441552" y="919830"/>
                  </a:cubicBezTo>
                  <a:cubicBezTo>
                    <a:pt x="550612" y="919830"/>
                    <a:pt x="655340" y="839118"/>
                    <a:pt x="677152" y="712615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18">
              <a:extLst>
                <a:ext uri="{FF2B5EF4-FFF2-40B4-BE49-F238E27FC236}">
                  <a16:creationId xmlns:a16="http://schemas.microsoft.com/office/drawing/2014/main" id="{BBDE3CED-D985-A5AF-3BB8-5EA739C8381A}"/>
                </a:ext>
              </a:extLst>
            </p:cNvPr>
            <p:cNvSpPr/>
            <p:nvPr/>
          </p:nvSpPr>
          <p:spPr>
            <a:xfrm>
              <a:off x="8099474" y="4191379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7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6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7"/>
                    <a:pt x="438410" y="1100177"/>
                  </a:cubicBezTo>
                  <a:cubicBezTo>
                    <a:pt x="257159" y="1100177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19">
              <a:extLst>
                <a:ext uri="{FF2B5EF4-FFF2-40B4-BE49-F238E27FC236}">
                  <a16:creationId xmlns:a16="http://schemas.microsoft.com/office/drawing/2014/main" id="{F949835D-3EFE-A7B4-098A-0AC2790E7CD3}"/>
                </a:ext>
              </a:extLst>
            </p:cNvPr>
            <p:cNvSpPr/>
            <p:nvPr/>
          </p:nvSpPr>
          <p:spPr>
            <a:xfrm>
              <a:off x="8099474" y="2807536"/>
              <a:ext cx="870463" cy="1100177"/>
            </a:xfrm>
            <a:custGeom>
              <a:avLst/>
              <a:gdLst>
                <a:gd name="connsiteX0" fmla="*/ 0 w 870463"/>
                <a:gd name="connsiteY0" fmla="*/ 889387 h 1100177"/>
                <a:gd name="connsiteX1" fmla="*/ 172836 w 870463"/>
                <a:gd name="connsiteY1" fmla="*/ 741866 h 1100177"/>
                <a:gd name="connsiteX2" fmla="*/ 434185 w 870463"/>
                <a:gd name="connsiteY2" fmla="*/ 893612 h 1100177"/>
                <a:gd name="connsiteX3" fmla="*/ 573291 w 870463"/>
                <a:gd name="connsiteY3" fmla="*/ 796649 h 1100177"/>
                <a:gd name="connsiteX4" fmla="*/ 305623 w 870463"/>
                <a:gd name="connsiteY4" fmla="*/ 621719 h 1100177"/>
                <a:gd name="connsiteX5" fmla="*/ 40049 w 870463"/>
                <a:gd name="connsiteY5" fmla="*/ 316132 h 1100177"/>
                <a:gd name="connsiteX6" fmla="*/ 459464 w 870463"/>
                <a:gd name="connsiteY6" fmla="*/ 0 h 1100177"/>
                <a:gd name="connsiteX7" fmla="*/ 859919 w 870463"/>
                <a:gd name="connsiteY7" fmla="*/ 181250 h 1100177"/>
                <a:gd name="connsiteX8" fmla="*/ 684988 w 870463"/>
                <a:gd name="connsiteY8" fmla="*/ 332996 h 1100177"/>
                <a:gd name="connsiteX9" fmla="*/ 472103 w 870463"/>
                <a:gd name="connsiteY9" fmla="*/ 202340 h 1100177"/>
                <a:gd name="connsiteX10" fmla="*/ 335127 w 870463"/>
                <a:gd name="connsiteY10" fmla="*/ 299303 h 1100177"/>
                <a:gd name="connsiteX11" fmla="*/ 577517 w 870463"/>
                <a:gd name="connsiteY11" fmla="*/ 463689 h 1100177"/>
                <a:gd name="connsiteX12" fmla="*/ 870464 w 870463"/>
                <a:gd name="connsiteY12" fmla="*/ 784046 h 1100177"/>
                <a:gd name="connsiteX13" fmla="*/ 438410 w 870463"/>
                <a:gd name="connsiteY13" fmla="*/ 1100178 h 1100177"/>
                <a:gd name="connsiteX14" fmla="*/ 0 w 870463"/>
                <a:gd name="connsiteY14" fmla="*/ 889423 h 1100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70463" h="1100177">
                  <a:moveTo>
                    <a:pt x="0" y="889387"/>
                  </a:moveTo>
                  <a:lnTo>
                    <a:pt x="172836" y="741866"/>
                  </a:lnTo>
                  <a:cubicBezTo>
                    <a:pt x="233975" y="836698"/>
                    <a:pt x="322488" y="893612"/>
                    <a:pt x="434185" y="893612"/>
                  </a:cubicBezTo>
                  <a:cubicBezTo>
                    <a:pt x="512152" y="893612"/>
                    <a:pt x="573291" y="859883"/>
                    <a:pt x="573291" y="796649"/>
                  </a:cubicBezTo>
                  <a:cubicBezTo>
                    <a:pt x="573291" y="712362"/>
                    <a:pt x="463689" y="676502"/>
                    <a:pt x="305623" y="621719"/>
                  </a:cubicBezTo>
                  <a:cubicBezTo>
                    <a:pt x="170742" y="573255"/>
                    <a:pt x="40049" y="493157"/>
                    <a:pt x="40049" y="316132"/>
                  </a:cubicBezTo>
                  <a:cubicBezTo>
                    <a:pt x="40049" y="139107"/>
                    <a:pt x="196021" y="0"/>
                    <a:pt x="459464" y="0"/>
                  </a:cubicBezTo>
                  <a:cubicBezTo>
                    <a:pt x="666029" y="0"/>
                    <a:pt x="781915" y="75873"/>
                    <a:pt x="859919" y="181250"/>
                  </a:cubicBezTo>
                  <a:lnTo>
                    <a:pt x="684988" y="332996"/>
                  </a:lnTo>
                  <a:cubicBezTo>
                    <a:pt x="657579" y="280308"/>
                    <a:pt x="588025" y="202340"/>
                    <a:pt x="472103" y="202340"/>
                  </a:cubicBezTo>
                  <a:cubicBezTo>
                    <a:pt x="387816" y="202340"/>
                    <a:pt x="335127" y="244484"/>
                    <a:pt x="335127" y="299303"/>
                  </a:cubicBezTo>
                  <a:cubicBezTo>
                    <a:pt x="335127" y="383627"/>
                    <a:pt x="446824" y="417320"/>
                    <a:pt x="577517" y="463689"/>
                  </a:cubicBezTo>
                  <a:cubicBezTo>
                    <a:pt x="727168" y="516377"/>
                    <a:pt x="870464" y="585931"/>
                    <a:pt x="870464" y="784046"/>
                  </a:cubicBezTo>
                  <a:cubicBezTo>
                    <a:pt x="870464" y="982161"/>
                    <a:pt x="703948" y="1100178"/>
                    <a:pt x="438410" y="1100178"/>
                  </a:cubicBezTo>
                  <a:cubicBezTo>
                    <a:pt x="257159" y="1100178"/>
                    <a:pt x="84323" y="1028530"/>
                    <a:pt x="0" y="889423"/>
                  </a:cubicBez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52762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17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6AF8A-8016-BCC9-12B5-1D618C6DB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00" y="306000"/>
            <a:ext cx="5648400" cy="360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57783F-3B5D-FBBC-3B86-107F7D8E6E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87315" y="6465600"/>
            <a:ext cx="2743200" cy="270000"/>
          </a:xfrm>
        </p:spPr>
        <p:txBody>
          <a:bodyPr lIns="0" tIns="0" rIns="0" bIns="0"/>
          <a:lstStyle/>
          <a:p>
            <a:r>
              <a:rPr lang="en-US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EF2F1-42E8-46F7-31D5-40F93D392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61472" y="6465600"/>
            <a:ext cx="4114800" cy="270000"/>
          </a:xfrm>
        </p:spPr>
        <p:txBody>
          <a:bodyPr lIns="0" tIns="0" rIns="0" bIns="0"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9ECC4-62F2-CD50-B09C-2AA80374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4800" y="6465600"/>
            <a:ext cx="1945629" cy="270000"/>
          </a:xfrm>
        </p:spPr>
        <p:txBody>
          <a:bodyPr lIns="0" tIns="0" rIns="0" bIns="0"/>
          <a:lstStyle>
            <a:lvl1pPr algn="l">
              <a:defRPr/>
            </a:lvl1pPr>
          </a:lstStyle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4C624DD-685D-7847-6014-2018E3CA64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000" y="673200"/>
            <a:ext cx="5648400" cy="3600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774514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image" Target="../media/image1.w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FE9FD2-6995-74C6-059B-87A19EAF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306000"/>
            <a:ext cx="1158120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C34D3-7536-C818-EFDA-AFF20251F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000" y="1620000"/>
            <a:ext cx="115812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22941-1361-6E63-B12A-06C77F5C0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60582" y="6417000"/>
            <a:ext cx="1260000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Date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9E4D8-93A5-6C78-B5B9-150B83256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00036" y="6417000"/>
            <a:ext cx="6069127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14A89-CC20-0ECB-B7C5-296A21ECF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0037" y="6417000"/>
            <a:ext cx="900000" cy="270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721C06D9-4617-44B0-8711-1EF1C439A60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90955-4EF9-42DC-2545-2A78687F80FE}"/>
              </a:ext>
            </a:extLst>
          </p:cNvPr>
          <p:cNvSpPr txBox="1"/>
          <p:nvPr userDrawn="1"/>
        </p:nvSpPr>
        <p:spPr>
          <a:xfrm>
            <a:off x="-763351" y="378278"/>
            <a:ext cx="7633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800" dirty="0">
                <a:solidFill>
                  <a:schemeClr val="tx1"/>
                </a:solidFill>
              </a:rPr>
              <a:t>Title position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CA7508-55FC-E080-04D3-FAB46B4F6DCE}"/>
              </a:ext>
            </a:extLst>
          </p:cNvPr>
          <p:cNvSpPr txBox="1"/>
          <p:nvPr userDrawn="1"/>
        </p:nvSpPr>
        <p:spPr>
          <a:xfrm>
            <a:off x="-1885453" y="1041381"/>
            <a:ext cx="18854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800" dirty="0">
                <a:solidFill>
                  <a:schemeClr val="tx1"/>
                </a:solidFill>
              </a:rPr>
              <a:t>Maximum vertical position for 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4E1C66-75FC-0179-2386-75B484CB4966}"/>
              </a:ext>
            </a:extLst>
          </p:cNvPr>
          <p:cNvSpPr txBox="1"/>
          <p:nvPr userDrawn="1"/>
        </p:nvSpPr>
        <p:spPr>
          <a:xfrm>
            <a:off x="-1856598" y="5734506"/>
            <a:ext cx="18565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800" dirty="0">
                <a:solidFill>
                  <a:schemeClr val="tx1"/>
                </a:solidFill>
              </a:rPr>
              <a:t>Minimum vertical position for content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C75A6-3E07-FB50-DCC7-0EA23683196A}"/>
              </a:ext>
            </a:extLst>
          </p:cNvPr>
          <p:cNvSpPr txBox="1"/>
          <p:nvPr userDrawn="1"/>
        </p:nvSpPr>
        <p:spPr>
          <a:xfrm>
            <a:off x="-914033" y="727528"/>
            <a:ext cx="9140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800" dirty="0">
                <a:solidFill>
                  <a:schemeClr val="tx1"/>
                </a:solidFill>
              </a:rPr>
              <a:t>Subtitle position</a:t>
            </a:r>
          </a:p>
        </p:txBody>
      </p:sp>
      <p:pic>
        <p:nvPicPr>
          <p:cNvPr id="8" name="Grafik 11">
            <a:extLst>
              <a:ext uri="{FF2B5EF4-FFF2-40B4-BE49-F238E27FC236}">
                <a16:creationId xmlns:a16="http://schemas.microsoft.com/office/drawing/2014/main" id="{5469F5F3-C99F-2E93-A1EB-1758A92F8191}"/>
              </a:ext>
            </a:extLst>
          </p:cNvPr>
          <p:cNvPicPr>
            <a:picLocks noChangeAspect="1"/>
          </p:cNvPicPr>
          <p:nvPr userDrawn="1"/>
        </p:nvPicPr>
        <p:blipFill>
          <a:blip r:embed="rId7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63" y="6164039"/>
            <a:ext cx="1080000" cy="45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3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09" r:id="rId3"/>
    <p:sldLayoutId id="2147483710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651" r:id="rId10"/>
    <p:sldLayoutId id="2147483652" r:id="rId11"/>
    <p:sldLayoutId id="2147483653" r:id="rId12"/>
    <p:sldLayoutId id="2147483740" r:id="rId13"/>
    <p:sldLayoutId id="2147483741" r:id="rId14"/>
    <p:sldLayoutId id="2147483742" r:id="rId15"/>
    <p:sldLayoutId id="2147483657" r:id="rId16"/>
    <p:sldLayoutId id="2147483658" r:id="rId17"/>
    <p:sldLayoutId id="2147483659" r:id="rId18"/>
    <p:sldLayoutId id="2147483660" r:id="rId19"/>
    <p:sldLayoutId id="2147483661" r:id="rId20"/>
    <p:sldLayoutId id="2147483662" r:id="rId21"/>
    <p:sldLayoutId id="2147483663" r:id="rId22"/>
    <p:sldLayoutId id="2147483664" r:id="rId23"/>
    <p:sldLayoutId id="2147483665" r:id="rId24"/>
    <p:sldLayoutId id="2147483666" r:id="rId25"/>
    <p:sldLayoutId id="2147483731" r:id="rId26"/>
    <p:sldLayoutId id="2147483667" r:id="rId27"/>
    <p:sldLayoutId id="2147483669" r:id="rId28"/>
    <p:sldLayoutId id="2147483668" r:id="rId29"/>
    <p:sldLayoutId id="2147483670" r:id="rId30"/>
    <p:sldLayoutId id="2147483672" r:id="rId31"/>
    <p:sldLayoutId id="2147483673" r:id="rId32"/>
    <p:sldLayoutId id="2147483674" r:id="rId33"/>
    <p:sldLayoutId id="2147483676" r:id="rId34"/>
    <p:sldLayoutId id="2147483677" r:id="rId35"/>
    <p:sldLayoutId id="2147483678" r:id="rId36"/>
    <p:sldLayoutId id="2147483679" r:id="rId37"/>
    <p:sldLayoutId id="2147483680" r:id="rId38"/>
    <p:sldLayoutId id="2147483681" r:id="rId39"/>
    <p:sldLayoutId id="2147483682" r:id="rId40"/>
    <p:sldLayoutId id="2147483683" r:id="rId41"/>
    <p:sldLayoutId id="2147483720" r:id="rId42"/>
    <p:sldLayoutId id="2147483721" r:id="rId43"/>
    <p:sldLayoutId id="2147483722" r:id="rId44"/>
    <p:sldLayoutId id="2147483723" r:id="rId45"/>
    <p:sldLayoutId id="2147483718" r:id="rId46"/>
    <p:sldLayoutId id="2147483719" r:id="rId47"/>
    <p:sldLayoutId id="2147483688" r:id="rId48"/>
    <p:sldLayoutId id="2147483689" r:id="rId49"/>
    <p:sldLayoutId id="2147483690" r:id="rId50"/>
    <p:sldLayoutId id="2147483713" r:id="rId51"/>
    <p:sldLayoutId id="2147483712" r:id="rId52"/>
    <p:sldLayoutId id="2147483691" r:id="rId53"/>
    <p:sldLayoutId id="2147483707" r:id="rId54"/>
    <p:sldLayoutId id="2147483708" r:id="rId55"/>
    <p:sldLayoutId id="2147483714" r:id="rId56"/>
    <p:sldLayoutId id="2147483715" r:id="rId57"/>
    <p:sldLayoutId id="2147483695" r:id="rId58"/>
    <p:sldLayoutId id="2147483696" r:id="rId59"/>
    <p:sldLayoutId id="2147483697" r:id="rId60"/>
    <p:sldLayoutId id="2147483698" r:id="rId61"/>
    <p:sldLayoutId id="2147483699" r:id="rId62"/>
    <p:sldLayoutId id="2147483700" r:id="rId63"/>
    <p:sldLayoutId id="2147483701" r:id="rId64"/>
    <p:sldLayoutId id="2147483702" r:id="rId65"/>
    <p:sldLayoutId id="2147483703" r:id="rId66"/>
    <p:sldLayoutId id="2147483704" r:id="rId67"/>
    <p:sldLayoutId id="2147483705" r:id="rId68"/>
    <p:sldLayoutId id="2147483706" r:id="rId69"/>
    <p:sldLayoutId id="2147483743" r:id="rId70"/>
    <p:sldLayoutId id="2147483744" r:id="rId71"/>
    <p:sldLayoutId id="2147483745" r:id="rId72"/>
    <p:sldLayoutId id="2147483746" r:id="rId73"/>
    <p:sldLayoutId id="2147483747" r:id="rId74"/>
    <p:sldLayoutId id="2147483748" r:id="rId75"/>
    <p:sldLayoutId id="2147483711" r:id="rId76"/>
  </p:sldLayoutIdLst>
  <p:transition>
    <p:fade/>
  </p:transition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1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57188" indent="-180975" algn="l" defTabSz="914400" rtl="0" eaLnBrk="1" latinLnBrk="1" hangingPunct="1">
        <a:lnSpc>
          <a:spcPct val="105000"/>
        </a:lnSpc>
        <a:spcBef>
          <a:spcPts val="0"/>
        </a:spcBef>
        <a:spcAft>
          <a:spcPts val="600"/>
        </a:spcAft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8163" indent="-180975" algn="l" defTabSz="914400" rtl="0" eaLnBrk="1" latinLnBrk="1" hangingPunct="1">
        <a:lnSpc>
          <a:spcPct val="105000"/>
        </a:lnSpc>
        <a:spcBef>
          <a:spcPts val="0"/>
        </a:spcBef>
        <a:spcAft>
          <a:spcPts val="600"/>
        </a:spcAft>
        <a:buSzPct val="7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400" rtl="0" eaLnBrk="1" latinLnBrk="1" hangingPunct="1">
        <a:lnSpc>
          <a:spcPct val="105000"/>
        </a:lnSpc>
        <a:spcBef>
          <a:spcPts val="0"/>
        </a:spcBef>
        <a:spcAft>
          <a:spcPts val="600"/>
        </a:spcAft>
        <a:buSzPct val="7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38" indent="-180975" algn="l" defTabSz="914400" rtl="0" eaLnBrk="1" latinLnBrk="1" hangingPunct="1">
        <a:lnSpc>
          <a:spcPct val="105000"/>
        </a:lnSpc>
        <a:spcBef>
          <a:spcPts val="0"/>
        </a:spcBef>
        <a:spcAft>
          <a:spcPts val="600"/>
        </a:spcAft>
        <a:buSzPct val="7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4" orient="horz" pos="192" userDrawn="1">
          <p15:clr>
            <a:srgbClr val="F26B43"/>
          </p15:clr>
        </p15:guide>
        <p15:guide id="5" orient="horz" pos="420" userDrawn="1">
          <p15:clr>
            <a:srgbClr val="F26B43"/>
          </p15:clr>
        </p15:guide>
        <p15:guide id="7" orient="horz" pos="3748" userDrawn="1">
          <p15:clr>
            <a:srgbClr val="F26B43"/>
          </p15:clr>
        </p15:guide>
        <p15:guide id="9" pos="7491" userDrawn="1">
          <p15:clr>
            <a:srgbClr val="F26B43"/>
          </p15:clr>
        </p15:guide>
        <p15:guide id="10" orient="horz" pos="650" userDrawn="1">
          <p15:clr>
            <a:srgbClr val="F26B43"/>
          </p15:clr>
        </p15:guide>
        <p15:guide id="12" pos="192" userDrawn="1">
          <p15:clr>
            <a:srgbClr val="F26B43"/>
          </p15:clr>
        </p15:guide>
        <p15:guide id="13" orient="horz" pos="7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4CE10-79AD-26BA-41DC-8049F38D70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68C1A-150F-D860-04D8-67EBFC0925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FY2026 – 중간감사 클로징</a:t>
            </a:r>
          </a:p>
        </p:txBody>
      </p:sp>
      <p:pic>
        <p:nvPicPr>
          <p:cNvPr id="7" name="그림 개체 틀 6">
            <a:extLst>
              <a:ext uri="{FF2B5EF4-FFF2-40B4-BE49-F238E27FC236}">
                <a16:creationId xmlns:a16="http://schemas.microsoft.com/office/drawing/2014/main" id="{D41D58CD-77CE-7E65-2172-521287701E1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" b="40436"/>
          <a:stretch>
            <a:fillRect/>
          </a:stretch>
        </p:blipFill>
        <p:spPr>
          <a:xfrm>
            <a:off x="305400" y="304800"/>
            <a:ext cx="11581200" cy="3880800"/>
          </a:xfrm>
          <a:prstGeom prst="rect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97BCA-DBD1-222E-9951-4B522670D8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2026년 10월 2</a:t>
            </a:r>
            <a:r>
              <a:rPr lang="en-US" altLang="ko-KR" dirty="0">
                <a:ea typeface="맑은 고딕" panose="020B0503020000020004" pitchFamily="50" charset="-127"/>
              </a:rPr>
              <a:t>8</a:t>
            </a:r>
            <a:r>
              <a:rPr lang="ko-KR" altLang="en-US" dirty="0">
                <a:ea typeface="맑은 고딕" panose="020B0503020000020004" pitchFamily="50" charset="-127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335525863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C76F8E-415A-FAB6-D611-26F88E3E4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00" y="306000"/>
            <a:ext cx="56484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목차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CEA13A-71B7-C5DE-BF90-4B7FA22F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0037" y="6417000"/>
            <a:ext cx="900000" cy="270000"/>
          </a:xfrm>
        </p:spPr>
        <p:txBody>
          <a:bodyPr/>
          <a:lstStyle/>
          <a:p>
            <a:fld id="{721C06D9-4617-44B0-8711-1EF1C439A609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7" name="Espace réservé pour une image  8">
            <a:extLst>
              <a:ext uri="{FF2B5EF4-FFF2-40B4-BE49-F238E27FC236}">
                <a16:creationId xmlns:a16="http://schemas.microsoft.com/office/drawing/2014/main" id="{356BE567-A5C8-9F66-5D36-0C0B86B71D0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3" r="21853"/>
          <a:stretch/>
        </p:blipFill>
        <p:spPr>
          <a:xfrm>
            <a:off x="6237601" y="305999"/>
            <a:ext cx="5648400" cy="5643951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6A64C6-FD9B-6620-ACC1-98F12B3352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88" y="1268413"/>
            <a:ext cx="5648325" cy="4681537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감사 일정</a:t>
            </a:r>
          </a:p>
          <a:p>
            <a:r>
              <a:rPr lang="ko-KR" altLang="en-US" dirty="0">
                <a:ea typeface="맑은 고딕" panose="020B0503020000020004" pitchFamily="50" charset="-127"/>
              </a:rPr>
              <a:t>프로세스별 WTT 및 TOC 진행결과</a:t>
            </a:r>
          </a:p>
          <a:p>
            <a:r>
              <a:rPr lang="ko-KR" altLang="en-US" dirty="0">
                <a:ea typeface="맑은 고딕" panose="020B0503020000020004" pitchFamily="50" charset="-127"/>
              </a:rPr>
              <a:t>전기 기말감사 발견사항 Follow-up</a:t>
            </a:r>
          </a:p>
          <a:p>
            <a:r>
              <a:rPr lang="ko-KR" altLang="en-US" dirty="0">
                <a:ea typeface="맑은 고딕" panose="020B0503020000020004" pitchFamily="50" charset="-127"/>
              </a:rPr>
              <a:t>당기 중간감사 발견사항</a:t>
            </a:r>
          </a:p>
          <a:p>
            <a:r>
              <a:rPr lang="ko-KR" altLang="en-US" dirty="0">
                <a:ea typeface="맑은 고딕" panose="020B0503020000020004" pitchFamily="50" charset="-127"/>
              </a:rPr>
              <a:t>미결사항 및 기말감사 준비사항</a:t>
            </a:r>
          </a:p>
        </p:txBody>
      </p:sp>
    </p:spTree>
    <p:extLst>
      <p:ext uri="{BB962C8B-B14F-4D97-AF65-F5344CB8AC3E}">
        <p14:creationId xmlns:p14="http://schemas.microsoft.com/office/powerpoint/2010/main" val="203137053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3353-3227-9D17-17DE-056494B5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감사 일정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FE6D7-3823-D11E-4CD0-2DC188FA12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9E218-F110-DA3C-DE6D-4687D76AC9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01</a:t>
            </a:r>
          </a:p>
        </p:txBody>
      </p:sp>
      <p:pic>
        <p:nvPicPr>
          <p:cNvPr id="6" name="Espace réservé pour une image  8">
            <a:extLst>
              <a:ext uri="{FF2B5EF4-FFF2-40B4-BE49-F238E27FC236}">
                <a16:creationId xmlns:a16="http://schemas.microsoft.com/office/drawing/2014/main" id="{29F1018D-5C8B-D23E-1BDA-74D91FB39EC9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4" r="22604"/>
          <a:stretch/>
        </p:blipFill>
        <p:spPr>
          <a:xfrm>
            <a:off x="5508625" y="0"/>
            <a:ext cx="6680200" cy="6858000"/>
          </a:xfrm>
        </p:spPr>
      </p:pic>
    </p:spTree>
    <p:extLst>
      <p:ext uri="{BB962C8B-B14F-4D97-AF65-F5344CB8AC3E}">
        <p14:creationId xmlns:p14="http://schemas.microsoft.com/office/powerpoint/2010/main" val="48876846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4">
            <a:extLst>
              <a:ext uri="{FF2B5EF4-FFF2-40B4-BE49-F238E27FC236}">
                <a16:creationId xmlns:a16="http://schemas.microsoft.com/office/drawing/2014/main" id="{30FF76B2-23BB-F23D-5A03-1AB5147D2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78F4448-CE93-81F2-77BC-2E76CBA5C5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00" y="673200"/>
            <a:ext cx="115812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감사 일정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76C6D597-8D20-5D51-9532-4BD1D7F7C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중간감사</a:t>
            </a:r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F9497090-6619-6BCF-D6F5-AAC98A6DDE2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ko-KR" altLang="en-US" sz="1200" b="1" dirty="0">
                <a:ea typeface="맑은 고딕" panose="020B0503020000020004" pitchFamily="50" charset="-127"/>
              </a:rPr>
              <a:t>SAK 본사</a:t>
            </a:r>
            <a:r>
              <a:rPr lang="en-US" altLang="ko-KR" sz="1200" b="1" dirty="0"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ea typeface="맑은 고딕" panose="020B0503020000020004" pitchFamily="50" charset="-127"/>
              </a:rPr>
              <a:t>및 원격</a:t>
            </a:r>
          </a:p>
          <a:p>
            <a:r>
              <a:rPr lang="ko-KR" altLang="en-US" sz="1200" b="1" dirty="0">
                <a:ea typeface="맑은 고딕" panose="020B0503020000020004" pitchFamily="50" charset="-127"/>
              </a:rPr>
              <a:t>2026년 10월 19일~23일 (5일)</a:t>
            </a:r>
          </a:p>
          <a:p>
            <a:r>
              <a:rPr lang="ko-KR" altLang="en-US" sz="1200" b="1" dirty="0">
                <a:ea typeface="맑은 고딕" panose="020B0503020000020004" pitchFamily="50" charset="-127"/>
              </a:rPr>
              <a:t>주요 업무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주요 프로세스 및 내부통제 이해 (Walkthrough test)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주요 통제의 운영효과성 테스트 (TOC)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2026년 9월 중간재무제표 분석적 검토 및 statutory(K-GAAP) 조정 검토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유의적 거래 분석 (Taxotere 사업양도, 구조조정, 리스)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위험평가 및 기말 감사절차 계획</a:t>
            </a:r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8788F2E1-0703-8FE7-AD3B-7777CB634C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재고실사</a:t>
            </a:r>
          </a:p>
        </p:txBody>
      </p:sp>
      <p:sp>
        <p:nvSpPr>
          <p:cNvPr id="20" name="내용 개체 틀 19">
            <a:extLst>
              <a:ext uri="{FF2B5EF4-FFF2-40B4-BE49-F238E27FC236}">
                <a16:creationId xmlns:a16="http://schemas.microsoft.com/office/drawing/2014/main" id="{40F7342D-7B38-E4F7-FB0E-601171281FC2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ko-KR" altLang="en-US" sz="1200" b="1" dirty="0">
                <a:ea typeface="맑은 고딕" panose="020B0503020000020004" pitchFamily="50" charset="-127"/>
              </a:rPr>
              <a:t>군포 물류센터</a:t>
            </a:r>
          </a:p>
          <a:p>
            <a:r>
              <a:rPr lang="ko-KR" altLang="en-US" sz="1200" b="1" dirty="0">
                <a:ea typeface="맑은 고딕" panose="020B0503020000020004" pitchFamily="50" charset="-127"/>
              </a:rPr>
              <a:t>2026년 12월 </a:t>
            </a:r>
            <a:r>
              <a:rPr lang="en-US" altLang="ko-KR" sz="1200" b="1" dirty="0">
                <a:ea typeface="맑은 고딕" panose="020B0503020000020004" pitchFamily="50" charset="-127"/>
              </a:rPr>
              <a:t>29</a:t>
            </a:r>
            <a:r>
              <a:rPr lang="ko-KR" altLang="en-US" sz="1200" b="1" dirty="0">
                <a:ea typeface="맑은 고딕" panose="020B0503020000020004" pitchFamily="50" charset="-127"/>
              </a:rPr>
              <a:t>일</a:t>
            </a:r>
          </a:p>
          <a:p>
            <a:r>
              <a:rPr lang="ko-KR" altLang="en-US" sz="1200" b="1" dirty="0">
                <a:ea typeface="맑은 고딕" panose="020B0503020000020004" pitchFamily="50" charset="-127"/>
              </a:rPr>
              <a:t>주요 업무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회사 기말 재고실사 입회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표본 품목 독립적 재실사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반품·유효기간 경과·양도 품목 재고 확인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6FF46CB-4837-4BAE-A586-05760A65B7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기말감사</a:t>
            </a:r>
          </a:p>
        </p:txBody>
      </p:sp>
      <p:sp>
        <p:nvSpPr>
          <p:cNvPr id="22" name="내용 개체 틀 21">
            <a:extLst>
              <a:ext uri="{FF2B5EF4-FFF2-40B4-BE49-F238E27FC236}">
                <a16:creationId xmlns:a16="http://schemas.microsoft.com/office/drawing/2014/main" id="{92381973-E2E0-8BF5-80DC-B909AA1C9B62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r>
              <a:rPr lang="ko-KR" altLang="en-US" sz="1200" b="1" dirty="0">
                <a:ea typeface="맑은 고딕" panose="020B0503020000020004" pitchFamily="50" charset="-127"/>
              </a:rPr>
              <a:t>SAK 본사 및 원격</a:t>
            </a:r>
          </a:p>
          <a:p>
            <a:r>
              <a:rPr lang="ko-KR" altLang="en-US" sz="1200" b="1" dirty="0">
                <a:ea typeface="맑은 고딕" panose="020B0503020000020004" pitchFamily="50" charset="-127"/>
              </a:rPr>
              <a:t>2027년 2월 </a:t>
            </a:r>
            <a:r>
              <a:rPr lang="en-US" altLang="ko-KR" sz="1200" b="1" dirty="0">
                <a:ea typeface="맑은 고딕" panose="020B0503020000020004" pitchFamily="50" charset="-127"/>
              </a:rPr>
              <a:t>10</a:t>
            </a:r>
            <a:r>
              <a:rPr lang="ko-KR" altLang="en-US" sz="1200" b="1" dirty="0">
                <a:ea typeface="맑은 고딕" panose="020B0503020000020004" pitchFamily="50" charset="-127"/>
              </a:rPr>
              <a:t>일</a:t>
            </a:r>
            <a:r>
              <a:rPr lang="en-US" altLang="ko-KR" sz="1200" b="1" dirty="0">
                <a:ea typeface="맑은 고딕" panose="020B0503020000020004" pitchFamily="50" charset="-127"/>
              </a:rPr>
              <a:t>~16</a:t>
            </a:r>
            <a:r>
              <a:rPr lang="ko-KR" altLang="en-US" sz="1200" b="1" dirty="0">
                <a:ea typeface="맑은 고딕" panose="020B0503020000020004" pitchFamily="50" charset="-127"/>
              </a:rPr>
              <a:t>일</a:t>
            </a:r>
          </a:p>
          <a:p>
            <a:r>
              <a:rPr lang="ko-KR" altLang="en-US" sz="1200" b="1" dirty="0">
                <a:ea typeface="맑은 고딕" panose="020B0503020000020004" pitchFamily="50" charset="-127"/>
              </a:rPr>
              <a:t>주요 업무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중간감사 발견사항 및 미결사항 Follow-up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계정과목별 실증절차 수행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금융기관 조회 및 변호사 조회</a:t>
            </a:r>
          </a:p>
          <a:p>
            <a:pPr lvl="1"/>
            <a:r>
              <a:rPr lang="ko-KR" altLang="en-US" sz="1150" dirty="0">
                <a:ea typeface="맑은 고딕" panose="020B0503020000020004" pitchFamily="50" charset="-127"/>
              </a:rPr>
              <a:t>채권·채무 조회 및 후속절차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7CE08BE2-C19B-446C-6396-B9980B9285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15810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3353-3227-9D17-17DE-056494B5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프로세스별 WTT 및 TOC 진행결과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FE6D7-3823-D11E-4CD0-2DC188FA12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9E218-F110-DA3C-DE6D-4687D76AC9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02</a:t>
            </a:r>
          </a:p>
        </p:txBody>
      </p:sp>
      <p:pic>
        <p:nvPicPr>
          <p:cNvPr id="6" name="Espace réservé pour une image  8">
            <a:extLst>
              <a:ext uri="{FF2B5EF4-FFF2-40B4-BE49-F238E27FC236}">
                <a16:creationId xmlns:a16="http://schemas.microsoft.com/office/drawing/2014/main" id="{29F1018D-5C8B-D23E-1BDA-74D91FB39EC9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4" r="22604"/>
          <a:stretch/>
        </p:blipFill>
        <p:spPr>
          <a:xfrm>
            <a:off x="5508625" y="0"/>
            <a:ext cx="6680200" cy="6858000"/>
          </a:xfrm>
        </p:spPr>
      </p:pic>
    </p:spTree>
    <p:extLst>
      <p:ext uri="{BB962C8B-B14F-4D97-AF65-F5344CB8AC3E}">
        <p14:creationId xmlns:p14="http://schemas.microsoft.com/office/powerpoint/2010/main" val="48876846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107E5-9A92-C926-60AB-C08F17D90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7376-9F2C-7B83-B3A4-46E2A58E3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E68D4-DD01-DF6C-0EAA-B9859C5F3E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00" y="673200"/>
            <a:ext cx="115812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프로세스별 WTT 및 TOC 진행결과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207A9C-6D3C-3B5C-37B9-66BA4C43FD8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A40072-9CD5-749A-912B-BED81473E8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b="1" dirty="0">
                <a:ea typeface="맑은 고딕" panose="020B0503020000020004" pitchFamily="50" charset="-127"/>
              </a:rPr>
              <a:t>프로세스별 요약</a:t>
            </a:r>
          </a:p>
        </p:txBody>
      </p:sp>
      <p:graphicFrame>
        <p:nvGraphicFramePr>
          <p:cNvPr id="90" name="Table 90"/>
          <p:cNvGraphicFramePr>
            <a:graphicFrameLocks noGrp="1"/>
          </p:cNvGraphicFramePr>
          <p:nvPr/>
        </p:nvGraphicFramePr>
        <p:xfrm>
          <a:off x="301752" y="2011680"/>
          <a:ext cx="11585448" cy="3867912"/>
        </p:xfrm>
        <a:graphic>
          <a:graphicData uri="http://schemas.openxmlformats.org/drawingml/2006/table">
            <a:tbl>
              <a:tblPr firstRow="1" bandRow="1"/>
              <a:tblGrid>
                <a:gridCol w="182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ea typeface="맑은 고딕" panose="020B0503020000020004" pitchFamily="50" charset="-127"/>
                        </a:rPr>
                        <a:t>주요 통제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ea typeface="맑은 고딕" panose="020B0503020000020004" pitchFamily="50" charset="-127"/>
                        </a:rPr>
                        <a:t>WTT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ea typeface="맑은 고딕" panose="020B0503020000020004" pitchFamily="50" charset="-127"/>
                        </a:rPr>
                        <a:t>TOC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ea typeface="맑은 고딕" panose="020B0503020000020004" pitchFamily="50" charset="-127"/>
                        </a:rPr>
                        <a:t>(표본 / 예외)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ea typeface="맑은 고딕" panose="020B0503020000020004" pitchFamily="50" charset="-127"/>
                        </a:rPr>
                        <a:t>결과 / 관련 발견사항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매출 및 채권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(리베이트·GTN 포함)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주문·여신한도 승인, 출고–청구 대사, 매출할인(credit note) 승인, 리베이트·RSA 설정 검토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 / 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  RSA 정산 미실시 (발견 4)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구매 및 채무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발주 승인, 3-way match(PO·입고·송장), 거래처 마스터 변경, 지급 승인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 / 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재고자산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입고, 순환실사, 반품·폐기 승인, 유효기간·장기체화 검토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 / 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급여 및 인사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급여 계산 검토·승인, 인사 마스터 변경, VRP 지급 승인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 / 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  급여 전표 오류 (발견 1), VRP (발견 5)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자금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은행 지급 승인(이중 결재), 은행잔액 조정표 검토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 / 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결산 및 재무보고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수기전표 검토·승인, statutory(K-GAAP) 조정 검토, 계정 대사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 / 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  Statutory 조정·CRU (발견 2, 3)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유형자산 및 리스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자본적 지출 승인, 내용연수 검토, 리스계약 검토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 / 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IT 일반통제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사용자 접근권한(입사·퇴사), 변경관리, 특수권한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 / 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[●]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1" name="Note 91"/>
          <p:cNvSpPr txBox="1"/>
          <p:nvPr/>
        </p:nvSpPr>
        <p:spPr>
          <a:xfrm>
            <a:off x="301752" y="6001992"/>
            <a:ext cx="8778240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>
              <a:buNone/>
            </a:pPr>
            <a:r>
              <a:rPr lang="ko-KR" altLang="en-US" sz="900" dirty="0">
                <a:solidFill>
                  <a:srgbClr val="464B4B"/>
                </a:solidFill>
                <a:ea typeface="맑은 고딕" panose="020B0503020000020004" pitchFamily="50" charset="-127"/>
              </a:rPr>
              <a:t>[●] 최종 중간감사 조서를 바탕으로 감사팀이 작성할 항목임. 발견사항은 다음 페이지 참조.</a:t>
            </a:r>
          </a:p>
        </p:txBody>
      </p:sp>
    </p:spTree>
    <p:extLst>
      <p:ext uri="{BB962C8B-B14F-4D97-AF65-F5344CB8AC3E}">
        <p14:creationId xmlns:p14="http://schemas.microsoft.com/office/powerpoint/2010/main" val="42698672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107E5-9A92-C926-60AB-C08F17D90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7376-9F2C-7B83-B3A4-46E2A58E3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E68D4-DD01-DF6C-0EAA-B9859C5F3E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00" y="673200"/>
            <a:ext cx="115812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프로세스별 WTT 및 TOC 진행결과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207A9C-6D3C-3B5C-37B9-66BA4C43FD8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4A40072-9CD5-749A-912B-BED81473E8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b="1" dirty="0">
                <a:ea typeface="맑은 고딕" panose="020B0503020000020004" pitchFamily="50" charset="-127"/>
              </a:rPr>
              <a:t>중간감사 중 발견된 통제 관련 사항</a:t>
            </a:r>
          </a:p>
        </p:txBody>
      </p:sp>
      <p:graphicFrame>
        <p:nvGraphicFramePr>
          <p:cNvPr id="90" name="Table 90"/>
          <p:cNvGraphicFramePr>
            <a:graphicFrameLocks noGrp="1"/>
          </p:cNvGraphicFramePr>
          <p:nvPr/>
        </p:nvGraphicFramePr>
        <p:xfrm>
          <a:off x="301752" y="2011680"/>
          <a:ext cx="11585448" cy="3401568"/>
        </p:xfrm>
        <a:graphic>
          <a:graphicData uri="http://schemas.openxmlformats.org/drawingml/2006/table">
            <a:tbl>
              <a:tblPr firstRow="1" bandRow="1"/>
              <a:tblGrid>
                <a:gridCol w="364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8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8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ea typeface="맑은 고딕" panose="020B0503020000020004" pitchFamily="50" charset="-127"/>
                        </a:rPr>
                        <a:t>프로세스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ea typeface="맑은 고딕" panose="020B0503020000020004" pitchFamily="50" charset="-127"/>
                        </a:rPr>
                        <a:t>발견사항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  <a:ea typeface="맑은 고딕" panose="020B0503020000020004" pitchFamily="50" charset="-127"/>
                        </a:rPr>
                        <a:t>개선 권고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급여 및 인사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2026년 9월 급여 전표에서 급여시스템 오류로 선급금(26000810)과 소득세 예수금이 각각 809.6백만원씩 과대 계상됨. 오류 원인과 수정 내역이 문서화되지 않음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오류 원인과 수정 내역을 문서화하고, 급여 인터페이스 전표의 이상 잔액을 기표 전에 검토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결산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전기 statutory 조정을 당기 SAP 실제 전표와 다른 계정으로 역분개함(#10 TP 408.0백만원, #13 한미 253.3백만원). 근거 없이 1,132.9백만원이 이익잉여금에 직접 차감됨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당기 SAP 실제 전표와 같은 계정으로 역분개하고, P16 역분개를 증빙과 대사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결산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CRU 재청구 statutory 전표의 계정별 배분이 틀려 보험료가 −30.3억원으로 표시되고, 마크업까지 비용에서 차감됨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CRU 계산자료와 계정별로 대사하고 검토자 승인을 남김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매출(추정)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Dupixent RSA 설정액을 공단 환급 고지액으로 정산하지 않고, 차액을 약 17~18개월 뒤에 환입함. 중간기간 CAP 미설정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분기마다 실제 고지액으로 정산하고, CAP은 기간 경과분 설정. 추정 검토를 문서화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급여 및 인사(추정)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VRP 충당부채를 계획 인원 기준으로 유지하고 미실현분을 적시에 환입하지 않음(9월말 근거 미확인 29억원)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464B4B"/>
                          </a:solidFill>
                          <a:ea typeface="맑은 고딕" panose="020B0503020000020004" pitchFamily="50" charset="-127"/>
                        </a:rPr>
                        <a:t>분기마다 대상자별 합의서와 충당부채 잔액을 대사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98672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3353-3227-9D17-17DE-056494B5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전기 기말감사 발견사항 Follow-up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FE6D7-3823-D11E-4CD0-2DC188FA12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9E218-F110-DA3C-DE6D-4687D76AC9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03</a:t>
            </a:r>
          </a:p>
        </p:txBody>
      </p:sp>
      <p:pic>
        <p:nvPicPr>
          <p:cNvPr id="6" name="Espace réservé pour une image  8">
            <a:extLst>
              <a:ext uri="{FF2B5EF4-FFF2-40B4-BE49-F238E27FC236}">
                <a16:creationId xmlns:a16="http://schemas.microsoft.com/office/drawing/2014/main" id="{29F1018D-5C8B-D23E-1BDA-74D91FB39EC9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4" r="22604"/>
          <a:stretch/>
        </p:blipFill>
        <p:spPr>
          <a:xfrm>
            <a:off x="5508625" y="0"/>
            <a:ext cx="6680200" cy="6858000"/>
          </a:xfrm>
        </p:spPr>
      </p:pic>
    </p:spTree>
    <p:extLst>
      <p:ext uri="{BB962C8B-B14F-4D97-AF65-F5344CB8AC3E}">
        <p14:creationId xmlns:p14="http://schemas.microsoft.com/office/powerpoint/2010/main" val="48876846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E82F-6E8B-BEB4-1C18-01F9DF84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9DCD-4E76-7730-5B23-D4DF5FAF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E529F-5328-DC5D-FAB1-63A89A50A4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00" y="673200"/>
            <a:ext cx="115812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전기 기말감사 발견사항 Follow-up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79939-DF27-B8B3-8AD1-3CF4A01739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배경: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3B12F7-0974-78C5-8F4E-DBAA82EF2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당기 현황 및 감사인 검토의견: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A851A3-E7A5-741E-9E9C-6C2730DC0EC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lvl="1"/>
            <a:r>
              <a:rPr lang="ko-KR" altLang="en-US" sz="1100" dirty="0"/>
              <a:t>설정 1,557 = 신규 4건 970(VRP 960 + 전직지원 10) + Fit for purpose 587(4월 설정, 9월 전액 환입). 기말 4,515 = 전기분 3,545 + 신규 970.</a:t>
            </a:r>
          </a:p>
          <a:p>
            <a:pPr lvl="1"/>
            <a:r>
              <a:rPr lang="ko-KR" altLang="en-US" sz="1100" dirty="0"/>
              <a:t>전기분 잔액 3,545백만원 중 근거가 확인되는 금액은 9/30 퇴사자분 645백만원(VRP 641 + 전직지원 4)뿐임. 나머지 </a:t>
            </a:r>
            <a:r>
              <a:rPr lang="ko-KR" altLang="en-US" sz="1100" b="1" dirty="0"/>
              <a:t>2,901백만원은 대상자가 확인되지 않으므로 환입이 필요함</a:t>
            </a:r>
            <a:r>
              <a:rPr lang="ko-KR" altLang="en-US" sz="1100" dirty="0"/>
              <a:t>(과대계상액 = 3,545 − 645).</a:t>
            </a:r>
          </a:p>
          <a:p>
            <a:pPr lvl="1"/>
            <a:r>
              <a:rPr lang="ko-KR" altLang="en-US" sz="1100" dirty="0"/>
              <a:t>신규: 퇴직예정자 2인의 사직서(퇴직일 2026.11.30, 12.31)를 수령함. 9월말 이전에 회사가 수락하여 인식요건(일반기업회계기준 제14장)을 충족함.</a:t>
            </a:r>
          </a:p>
          <a:p>
            <a:pPr lvl="1"/>
            <a:r>
              <a:rPr lang="ko-KR" altLang="en-US" sz="1100" dirty="0"/>
              <a:t>다만 GL 설정은 4건(Key market, Procurement, DD&amp;O, Argos 추가)이므로 2인과 프로그램의 대응관계 및 산정 근거(월급여 × (근속연수 × 2 + 8) + 근속 일시금)를 확인하고, 대응되지 않는 설정액은 환입해야 함.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C99B86-8FD0-2B92-081A-A01291B803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5A1EA7-C8F5-E1F1-FC57-E4F1FE778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b="1" dirty="0">
                <a:ea typeface="맑은 고딕" panose="020B0503020000020004" pitchFamily="50" charset="-127"/>
              </a:rPr>
              <a:t>구조조정 (희망퇴직 프로그램, VRP)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BF4674E-9223-31E3-9C4E-FE8C39BF3D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1752" y="2587752"/>
            <a:ext cx="5650992" cy="566928"/>
          </a:xfrm>
        </p:spPr>
        <p:txBody>
          <a:bodyPr/>
          <a:lstStyle/>
          <a:p>
            <a:pPr lvl="1"/>
            <a:r>
              <a:rPr lang="ko-KR" altLang="en-US" sz="1100" dirty="0"/>
              <a:t>전기말 구조조정 충당부채 170억원을 설정함(이 중 90억원은 2025.12.31 퇴사자 19명분). 제도는 2026년에도 계속될 예정이었음(계획 총 29명).</a:t>
            </a:r>
          </a:p>
        </p:txBody>
      </p:sp>
      <p:graphicFrame>
        <p:nvGraphicFramePr>
          <p:cNvPr id="90" name="Table 90"/>
          <p:cNvGraphicFramePr>
            <a:graphicFrameLocks noGrp="1"/>
          </p:cNvGraphicFramePr>
          <p:nvPr/>
        </p:nvGraphicFramePr>
        <p:xfrm>
          <a:off x="301752" y="3200400"/>
          <a:ext cx="5650989" cy="1975104"/>
        </p:xfrm>
        <a:graphic>
          <a:graphicData uri="http://schemas.openxmlformats.org/drawingml/2006/table">
            <a:tbl>
              <a:tblPr firstRow="1" bandRow="1"/>
              <a:tblGrid>
                <a:gridCol w="2012682"/>
                <a:gridCol w="774108"/>
                <a:gridCol w="696697"/>
                <a:gridCol w="696697"/>
                <a:gridCol w="774108"/>
                <a:gridCol w="696697"/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당기 변동내역 (백만원)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기초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설정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환입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사용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9월말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/>
                        <a:t>전기 설정분 ('25 Drive 2 등)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16,996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(2,352)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(11,099)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3,545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/>
                        <a:t>'26 Fit for purpose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587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(587)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/>
                        <a:t>'26 Key market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390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390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/>
                        <a:t>'26 Procurement transformation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294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294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/>
                        <a:t>'26 DD&amp;O footprint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249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249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dirty="0"/>
                        <a:t>'26 Argos 추가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37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–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dirty="0"/>
                        <a:t>37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00" b="1" dirty="0"/>
                        <a:t>합계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b="1" dirty="0"/>
                        <a:t>16,996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b="1" dirty="0"/>
                        <a:t>1,557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b="1" dirty="0"/>
                        <a:t>(2,939)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b="1" dirty="0"/>
                        <a:t>(11,099)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000" b="1" dirty="0"/>
                        <a:t>4,515</a:t>
                      </a:r>
                    </a:p>
                  </a:txBody>
                  <a:tcPr marL="45720" marR="45720" marT="18288" marB="18288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DCE9F7"/>
                    </a:solidFill>
                  </a:tcPr>
                </a:tc>
              </a:tr>
            </a:tbl>
          </a:graphicData>
        </a:graphic>
      </p:graphicFrame>
      <p:sp>
        <p:nvSpPr>
          <p:cNvPr id="91" name="Note 91"/>
          <p:cNvSpPr txBox="1"/>
          <p:nvPr/>
        </p:nvSpPr>
        <p:spPr>
          <a:xfrm>
            <a:off x="301752" y="5257800"/>
            <a:ext cx="5650992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ko-KR" altLang="en-US" sz="900" dirty="0"/>
              <a:t>VRP 충당부채(38160000)와 전직지원 충당부채(42910311) 합계. 신규 4건은 VRP 960 + 전직지원 10(Key market·Procurement·DD&amp;O 각 3.5).</a:t>
            </a:r>
          </a:p>
        </p:txBody>
      </p:sp>
    </p:spTree>
    <p:extLst>
      <p:ext uri="{BB962C8B-B14F-4D97-AF65-F5344CB8AC3E}">
        <p14:creationId xmlns:p14="http://schemas.microsoft.com/office/powerpoint/2010/main" val="61494015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E82F-6E8B-BEB4-1C18-01F9DF84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9DCD-4E76-7730-5B23-D4DF5FAF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E529F-5328-DC5D-FAB1-63A89A50A4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00" y="673200"/>
            <a:ext cx="115812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전기 기말감사 발견사항 Follow-up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79939-DF27-B8B3-8AD1-3CF4A01739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배경: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3B12F7-0974-78C5-8F4E-DBAA82EF2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감사인 검토의견: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A851A3-E7A5-741E-9E9C-6C2730DC0EC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lvl="1"/>
            <a:r>
              <a:rPr lang="ko-KR" altLang="en-US" sz="1200" dirty="0"/>
              <a:t>임차기간 연장은 다시 회계추정의 변경에 해당함(일반기업회계기준 제5장). 복구자산과 시설물의 잔여 장부금액은 2027년 5월(사용기간)까지 전진적으로 상각해야 함.</a:t>
            </a:r>
          </a:p>
          <a:p>
            <a:pPr lvl="1"/>
            <a:r>
              <a:rPr lang="ko-KR" altLang="en-US" sz="1200" dirty="0"/>
              <a:t>복구충당부채는 원상복구 공사를 전제로 재측정해야 함. 기존 추정(3,780.6㎡ × 242,000원 = 915백만원, 할인율 2%, 복구시점 2026.12)을 최신 공사 견적과 복구시점(2027.5)으로 갱신함. 복구시점 연기에 따른 할인효과는 약 9백만원으로 작음.</a:t>
            </a:r>
          </a:p>
          <a:p>
            <a:pPr lvl="1"/>
            <a:r>
              <a:rPr lang="ko-KR" altLang="en-US" sz="1200" dirty="0"/>
              <a:t>보증금은 1년 이내 반환 예정이므로 유동성보증금으로 재분류해야 함(1,181백만원).</a:t>
            </a:r>
          </a:p>
          <a:p>
            <a:pPr lvl="1"/>
            <a:r>
              <a:rPr lang="ko-KR" altLang="en-US" sz="1200" dirty="0"/>
              <a:t>요청: 원상복구 공사 견적(최신), 변경된 상각 스케줄.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C99B86-8FD0-2B92-081A-A01291B803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5A1EA7-C8F5-E1F1-FC57-E4F1FE778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b="1" dirty="0">
                <a:ea typeface="맑은 고딕" panose="020B0503020000020004" pitchFamily="50" charset="-127"/>
              </a:rPr>
              <a:t>반포 사무실 임차 – 내용연수, 복구충당부채, 보증금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BF4674E-9223-31E3-9C4E-FE8C39BF3D0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1"/>
            <a:r>
              <a:rPr lang="ko-KR" altLang="en-US" sz="1200" dirty="0"/>
              <a:t>전기에 반포 사무실 시설물의 내용연수를 잔여 임차기간(2026년 11월까지)으로 단축하여 감가상각비 340백만원이 추가 인식됨.</a:t>
            </a:r>
          </a:p>
          <a:p>
            <a:pPr lvl="1"/>
            <a:r>
              <a:rPr lang="ko-KR" altLang="en-US" sz="1200" dirty="0"/>
              <a:t>2026.6.15 회사가 연장권을 행사하였고, 임대인이 2026.6.28 회신(신동제26-009호)으로 2027.5.31까지 연장을 승인함(보증금·임대료 동일).</a:t>
            </a:r>
          </a:p>
          <a:p>
            <a:pPr lvl="1"/>
            <a:r>
              <a:rPr lang="ko-KR" altLang="en-US" sz="1200" dirty="0"/>
              <a:t>임대인은 2027.6.1자로 신규 임차인과 계약하였으므로, 회사는 금전정산이 아니라 </a:t>
            </a:r>
            <a:r>
              <a:rPr lang="ko-KR" altLang="en-US" sz="1200" b="1" dirty="0"/>
              <a:t>2027.5.31까지 원상복구 공사를 마치고 반환</a:t>
            </a:r>
            <a:r>
              <a:rPr lang="ko-KR" altLang="en-US" sz="1200" dirty="0"/>
              <a:t>해야 함.</a:t>
            </a:r>
          </a:p>
          <a:p>
            <a:pPr lvl="1"/>
            <a:r>
              <a:rPr lang="ko-KR" altLang="en-US" sz="1200" dirty="0"/>
              <a:t>9월말 현황: 복구충당부채 912백만원, 복구자산(취득원가 844백만원)은 2026년 11월까지 상각 예정, 임차보증금 1,181백만원은 비유동으로 표시.</a:t>
            </a:r>
          </a:p>
        </p:txBody>
      </p:sp>
    </p:spTree>
    <p:extLst>
      <p:ext uri="{BB962C8B-B14F-4D97-AF65-F5344CB8AC3E}">
        <p14:creationId xmlns:p14="http://schemas.microsoft.com/office/powerpoint/2010/main" val="61494015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E82F-6E8B-BEB4-1C18-01F9DF84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9DCD-4E76-7730-5B23-D4DF5FAF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E529F-5328-DC5D-FAB1-63A89A50A4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00" y="673200"/>
            <a:ext cx="115812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전기 기말감사 발견사항 Follow-up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79939-DF27-B8B3-8AD1-3CF4A01739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배경: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C99B86-8FD0-2B92-081A-A01291B803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5A1EA7-C8F5-E1F1-FC57-E4F1FE778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b="1" dirty="0"/>
              <a:t>관세조사 (FY2020~2025)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BF4674E-9223-31E3-9C4E-FE8C39BF3D0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1"/>
            <a:r>
              <a:rPr lang="ko-KR" altLang="en-US" sz="1100" dirty="0"/>
              <a:t>심사 대상기간 2020.12.1~2025.11.30, 실시기간 2025.12.1~2026.6.7(중지 60일 포함), 인천세관. 전기말에는 진행 중이어서 우발부채로 주석 공시함.</a:t>
            </a:r>
          </a:p>
          <a:p>
            <a:pPr lvl="1"/>
            <a:r>
              <a:rPr lang="ko-KR" altLang="en-US" sz="1100" dirty="0"/>
              <a:t>2026.7.23 인천세관 관세조사 결과 통지서: 조사기간 중 보정·수정 </a:t>
            </a:r>
            <a:r>
              <a:rPr lang="ko-KR" altLang="en-US" sz="1100" b="1" dirty="0"/>
              <a:t>193.9백만원</a:t>
            </a:r>
            <a:r>
              <a:rPr lang="ko-KR" altLang="en-US" sz="1100" dirty="0"/>
              <a:t>(관세 13.2, 부가세 141.3, 가산세 39.3백만원)으로 종결됨. 법규 위반 사항은 없음(관세사 결과보고).</a:t>
            </a:r>
          </a:p>
          <a:p>
            <a:pPr lvl="1"/>
            <a:r>
              <a:rPr lang="ko-KR" altLang="en-US" sz="1100" dirty="0"/>
              <a:t>쟁점별(백만원): Rezurock 로열티 과세가격 가산누락(부가세 109, 가산세 22), 임상의약품 R&amp;D 단가 오류(관세 12, 부가세 24, 가산세 14), Commercial TP(부가세 7, 가산세 3).</a:t>
            </a:r>
          </a:p>
          <a:p>
            <a:pPr lvl="1"/>
            <a:r>
              <a:rPr lang="ko-KR" altLang="en-US" sz="1100" dirty="0"/>
              <a:t>2026년 4월 수정신고와 납부를 완료함.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60C5747-CF92-616A-A101-37B11D9CEC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/>
              <a:t>감사인 검토의견:</a:t>
            </a: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AB8AD063-1277-368B-D922-FDC36709273B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lvl="1"/>
            <a:r>
              <a:rPr lang="ko-KR" altLang="en-US" sz="1100" dirty="0"/>
              <a:t>결과가 확정되고 납부가 끝났으므로 우발부채 공시는 해소됨. 9월말 관련 부채 잔액은 없음.</a:t>
            </a:r>
          </a:p>
          <a:p>
            <a:pPr lvl="1"/>
            <a:r>
              <a:rPr lang="ko-KR" altLang="en-US" sz="1100" dirty="0"/>
              <a:t>관세와 가산세 52.6백만원이 SAP 78250000(Other tax based on income)으로 처리되어 법인세비용에 포함됨. 법인세가 아니므로 세금과공과로 재분류해야 함(CTM 미만).</a:t>
            </a:r>
          </a:p>
          <a:p>
            <a:pPr lvl="1"/>
            <a:r>
              <a:rPr lang="ko-KR" altLang="en-US" sz="1100" dirty="0"/>
              <a:t>부가세 141.3백만원은 세관이 발급한 수정수입세금계산서(인천세관 109.9·26.3, 부산세관 5.1백만원)로 부가세대급금(26530000)에 처리되었고, 2026년 1기 확정신고(Q2 VAT summary)의 매입세액 공제에 반영됨.</a:t>
            </a:r>
          </a:p>
          <a:p>
            <a:pPr lvl="1"/>
            <a:r>
              <a:rPr lang="ko-KR" altLang="en-US" sz="1100" dirty="0"/>
              <a:t>별도로 2025년 TP 조정 관련 세관 납부액 156.0백만원(2026.4.17)은 제세공과(77900001)로 비용 처리됨. 같은 TP 조정의 수입부가세 688.2백만원은 수정수입세금계산서로 1기 확정신고 시 공제되었고, 156.0백만원에는 수입세금계산서가 없으므로 관세·가산세로 판단됨. 공제 대상이 아니므로 비용 처리는 적정하며, 세목별 구성은 납부고지서로 확인함.</a:t>
            </a:r>
          </a:p>
          <a:p>
            <a:pPr lvl="1"/>
            <a:r>
              <a:rPr lang="ko-KR" altLang="en-US" sz="1100" dirty="0"/>
              <a:t>관세사 개선권고(TP 상시 모니터링, 임상의약품 가격결정 일관성, 수입요건 검토)는 기말 TP 조정 시 관세 영향 검토와 연계함.</a:t>
            </a:r>
          </a:p>
        </p:txBody>
      </p:sp>
    </p:spTree>
    <p:extLst>
      <p:ext uri="{BB962C8B-B14F-4D97-AF65-F5344CB8AC3E}">
        <p14:creationId xmlns:p14="http://schemas.microsoft.com/office/powerpoint/2010/main" val="61494015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3353-3227-9D17-17DE-056494B5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당기 중간감사 발견사항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FE6D7-3823-D11E-4CD0-2DC188FA12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9E218-F110-DA3C-DE6D-4687D76AC9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04</a:t>
            </a:r>
          </a:p>
        </p:txBody>
      </p:sp>
      <p:pic>
        <p:nvPicPr>
          <p:cNvPr id="6" name="Espace réservé pour une image  8">
            <a:extLst>
              <a:ext uri="{FF2B5EF4-FFF2-40B4-BE49-F238E27FC236}">
                <a16:creationId xmlns:a16="http://schemas.microsoft.com/office/drawing/2014/main" id="{29F1018D-5C8B-D23E-1BDA-74D91FB39EC9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4" r="22604"/>
          <a:stretch/>
        </p:blipFill>
        <p:spPr>
          <a:xfrm>
            <a:off x="5508625" y="0"/>
            <a:ext cx="6680200" cy="6858000"/>
          </a:xfrm>
        </p:spPr>
      </p:pic>
    </p:spTree>
    <p:extLst>
      <p:ext uri="{BB962C8B-B14F-4D97-AF65-F5344CB8AC3E}">
        <p14:creationId xmlns:p14="http://schemas.microsoft.com/office/powerpoint/2010/main" val="48876846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E82F-6E8B-BEB4-1C18-01F9DF84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9DCD-4E76-7730-5B23-D4DF5FAF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E529F-5328-DC5D-FAB1-63A89A50A4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00" y="673200"/>
            <a:ext cx="115812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당기 중간감사 발견사항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C99B86-8FD0-2B92-081A-A01291B803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5A1EA7-C8F5-E1F1-FC57-E4F1FE778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b="1" dirty="0"/>
              <a:t>TAXOTERE 사업양도 (1/2) – 보령 관련 거래별 판단 요약</a:t>
            </a:r>
          </a:p>
        </p:txBody>
      </p:sp>
      <p:graphicFrame>
        <p:nvGraphicFramePr>
          <p:cNvPr id="90" name="Table 90"/>
          <p:cNvGraphicFramePr>
            <a:graphicFrameLocks noGrp="1"/>
          </p:cNvGraphicFramePr>
          <p:nvPr/>
        </p:nvGraphicFramePr>
        <p:xfrm>
          <a:off x="301752" y="1965960"/>
          <a:ext cx="11585444" cy="3657600"/>
        </p:xfrm>
        <a:graphic>
          <a:graphicData uri="http://schemas.openxmlformats.org/drawingml/2006/table">
            <a:tbl>
              <a:tblPr firstRow="1" bandRow="1"/>
              <a:tblGrid>
                <a:gridCol w="256842"/>
                <a:gridCol w="2063915"/>
                <a:gridCol w="1605267"/>
                <a:gridCol w="1696997"/>
                <a:gridCol w="4173696"/>
                <a:gridCol w="1788727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거래 (근거·시점)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금액 (백만원)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회사 처리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감사인 판단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후속 조치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1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Closing 재고 매각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APA, 2026.5.29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(7월 수량 true-up 32,530 → 22,592개)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처분대가 1,875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장부가 3,247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처분손실 1,372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영업외비용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"투자자산처분손실"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(SAP 75520700 / 77030700)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사업양도 자산의 처분이므로 영업외 분류 적정. 처분 대상은 투자자산이 아닌 재고자산이므로 계정과목을 "사업양도손실" 또는 "재고자산처분손실"로 변경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계정과목 재분류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(손익 영향 없음)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2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Closing 재고 재매입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TDA 잠정가, 2026.5.29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(실물 이동 없음)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재매입가 3,718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(EUR 48.52 / 155.44)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상품 매입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표준원가와의 차이는 원가차이 자본화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6~8월 전량 판매되었으므로 BS의 원가차이 잔액은 매출원가로 비용 처리해야 함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수정 제안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원가차이 94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3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재매입분 외부판매와 92% 정산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TDA 5.1.1·5.3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(6~8월 판매)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순매출 3,642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× 92% = 3,351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정산 credit 368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매출 총액 인식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정산 미계상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매출: SAK 명의 판매, 신용위험 부담 → 총액 수용(마진 고정은 대리인 지표이나 표시 문제, PM 미달)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정산: 매입가격 조정이므로 매출원가에 반영. 그룹(SWI)이 중앙 정산하므로 SAK 귀속 시에만 계상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그룹 확인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귀속 시 (차) 미수금 / (대) 매출원가 368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4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싱가포르 매입분 외부판매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Closing 이후, Sanofi-Aventis Singapore에서 TP로 매입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7~9월 매입 19,540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(126,868개)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6~9월 판매 약 5,800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매출 총액 인식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SAK가 TP로 매입하여 가격·재고 위험 부담 → 총액 적정. 그룹 지침(관계사 공급 방식 유지)과 일치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조치 없음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5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잔여재고 보령 이전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TDA 13.3.2(d), 2026년 10월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b="1" dirty="0">
                          <a:solidFill>
                            <a:srgbClr val="464B4B"/>
                          </a:solidFill>
                        </a:rPr>
                        <a:t>(MA 이전 완료)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이전가액 약 18,290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원가 15,620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이익 최대 약 2,670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4분기 처리 예정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(그룹 지침: 매출 51100)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Closing 이후 매입한 상품을 시장 순판매가 수준인 TDA 가격으로 판매 → 매출·매출원가. 9월말 기준 비수정 기간후 사건, 손상 불필요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기말 확인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인보이스·인도 증빙·환율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1" name="Note 91"/>
          <p:cNvSpPr txBox="1"/>
          <p:nvPr/>
        </p:nvSpPr>
        <p:spPr>
          <a:xfrm>
            <a:off x="301752" y="5897880"/>
            <a:ext cx="8686800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ko-KR" altLang="en-US" sz="900" dirty="0"/>
              <a:t>MARCO 마진 재작성(손실 보전)은 그룹 관리회계에 한정되며, SAK 장부에 대한 보전은 없음. 금액 산식과 판단 근거는 다음 페이지 참조.</a:t>
            </a:r>
          </a:p>
        </p:txBody>
      </p:sp>
    </p:spTree>
    <p:extLst>
      <p:ext uri="{BB962C8B-B14F-4D97-AF65-F5344CB8AC3E}">
        <p14:creationId xmlns:p14="http://schemas.microsoft.com/office/powerpoint/2010/main" val="61494015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E82F-6E8B-BEB4-1C18-01F9DF84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9DCD-4E76-7730-5B23-D4DF5FAF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E529F-5328-DC5D-FAB1-63A89A50A4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00" y="673200"/>
            <a:ext cx="115812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당기 중간감사 발견사항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79939-DF27-B8B3-8AD1-3CF4A01739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단가 비교: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3B12F7-0974-78C5-8F4E-DBAA82EF2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/>
              <a:t>주요 판단 근거: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A851A3-E7A5-741E-9E9C-6C2730DC0EC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lvl="1"/>
            <a:r>
              <a:rPr lang="ko-KR" altLang="en-US" sz="1000" b="1" dirty="0"/>
              <a:t>총액·순액:</a:t>
            </a:r>
            <a:r>
              <a:rPr lang="ko-KR" altLang="en-US" sz="1000" dirty="0"/>
              <a:t> SAK 장부에서 마진이 고정되는 것은 재매입분 외부판매(순매출 36억원)뿐이고, 정산이 SAK에 귀속되는 경우에 한함. 그룹이 시장 매출로 보지 않는 것(slide 19)은 SWI 차원의 구조임. 순액이더라도 매출·매출원가 각 약 34억원 감소하는 표시 문제(PM 미달).</a:t>
            </a:r>
          </a:p>
          <a:p>
            <a:pPr lvl="1"/>
            <a:r>
              <a:rPr lang="ko-KR" altLang="en-US" sz="1000" b="1" dirty="0"/>
              <a:t>정산 credit 368백만원:</a:t>
            </a:r>
            <a:r>
              <a:rPr lang="ko-KR" altLang="en-US" sz="1000" dirty="0"/>
              <a:t> 재매입분 순매출 3,642 × 92% = 3,351, 잠정가 지급액 3,718과의 차액.</a:t>
            </a:r>
          </a:p>
          <a:p>
            <a:pPr lvl="1"/>
            <a:r>
              <a:rPr lang="ko-KR" altLang="en-US" sz="1000" b="1" dirty="0"/>
              <a:t>10월 이전의 매출 분류:</a:t>
            </a:r>
            <a:r>
              <a:rPr lang="ko-KR" altLang="en-US" sz="1000" dirty="0"/>
              <a:t> 9월말 재고는 모두 Closing 이후 7~9월 입고분(배치 5F579A, 6F002A~6F007A)으로 APA 양도 대상 자산이 아님. 따라서 영업외인 1번 거래와 구분됨.</a:t>
            </a:r>
          </a:p>
          <a:p>
            <a:pPr lvl="1"/>
            <a:r>
              <a:rPr lang="ko-KR" altLang="en-US" sz="1000" b="1" dirty="0"/>
              <a:t>이전 이익 약 27억원:</a:t>
            </a:r>
            <a:r>
              <a:rPr lang="ko-KR" altLang="en-US" sz="1000" dirty="0"/>
              <a:t> 20mg 52,685개 × EUR 48.52 + 80mg 50,356개 × EUR 155.44 = EUR 10.38백만 × 1,761.71원(7월 true-up 환율) = 182.9억원 − 장부가 156.2억원. 10월 판매분 차감 전이며 인보이스일 환율로 재계산 필요.</a:t>
            </a:r>
          </a:p>
          <a:p>
            <a:pPr lvl="1"/>
            <a:r>
              <a:rPr lang="ko-KR" altLang="en-US" sz="1000" b="1" dirty="0"/>
              <a:t>요청:</a:t>
            </a:r>
            <a:r>
              <a:rPr lang="ko-KR" altLang="en-US" sz="1000" dirty="0"/>
              <a:t> 그룹 서면 확인(정산 배분·재청구), 10월 인보이스·수량·세금계산서·인도 증빙, APA 원문.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C99B86-8FD0-2B92-081A-A01291B803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5A1EA7-C8F5-E1F1-FC57-E4F1FE778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b="1" dirty="0"/>
              <a:t>TAXOTERE 사업양도 (2/2) – 판단 근거 및 산식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BF4674E-9223-31E3-9C4E-FE8C39BF3D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1752" y="4434840"/>
            <a:ext cx="5650992" cy="1234440"/>
          </a:xfrm>
        </p:spPr>
        <p:txBody>
          <a:bodyPr/>
          <a:lstStyle/>
          <a:p>
            <a:pPr lvl="1"/>
            <a:r>
              <a:rPr lang="ko-KR" altLang="en-US" sz="1000" dirty="0"/>
              <a:t>TDA 가격은 실제 순판매가보다 약 4~5% 높음 → 잠정가로는 손실, 92% 정산으로 8% 마진 확보 구조(Closing 지침 slide 17: "roughly the Net Market Selling Price").</a:t>
            </a:r>
          </a:p>
          <a:p>
            <a:pPr lvl="1"/>
            <a:r>
              <a:rPr lang="ko-KR" altLang="en-US" sz="1000" dirty="0"/>
              <a:t>Closing 매각가는 사업양도 협상 가격으로 표준원가의 54~69% 수준임.</a:t>
            </a:r>
          </a:p>
        </p:txBody>
      </p:sp>
      <p:graphicFrame>
        <p:nvGraphicFramePr>
          <p:cNvPr id="92" name="Table 92"/>
          <p:cNvGraphicFramePr>
            <a:graphicFrameLocks noGrp="1"/>
          </p:cNvGraphicFramePr>
          <p:nvPr/>
        </p:nvGraphicFramePr>
        <p:xfrm>
          <a:off x="301752" y="2606040"/>
          <a:ext cx="5650989" cy="1645920"/>
        </p:xfrm>
        <a:graphic>
          <a:graphicData uri="http://schemas.openxmlformats.org/drawingml/2006/table">
            <a:tbl>
              <a:tblPr firstRow="1" bandRow="1"/>
              <a:tblGrid>
                <a:gridCol w="2192922"/>
                <a:gridCol w="1012117"/>
                <a:gridCol w="1012117"/>
                <a:gridCol w="1433833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구분 (단위당)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20mg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80mg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950" b="1" dirty="0">
                          <a:solidFill>
                            <a:srgbClr val="FFFFFF"/>
                          </a:solidFill>
                        </a:rPr>
                        <a:t>근거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0072C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① Closing 매각가 (APA)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EUR 28.87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EUR 72.74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회사 요약자료*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② 표준원가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EUR 41.76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EUR 135.13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회사 자료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③ 그룹 이전가격 (싱가포르)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71,743원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233,485원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관계사 인보이스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④ TDA 가격 (재매입·10월 이전)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85,478원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273,840원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TDA 5.2.2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solidFill>
                      <a:srgbClr val="F4F4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⑤ 실제 순판매가 (6~8월)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81,770원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262,291원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50" dirty="0">
                          <a:solidFill>
                            <a:srgbClr val="464B4B"/>
                          </a:solidFill>
                        </a:rPr>
                        <a:t>KE24</a:t>
                      </a:r>
                    </a:p>
                  </a:txBody>
                  <a:tcPr marL="45720" marR="45720" marT="22860" marB="22860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B1B3B3"/>
                      </a:solidFill>
                    </a:lnT>
                    <a:lnB w="6350">
                      <a:solidFill>
                        <a:srgbClr val="B1B3B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3" name="Note 93"/>
          <p:cNvSpPr txBox="1"/>
          <p:nvPr/>
        </p:nvSpPr>
        <p:spPr>
          <a:xfrm>
            <a:off x="301752" y="5760720"/>
            <a:ext cx="5650992" cy="20116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marL="0" indent="0">
              <a:buNone/>
            </a:pPr>
            <a:r>
              <a:rPr lang="ko-KR" altLang="en-US" sz="850" dirty="0"/>
              <a:t>* APA 원문 미입수. ④는 EUR 48.52 / 155.44를 1,761.71원(7월 true-up 환율)으로 환산, ⑤는 KE24 순매출 ÷ 판매수량.</a:t>
            </a:r>
          </a:p>
        </p:txBody>
      </p:sp>
    </p:spTree>
    <p:extLst>
      <p:ext uri="{BB962C8B-B14F-4D97-AF65-F5344CB8AC3E}">
        <p14:creationId xmlns:p14="http://schemas.microsoft.com/office/powerpoint/2010/main" val="61494015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E82F-6E8B-BEB4-1C18-01F9DF84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9DCD-4E76-7730-5B23-D4DF5FAF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E529F-5328-DC5D-FAB1-63A89A50A4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00" y="673200"/>
            <a:ext cx="115812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당기 중간감사 발견사항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79939-DF27-B8B3-8AD1-3CF4A01739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Caprelsa: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3B12F7-0974-78C5-8F4E-DBAA82EF2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Rodogyl: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A851A3-E7A5-741E-9E9C-6C2730DC0EC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lvl="1"/>
            <a:r>
              <a:rPr lang="ko-KR" altLang="en-US" sz="1100" dirty="0"/>
              <a:t>국내 판매를 중단하고 2026년 8월 품목허가를 자진 취하함. 2026년 매출은 없고 반품 16,166개(순매출 −37.2백만원)만 있음.</a:t>
            </a:r>
          </a:p>
          <a:p>
            <a:pPr lvl="1"/>
            <a:r>
              <a:rPr lang="ko-KR" altLang="en-US" sz="1100" dirty="0"/>
              <a:t>9월말 재고 7,214개(12.5백만원)는 모두 반품재고로 판매할 수 없으므로 전액 평가손실 또는 폐기 대상임.</a:t>
            </a:r>
          </a:p>
          <a:p>
            <a:pPr lvl="1"/>
            <a:r>
              <a:rPr lang="ko-KR" altLang="en-US" sz="1100" dirty="0"/>
              <a:t>향후 시장 반품은 25~50백만원으로 추정됨: 1~9월 반품 추세(월평균 약 1,800개 × 개당 매출차감 약 2,300원 = 월 약 4백만원)가 6~12개월 더 이어진다고 가정함. 시장 잔여재고 자료에 따른 추정은 아님. CTM(194백만원)에 미달하며, 반품충당부채 반영 여부를 확인함.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C99B86-8FD0-2B92-081A-A01291B803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5A1EA7-C8F5-E1F1-FC57-E4F1FE778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b="1" dirty="0">
                <a:ea typeface="맑은 고딕" panose="020B0503020000020004" pitchFamily="50" charset="-127"/>
              </a:rPr>
              <a:t>기타 글로벌 양도 품목 – </a:t>
            </a:r>
            <a:r>
              <a:rPr lang="ko-KR" altLang="en-US" b="1" dirty="0" err="1">
                <a:ea typeface="맑은 고딕" panose="020B0503020000020004" pitchFamily="50" charset="-127"/>
              </a:rPr>
              <a:t>Caprelsa</a:t>
            </a:r>
            <a:r>
              <a:rPr lang="ko-KR" altLang="en-US" b="1" dirty="0">
                <a:ea typeface="맑은 고딕" panose="020B0503020000020004" pitchFamily="50" charset="-127"/>
              </a:rPr>
              <a:t> 및 </a:t>
            </a:r>
            <a:r>
              <a:rPr lang="ko-KR" altLang="en-US" b="1" dirty="0" err="1">
                <a:ea typeface="맑은 고딕" panose="020B0503020000020004" pitchFamily="50" charset="-127"/>
              </a:rPr>
              <a:t>Rodogyl</a:t>
            </a:r>
            <a:endParaRPr lang="ko-KR" altLang="en-US" b="1" dirty="0">
              <a:ea typeface="맑은 고딕" panose="020B0503020000020004" pitchFamily="50" charset="-127"/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BF4674E-9223-31E3-9C4E-FE8C39BF3D0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1"/>
            <a:r>
              <a:rPr lang="ko-KR" altLang="en-US" sz="1100" dirty="0"/>
              <a:t>글로벌로 Esteve에 양도되었고, 국내 판권은 KIMS Pharma에 부여될 예정임. 국내 허가 이전은 2027년 4월 예정이며, 회사는 본사 가이드를 받지 못함.</a:t>
            </a:r>
          </a:p>
          <a:p>
            <a:pPr lvl="1"/>
            <a:r>
              <a:rPr lang="ko-KR" altLang="en-US" sz="1100" dirty="0"/>
              <a:t>회사는 여전히 그룹 이전가격으로 매입해 자기 계산으로 판매함: 1~9월 순매출 1,488백만원, 매출원가 986백만원, 9월말 재고 782백만원.</a:t>
            </a:r>
          </a:p>
          <a:p>
            <a:pPr lvl="1"/>
            <a:r>
              <a:rPr lang="ko-KR" altLang="en-US" sz="1100" dirty="0"/>
              <a:t>Taxotere TDA와 같은 조건(순매출의 92%를 매수인에게 지급)이 SAK에 적용된다고 가정하면 미계상 정산액은 최대 약 383백만원임(1~9월 순매출 1,488 × 92% = 1,369 − 장부 매출원가 986, Closing일이 2026년 1월 이전이라고 가정).</a:t>
            </a:r>
          </a:p>
          <a:p>
            <a:pPr lvl="1"/>
            <a:r>
              <a:rPr lang="ko-KR" altLang="en-US" sz="1100" dirty="0"/>
              <a:t>다만 Taxotere처럼 정산을 그룹이 중앙에서 하고 SAK에 배분하지 않는다면 SAK 영향은 없음.</a:t>
            </a:r>
          </a:p>
          <a:p>
            <a:pPr lvl="1"/>
            <a:r>
              <a:rPr lang="ko-KR" altLang="en-US" sz="1100" dirty="0"/>
              <a:t>요청: APA, Closing 기준일, TDA, 본사 회계 가이드.</a:t>
            </a:r>
          </a:p>
        </p:txBody>
      </p:sp>
    </p:spTree>
    <p:extLst>
      <p:ext uri="{BB962C8B-B14F-4D97-AF65-F5344CB8AC3E}">
        <p14:creationId xmlns:p14="http://schemas.microsoft.com/office/powerpoint/2010/main" val="61494015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E82F-6E8B-BEB4-1C18-01F9DF84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9DCD-4E76-7730-5B23-D4DF5FAF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E529F-5328-DC5D-FAB1-63A89A50A4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00" y="673200"/>
            <a:ext cx="115812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당기 중간감사 발견사항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79939-DF27-B8B3-8AD1-3CF4A01739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신규 사무실 임차 (역삼 센터필드):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3B12F7-0974-78C5-8F4E-DBAA82EF2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주식기준보상 (</a:t>
            </a:r>
            <a:r>
              <a:rPr lang="ko-KR" altLang="en-US" dirty="0" err="1">
                <a:ea typeface="맑은 고딕" panose="020B0503020000020004" pitchFamily="50" charset="-127"/>
              </a:rPr>
              <a:t>Action</a:t>
            </a:r>
            <a:r>
              <a:rPr lang="ko-KR" altLang="en-US" dirty="0"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ea typeface="맑은 고딕" panose="020B0503020000020004" pitchFamily="50" charset="-127"/>
              </a:rPr>
              <a:t>share</a:t>
            </a:r>
            <a:r>
              <a:rPr lang="ko-KR" altLang="en-US" dirty="0">
                <a:ea typeface="맑은 고딕" panose="020B0503020000020004" pitchFamily="50" charset="-127"/>
              </a:rPr>
              <a:t>):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A851A3-E7A5-741E-9E9C-6C2730DC0EC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지배기업(Sanofi)이 SAK 임직원의 본사 주식 구매 시 20% 할인과 무상주를 제공하고, 그룹은 SAK에 재청구하지 않음.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일반기업회계기준 19.3, 19.A60(사례 14): 종속기업은 보상원가 전액을 비용으로 인식하고 같은 금액을 지배기업의 자본 출자(자본잉여금)로 처리함. SAK는 이를 처리하지 않음.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할인분은 약 26</a:t>
            </a:r>
            <a:r>
              <a:rPr lang="en-US" altLang="ko-KR" sz="1200" dirty="0"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ea typeface="맑은 고딕" panose="020B0503020000020004" pitchFamily="50" charset="-127"/>
              </a:rPr>
              <a:t>백만원으로 추정되며 여기에 무상주(부여일 공정가치)가 더해져야 함. 즉시 가득되며(19.12) 이후 환입하지 않음(19.18). 자본 총계는 변하지 않음.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한국 귀속 주식 부여내역을 </a:t>
            </a:r>
            <a:r>
              <a:rPr lang="en-US" altLang="ko-KR" sz="1200" dirty="0">
                <a:ea typeface="맑은 고딕" panose="020B0503020000020004" pitchFamily="50" charset="-127"/>
              </a:rPr>
              <a:t>P&amp;C</a:t>
            </a:r>
            <a:r>
              <a:rPr lang="ko-KR" altLang="en-US" sz="1200" dirty="0">
                <a:ea typeface="맑은 고딕" panose="020B0503020000020004" pitchFamily="50" charset="-127"/>
              </a:rPr>
              <a:t>팀에 요청함. 과거 </a:t>
            </a:r>
            <a:r>
              <a:rPr lang="ko-KR" altLang="en-US" sz="1200" dirty="0" err="1">
                <a:ea typeface="맑은 고딕" panose="020B0503020000020004" pitchFamily="50" charset="-127"/>
              </a:rPr>
              <a:t>회차도</a:t>
            </a:r>
            <a:r>
              <a:rPr lang="ko-KR" altLang="en-US" sz="1200" dirty="0">
                <a:ea typeface="맑은 고딕" panose="020B0503020000020004" pitchFamily="50" charset="-127"/>
              </a:rPr>
              <a:t> </a:t>
            </a:r>
            <a:r>
              <a:rPr lang="ko-KR" altLang="en-US" sz="1200" dirty="0" err="1">
                <a:ea typeface="맑은 고딕" panose="020B0503020000020004" pitchFamily="50" charset="-127"/>
              </a:rPr>
              <a:t>회계처리되지</a:t>
            </a:r>
            <a:r>
              <a:rPr lang="ko-KR" altLang="en-US" sz="1200" dirty="0">
                <a:ea typeface="맑은 고딕" panose="020B0503020000020004" pitchFamily="50" charset="-127"/>
              </a:rPr>
              <a:t> 않았으므로 누적액과 중요성을 검토함.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C99B86-8FD0-2B92-081A-A01291B803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5A1EA7-C8F5-E1F1-FC57-E4F1FE778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b="1" dirty="0">
                <a:ea typeface="맑은 고딕" panose="020B0503020000020004" pitchFamily="50" charset="-127"/>
              </a:rPr>
              <a:t>신규 사무실 임차 및 주식기준보상(</a:t>
            </a:r>
            <a:r>
              <a:rPr lang="ko-KR" altLang="en-US" b="1" dirty="0" err="1">
                <a:ea typeface="맑은 고딕" panose="020B0503020000020004" pitchFamily="50" charset="-127"/>
              </a:rPr>
              <a:t>Action</a:t>
            </a:r>
            <a:r>
              <a:rPr lang="ko-KR" altLang="en-US" b="1" dirty="0"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ea typeface="맑은 고딕" panose="020B0503020000020004" pitchFamily="50" charset="-127"/>
              </a:rPr>
              <a:t>share</a:t>
            </a:r>
            <a:r>
              <a:rPr lang="ko-KR" altLang="en-US" b="1" dirty="0"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BF4674E-9223-31E3-9C4E-FE8C39BF3D0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1"/>
            <a:r>
              <a:rPr lang="ko-KR" altLang="en-US" sz="1100" dirty="0"/>
              <a:t>2026.5.29 계약 체결: 역삼 센터필드 WEST 12층. 임차기간 2026.12.16~2033.12.15(84개월, 최소 의무사용기간). 월 임대료 240백만원, 고정관리비 61백만원이며 매년 3%와 소비자물가상승률 중 높은 쪽으로 인상됨.</a:t>
            </a:r>
          </a:p>
          <a:p>
            <a:pPr lvl="1"/>
            <a:r>
              <a:rPr lang="ko-KR" altLang="en-US" sz="1100" dirty="0"/>
              <a:t>보증금 2,402백만원: 30%(721백만원)는 6월 지급, 잔금 1,681백만원은 2026.12.15 지급 예정.</a:t>
            </a:r>
          </a:p>
          <a:p>
            <a:pPr lvl="1"/>
            <a:r>
              <a:rPr lang="ko-KR" altLang="en-US" sz="1100" dirty="0"/>
              <a:t>약정사항 주석: 해지불능 운용리스의 미래 최소리스료(임대료만, 관리비 제외)를 기간별로 공시함(일반기업회계기준 제13장). 연 3% 최저 인상률 가정, 부가세 제외(백만원):</a:t>
            </a:r>
          </a:p>
          <a:p>
            <a:pPr lvl="2"/>
            <a:r>
              <a:rPr lang="ko-KR" altLang="en-US" sz="1000" dirty="0"/>
              <a:t>9월말 기준: 1년 이내 2,282, 1년 초과~5년 12,344, 5년 초과 7,458, 합계 22,083</a:t>
            </a:r>
          </a:p>
          <a:p>
            <a:pPr lvl="2"/>
            <a:r>
              <a:rPr lang="ko-KR" altLang="en-US" sz="1000" dirty="0"/>
              <a:t>기말 기준: 1년 이내 2,886, 1년 초과~5년 12,435, 5년 초과 6,639, 합계 21,959</a:t>
            </a:r>
          </a:p>
          <a:p>
            <a:pPr lvl="1"/>
            <a:r>
              <a:rPr lang="ko-KR" altLang="en-US" sz="1100" dirty="0"/>
              <a:t>고정관리비는 용역 대가이므로 최소리스료에서 제외함. 보증금 잔금 지급 약정은 별도로 기재함.</a:t>
            </a:r>
          </a:p>
          <a:p>
            <a:pPr lvl="1"/>
            <a:r>
              <a:rPr lang="ko-KR" altLang="en-US" sz="1100" dirty="0"/>
              <a:t>입주공사비는 자산과 비용으로 구분해야 함. 시설을 설치하는 시점(2027년)에 복구충당부채를 새로 인식함. 렌트프리 조항이 없으므로 공사기간 임대료는 비용 처리함.</a:t>
            </a:r>
          </a:p>
        </p:txBody>
      </p:sp>
    </p:spTree>
    <p:extLst>
      <p:ext uri="{BB962C8B-B14F-4D97-AF65-F5344CB8AC3E}">
        <p14:creationId xmlns:p14="http://schemas.microsoft.com/office/powerpoint/2010/main" val="61494015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3353-3227-9D17-17DE-056494B5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미결사항 및 기말감사 준비사항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FE6D7-3823-D11E-4CD0-2DC188FA12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9E218-F110-DA3C-DE6D-4687D76AC9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05</a:t>
            </a:r>
          </a:p>
        </p:txBody>
      </p:sp>
      <p:pic>
        <p:nvPicPr>
          <p:cNvPr id="6" name="Espace réservé pour une image  8">
            <a:extLst>
              <a:ext uri="{FF2B5EF4-FFF2-40B4-BE49-F238E27FC236}">
                <a16:creationId xmlns:a16="http://schemas.microsoft.com/office/drawing/2014/main" id="{29F1018D-5C8B-D23E-1BDA-74D91FB39EC9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04" r="22604"/>
          <a:stretch/>
        </p:blipFill>
        <p:spPr>
          <a:xfrm>
            <a:off x="5508625" y="0"/>
            <a:ext cx="6680200" cy="6858000"/>
          </a:xfrm>
        </p:spPr>
      </p:pic>
    </p:spTree>
    <p:extLst>
      <p:ext uri="{BB962C8B-B14F-4D97-AF65-F5344CB8AC3E}">
        <p14:creationId xmlns:p14="http://schemas.microsoft.com/office/powerpoint/2010/main" val="48876846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E82F-6E8B-BEB4-1C18-01F9DF84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9DCD-4E76-7730-5B23-D4DF5FAF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사노피-아벤티스 코리아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E529F-5328-DC5D-FAB1-63A89A50A4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000" y="673200"/>
            <a:ext cx="11581200" cy="360000"/>
          </a:xfrm>
        </p:spPr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미결사항 및 기말감사 준비사항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79939-DF27-B8B3-8AD1-3CF4A01739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미결사항 (회사 요청 자료):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3B12F7-0974-78C5-8F4E-DBAA82EF2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>
                <a:ea typeface="맑은 고딕" panose="020B0503020000020004" pitchFamily="50" charset="-127"/>
              </a:rPr>
              <a:t>기말감사 준비사항: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A851A3-E7A5-741E-9E9C-6C2730DC0EC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금융기관 조회 및 법률 조회 – 1월 초 (주거래은행 변경 반영, 공단 관련 은행 지급보증 470억원 등 보증 확인)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채권·채무 조회 – 1월 초 (표본 추출용 상세 명세 준비)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기말 재고실사 – 12월 (반품·유효기간 경과·양도 품목 재고 포함)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기말 시점 RSA, VRP, 복구충당부채 재측정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센터필드 리스 약정사항 주석 및 입주공사비 구분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재무제표 및 주석 – 기말감사 현장 투입 전(2027년 2월)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C99B86-8FD0-2B92-081A-A01291B803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21C06D9-4617-44B0-8711-1EF1C439A609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5A1EA7-C8F5-E1F1-FC57-E4F1FE778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ko-KR" altLang="en-US" b="1" dirty="0">
                <a:ea typeface="맑은 고딕" panose="020B0503020000020004" pitchFamily="50" charset="-127"/>
              </a:rPr>
              <a:t>2026년 10월 23일 현재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BF4674E-9223-31E3-9C4E-FE8C39BF3D0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Taxotere: TDA true-up 및 재청구에 대한 그룹 확인, 10월 재고 이전 인보이스와 수량, 품목허가 이전 증빙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Dupixent RSA: 설정 계산 파일, 공단 고지서, 누적 청구액과 CAP 추정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VRP: '25 Drive 2 미확인 잔액(2,901백만원) 환입 여부, 2026년 프로그램과 퇴직합의서 2건의 대응관계 및 산정 근거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Caprelsa: APA, Closing일, 과도기 유통 조건, 본사 가이드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Statutory 조정: 이익잉여금 직접 차감(1,132.9백만원) 근거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한독 인센티브 정산(10월), Action 2026 그룹 IFRS 2 한국 귀속분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반포 원상복구 공사 견적(최신), 2025년 TP 조정 세관 납부액(156.0백만원)의 세목별 구성(납부고지서)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ea typeface="맑은 고딕" panose="020B0503020000020004" pitchFamily="50" charset="-127"/>
              </a:rPr>
              <a:t>그룹 요청 자본잉여금 근거(2019년 젠자임코리아 합병, 일반기업회계기준 제32장)</a:t>
            </a:r>
          </a:p>
        </p:txBody>
      </p:sp>
    </p:spTree>
    <p:extLst>
      <p:ext uri="{BB962C8B-B14F-4D97-AF65-F5344CB8AC3E}">
        <p14:creationId xmlns:p14="http://schemas.microsoft.com/office/powerpoint/2010/main" val="61494015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Forvis_Mazars">
      <a:dk1>
        <a:srgbClr val="464B4B"/>
      </a:dk1>
      <a:lt1>
        <a:srgbClr val="FFFFFF"/>
      </a:lt1>
      <a:dk2>
        <a:srgbClr val="0072CE"/>
      </a:dk2>
      <a:lt2>
        <a:srgbClr val="F4F4F4"/>
      </a:lt2>
      <a:accent1>
        <a:srgbClr val="0072CE"/>
      </a:accent1>
      <a:accent2>
        <a:srgbClr val="4AA7B7"/>
      </a:accent2>
      <a:accent3>
        <a:srgbClr val="171C8F"/>
      </a:accent3>
      <a:accent4>
        <a:srgbClr val="27B093"/>
      </a:accent4>
      <a:accent5>
        <a:srgbClr val="B1B3B3"/>
      </a:accent5>
      <a:accent6>
        <a:srgbClr val="5D93CD"/>
      </a:accent6>
      <a:hlink>
        <a:srgbClr val="5D93CD"/>
      </a:hlink>
      <a:folHlink>
        <a:srgbClr val="84ADD8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rvis Mazars_PPT Template_UK English.potx" id="{6D392853-B240-4CF1-B1E1-5559495C50FB}" vid="{2DE677F1-7F75-4A9D-B31D-2D526B3DAE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13eecd-2e28-48af-b09a-eabd145800b6">
      <Terms xmlns="http://schemas.microsoft.com/office/infopath/2007/PartnerControls"/>
    </lcf76f155ced4ddcb4097134ff3c332f>
    <TaxCatchAll xmlns="7704eb4b-7b49-41f0-8d03-7eb2706c8b8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D6FC144151734F9C09BAEAD681CF33" ma:contentTypeVersion="14" ma:contentTypeDescription="Crée un document." ma:contentTypeScope="" ma:versionID="b9348d5c7bbb5715e1290f92a42e35d3">
  <xsd:schema xmlns:xsd="http://www.w3.org/2001/XMLSchema" xmlns:xs="http://www.w3.org/2001/XMLSchema" xmlns:p="http://schemas.microsoft.com/office/2006/metadata/properties" xmlns:ns2="6d13eecd-2e28-48af-b09a-eabd145800b6" xmlns:ns3="7704eb4b-7b49-41f0-8d03-7eb2706c8b88" targetNamespace="http://schemas.microsoft.com/office/2006/metadata/properties" ma:root="true" ma:fieldsID="ff07f6dce96a60f65dbd9b9356491132" ns2:_="" ns3:_="">
    <xsd:import namespace="6d13eecd-2e28-48af-b09a-eabd145800b6"/>
    <xsd:import namespace="7704eb4b-7b49-41f0-8d03-7eb2706c8b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3eecd-2e28-48af-b09a-eabd145800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ae0aa21-f092-4d7c-8480-48d435008a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04eb4b-7b49-41f0-8d03-7eb2706c8b8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6d6f2df-ddfc-49eb-966c-b6e2e2089bda}" ma:internalName="TaxCatchAll" ma:showField="CatchAllData" ma:web="7704eb4b-7b49-41f0-8d03-7eb2706c8b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82A6A5-3555-4A44-A5D6-9A2B831D9C99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7704eb4b-7b49-41f0-8d03-7eb2706c8b88"/>
    <ds:schemaRef ds:uri="http://purl.org/dc/elements/1.1/"/>
    <ds:schemaRef ds:uri="http://schemas.microsoft.com/office/infopath/2007/PartnerControls"/>
    <ds:schemaRef ds:uri="http://www.w3.org/XML/1998/namespace"/>
    <ds:schemaRef ds:uri="6d13eecd-2e28-48af-b09a-eabd145800b6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FA218E-6FCD-4D4D-BFE1-A86DC6AF18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13eecd-2e28-48af-b09a-eabd145800b6"/>
    <ds:schemaRef ds:uri="7704eb4b-7b49-41f0-8d03-7eb2706c8b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01069B-F8A4-4E57-8EF1-B6D8C1D287C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9e9ed43-edf4-4755-925b-76f18f50dbe7}" enabled="0" method="" siteId="{b9e9ed43-edf4-4755-925b-76f18f50db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Forvis Mazars_PPT Template_UK English</Template>
  <TotalTime>1261</TotalTime>
  <Words>2196</Words>
  <Application>Microsoft Office PowerPoint</Application>
  <PresentationFormat>와이드스크린</PresentationFormat>
  <Paragraphs>233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Aptos</vt:lpstr>
      <vt:lpstr>Arial</vt:lpstr>
      <vt:lpstr>Calibri</vt:lpstr>
      <vt:lpstr>Office 테마</vt:lpstr>
      <vt:lpstr>사노피-아벤티스 코리아</vt:lpstr>
      <vt:lpstr>목차</vt:lpstr>
      <vt:lpstr>감사 일정</vt:lpstr>
      <vt:lpstr>사노피-아벤티스 코리아</vt:lpstr>
      <vt:lpstr>프로세스별 WTT 및 TOC 진행결과</vt:lpstr>
      <vt:lpstr>사노피-아벤티스 코리아</vt:lpstr>
      <vt:lpstr>사노피-아벤티스 코리아</vt:lpstr>
      <vt:lpstr>전기 기말감사 발견사항 Follow-up</vt:lpstr>
      <vt:lpstr>사노피-아벤티스 코리아</vt:lpstr>
      <vt:lpstr>사노피-아벤티스 코리아</vt:lpstr>
      <vt:lpstr>사노피-아벤티스 코리아</vt:lpstr>
      <vt:lpstr>당기 중간감사 발견사항</vt:lpstr>
      <vt:lpstr>사노피-아벤티스 코리아</vt:lpstr>
      <vt:lpstr>사노피-아벤티스 코리아</vt:lpstr>
      <vt:lpstr>사노피-아벤티스 코리아</vt:lpstr>
      <vt:lpstr>사노피-아벤티스 코리아</vt:lpstr>
      <vt:lpstr>미결사항 및 기말감사 준비사항</vt:lpstr>
      <vt:lpstr>사노피-아벤티스 코리아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Se-Hoon Han</dc:creator>
  <cp:lastModifiedBy>Se-Hoon Han</cp:lastModifiedBy>
  <cp:revision>7</cp:revision>
  <dcterms:created xsi:type="dcterms:W3CDTF">2025-10-15T06:15:58Z</dcterms:created>
  <dcterms:modified xsi:type="dcterms:W3CDTF">2026-10-23T04:11:30Z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0x01010070D6FC144151734F9C09BAEAD681CF33</vt:lpwstr>
  </property>
  <property fmtid="{D5CDD505-2E9C-101B-9397-08002B2CF9AE}" pid="3" name="MediaServiceImageTags">
    <vt:lpwstr/>
  </property>
</Properties>
</file>