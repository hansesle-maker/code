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427" r:id="rId25"/>
    <p:sldId id="428" r:id="rId26"/>
    <p:sldId id="429" r:id="rId27"/>
    <p:sldId id="430" r:id="rId28"/>
    <p:sldId id="431" r:id="rId29"/>
    <p:sldId id="432" r:id="rId30"/>
    <p:sldId id="433" r:id="rId31"/>
    <p:sldId id="434" r:id="rId32"/>
    <p:sldId id="435" r:id="rId33"/>
    <p:sldId id="436" r:id="rId34"/>
    <p:sldId id="437" r:id="rId35"/>
    <p:sldId id="438" r:id="rId36"/>
    <p:sldId id="439" r:id="rId37"/>
    <p:sldId id="440" r:id="rId38"/>
    <p:sldId id="441" r:id="rId39"/>
    <p:sldId id="442" r:id="rId40"/>
    <p:sldId id="443" r:id="rId41"/>
    <p:sldId id="444" r:id="rId42"/>
    <p:sldId id="445" r:id="rId43"/>
    <p:sldId id="446" r:id="rId44"/>
    <p:sldId id="447" r:id="rId45"/>
    <p:sldId id="448" r:id="rId46"/>
    <p:sldId id="449" r:id="rId47"/>
    <p:sldId id="450" r:id="rId48"/>
    <p:sldId id="451" r:id="rId49"/>
    <p:sldId id="452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5282A"/>
    <a:srgbClr val="FFFFFF"/>
    <a:srgbClr val="B1B3B3"/>
    <a:srgbClr val="E1E7E9"/>
    <a:srgbClr val="F4F4F4"/>
    <a:srgbClr val="994878"/>
    <a:srgbClr val="E66C73"/>
    <a:srgbClr val="4AA7B7"/>
    <a:srgbClr val="27B093"/>
    <a:srgbClr val="7113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E62243-DB81-4F2B-8BA0-3D780BD629CF}" v="4" dt="2026-02-13T04:43:47.01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86410" autoAdjust="0"/>
  </p:normalViewPr>
  <p:slideViewPr>
    <p:cSldViewPr snapToGrid="0" showGuides="1">
      <p:cViewPr varScale="1">
        <p:scale>
          <a:sx n="101" d="100"/>
          <a:sy n="101" d="100"/>
        </p:scale>
        <p:origin x="1260" y="312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-13250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19376"/>
    </p:cViewPr>
  </p:sorterViewPr>
  <p:notesViewPr>
    <p:cSldViewPr snapToGrid="0" showGuides="1">
      <p:cViewPr varScale="1">
        <p:scale>
          <a:sx n="117" d="100"/>
          <a:sy n="117" d="100"/>
        </p:scale>
        <p:origin x="4184" y="88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2" Type="http://schemas.openxmlformats.org/officeDocument/2006/relationships/customXml" Target="../customXml/item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24" Type="http://schemas.microsoft.com/office/2015/10/relationships/revisionInfo" Target="revisionInfo.xml"/><Relationship Id="rId23" Type="http://schemas.openxmlformats.org/officeDocument/2006/relationships/tableStyles" Target="tableStyles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22" Type="http://schemas.openxmlformats.org/officeDocument/2006/relationships/theme" Target="theme/theme1.xml"/>  <Relationship Id="rId25" Type="http://schemas.openxmlformats.org/officeDocument/2006/relationships/slide" Target="slides/slide14.xml"/>
  <Relationship Id="rId26" Type="http://schemas.openxmlformats.org/officeDocument/2006/relationships/slide" Target="slides/slide15.xml"/>
  <Relationship Id="rId27" Type="http://schemas.openxmlformats.org/officeDocument/2006/relationships/slide" Target="slides/slide16.xml"/>
  <Relationship Id="rId28" Type="http://schemas.openxmlformats.org/officeDocument/2006/relationships/slide" Target="slides/slide17.xml"/>
  <Relationship Id="rId29" Type="http://schemas.openxmlformats.org/officeDocument/2006/relationships/slide" Target="slides/slide18.xml"/>
  <Relationship Id="rId30" Type="http://schemas.openxmlformats.org/officeDocument/2006/relationships/slide" Target="slides/slide19.xml"/>
  <Relationship Id="rId31" Type="http://schemas.openxmlformats.org/officeDocument/2006/relationships/slide" Target="slides/slide20.xml"/>
  <Relationship Id="rId32" Type="http://schemas.openxmlformats.org/officeDocument/2006/relationships/slide" Target="slides/slide21.xml"/>
  <Relationship Id="rId33" Type="http://schemas.openxmlformats.org/officeDocument/2006/relationships/slide" Target="slides/slide22.xml"/>
  <Relationship Id="rId34" Type="http://schemas.openxmlformats.org/officeDocument/2006/relationships/slide" Target="slides/slide23.xml"/>
  <Relationship Id="rId35" Type="http://schemas.openxmlformats.org/officeDocument/2006/relationships/slide" Target="slides/slide24.xml"/>
  <Relationship Id="rId36" Type="http://schemas.openxmlformats.org/officeDocument/2006/relationships/slide" Target="slides/slide25.xml"/>
  <Relationship Id="rId37" Type="http://schemas.openxmlformats.org/officeDocument/2006/relationships/slide" Target="slides/slide26.xml"/>
  <Relationship Id="rId38" Type="http://schemas.openxmlformats.org/officeDocument/2006/relationships/slide" Target="slides/slide27.xml"/>
  <Relationship Id="rId39" Type="http://schemas.openxmlformats.org/officeDocument/2006/relationships/slide" Target="slides/slide28.xml"/>
  <Relationship Id="rId40" Type="http://schemas.openxmlformats.org/officeDocument/2006/relationships/slide" Target="slides/slide29.xml"/>
  <Relationship Id="rId41" Type="http://schemas.openxmlformats.org/officeDocument/2006/relationships/slide" Target="slides/slide30.xml"/>
  <Relationship Id="rId42" Type="http://schemas.openxmlformats.org/officeDocument/2006/relationships/slide" Target="slides/slide31.xml"/>
  <Relationship Id="rId43" Type="http://schemas.openxmlformats.org/officeDocument/2006/relationships/slide" Target="slides/slide32.xml"/>
  <Relationship Id="rId44" Type="http://schemas.openxmlformats.org/officeDocument/2006/relationships/slide" Target="slides/slide33.xml"/>
  <Relationship Id="rId45" Type="http://schemas.openxmlformats.org/officeDocument/2006/relationships/slide" Target="slides/slide34.xml"/>
  <Relationship Id="rId46" Type="http://schemas.openxmlformats.org/officeDocument/2006/relationships/slide" Target="slides/slide35.xml"/>
  <Relationship Id="rId47" Type="http://schemas.openxmlformats.org/officeDocument/2006/relationships/slide" Target="slides/slide36.xml"/>
  <Relationship Id="rId48" Type="http://schemas.openxmlformats.org/officeDocument/2006/relationships/slide" Target="slides/slide37.xml"/>
  <Relationship Id="rId49" Type="http://schemas.openxmlformats.org/officeDocument/2006/relationships/slide" Target="slides/slide38.xml"/>
  <Relationship Id="rId50" Type="http://schemas.openxmlformats.org/officeDocument/2006/relationships/slide" Target="slides/slide3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29AAD27-AF1E-3276-F64C-E24DD3C9D69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106297-72C7-0612-7611-0739473673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71FD7E-7453-412A-9D9A-67248BEACEC8}" type="datetimeFigureOut">
              <a:rPr lang="en-GB" smtClean="0"/>
              <a:t>13/02/2026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7DE446-DCD2-634E-6E7D-2B6CC9FA702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E7209B-478D-FE16-8BB2-A67423D4E2F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D9B360-C774-49CA-835F-5A4EA981ED5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500622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735BF1-9CEA-4069-8947-4F338367F244}" type="datetimeFigureOut">
              <a:rPr lang="en-GB" smtClean="0"/>
              <a:t>13/02/2026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5652C4-8DDB-4486-9682-2F893AB472A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522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ForvisMazarsGrp" TargetMode="External"/><Relationship Id="rId7" Type="http://schemas.openxmlformats.org/officeDocument/2006/relationships/image" Target="../media/image1.wmf"/><Relationship Id="rId2" Type="http://schemas.openxmlformats.org/officeDocument/2006/relationships/hyperlink" Target="https://www.linkedin.com/company/forvis-mazars-group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@ForvisMazarsGroup" TargetMode="External"/><Relationship Id="rId5" Type="http://schemas.openxmlformats.org/officeDocument/2006/relationships/hyperlink" Target="https://www.facebook.com/ForvisMazarsGroup/" TargetMode="External"/><Relationship Id="rId4" Type="http://schemas.openxmlformats.org/officeDocument/2006/relationships/hyperlink" Target="https://www.instagram.com/forvismazarsgroup/" TargetMode="External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ForvisMazarsGrp" TargetMode="External"/><Relationship Id="rId2" Type="http://schemas.openxmlformats.org/officeDocument/2006/relationships/hyperlink" Target="https://www.linkedin.com/company/forvis-mazars-group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@ForvisMazarsGroup" TargetMode="External"/><Relationship Id="rId5" Type="http://schemas.openxmlformats.org/officeDocument/2006/relationships/hyperlink" Target="https://www.facebook.com/ForvisMazarsGroup/" TargetMode="External"/><Relationship Id="rId4" Type="http://schemas.openxmlformats.org/officeDocument/2006/relationships/hyperlink" Target="https://www.instagram.com/forvismazarsgroup/" TargetMode="External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ForvisMazarsGrp" TargetMode="External"/><Relationship Id="rId2" Type="http://schemas.openxmlformats.org/officeDocument/2006/relationships/hyperlink" Target="https://www.linkedin.com/company/forvis-mazars-group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@ForvisMazarsGroup" TargetMode="External"/><Relationship Id="rId5" Type="http://schemas.openxmlformats.org/officeDocument/2006/relationships/hyperlink" Target="https://www.facebook.com/ForvisMazarsGroup/" TargetMode="External"/><Relationship Id="rId4" Type="http://schemas.openxmlformats.org/officeDocument/2006/relationships/hyperlink" Target="https://www.instagram.com/forvismazarsgroup/" TargetMode="Externa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page - large frame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842C18B-1D7A-8DC7-E58C-751F7B00082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5400" y="304800"/>
            <a:ext cx="11581200" cy="38808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DB710B25-B2C0-3F46-B52E-75BA79935C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92447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page - large frame - true 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842C18B-1D7A-8DC7-E58C-751F7B00082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5400" y="304800"/>
            <a:ext cx="11581200" cy="38808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222313-E3E8-84C6-CDEF-E7A032ED39D8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4" name="Gruppieren 4">
            <a:extLst>
              <a:ext uri="{FF2B5EF4-FFF2-40B4-BE49-F238E27FC236}">
                <a16:creationId xmlns:a16="http://schemas.microsoft.com/office/drawing/2014/main" id="{60F69E8D-6EAC-C523-6D4F-3094B23E4F7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5" name="Freihandform: Form 5">
              <a:extLst>
                <a:ext uri="{FF2B5EF4-FFF2-40B4-BE49-F238E27FC236}">
                  <a16:creationId xmlns:a16="http://schemas.microsoft.com/office/drawing/2014/main" id="{D8CCB833-4D26-6E84-CE0F-C6BDD9B360C0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7" name="Freihandform: Form 7">
              <a:extLst>
                <a:ext uri="{FF2B5EF4-FFF2-40B4-BE49-F238E27FC236}">
                  <a16:creationId xmlns:a16="http://schemas.microsoft.com/office/drawing/2014/main" id="{9D8EF2C9-8044-BF09-7BD5-FC217FC1C36E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75FFCF2B-36B1-E9E1-6454-DB5E5126A9E2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00229647-D500-1E99-3780-98C950CF9967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DDE1FB26-5287-29DD-E7CC-ABE2C5D80182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42DD437E-E732-01DD-B08A-1341F623BBD1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659FA363-CC0C-311C-EA78-2108E0955EE7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3B195A27-C87C-7EC1-7C14-C3570A80454C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6BE52C14-7F20-D492-16F6-2D84936494E8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626B4A82-B6AC-8F7D-83D9-176D53BF0407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B8292199-BEAB-8239-63A7-61A652179638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D53D3ECF-A5D3-63EF-497C-800A752A7918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3609761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variant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9672C7E-019D-FBA3-7F09-750C25D0C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4800" y="304800"/>
            <a:ext cx="11588400" cy="54612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276053-E50C-CB63-D92A-41737B158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000" y="4410000"/>
            <a:ext cx="9000000" cy="36000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3FFB69B-3E28-CA70-1686-15A87280500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0000" y="4789050"/>
            <a:ext cx="9000000" cy="360000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7D72957C-E4A1-D746-E9BB-011A50F22C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000" y="5277525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3" name="Grafik 11">
            <a:extLst>
              <a:ext uri="{FF2B5EF4-FFF2-40B4-BE49-F238E27FC236}">
                <a16:creationId xmlns:a16="http://schemas.microsoft.com/office/drawing/2014/main" id="{DA62EBDD-3F1D-BDF5-7D5C-3E151E11FD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70873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variant - true 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9672C7E-019D-FBA3-7F09-750C25D0C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4800" y="304800"/>
            <a:ext cx="11588400" cy="54612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276053-E50C-CB63-D92A-41737B158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000" y="4410000"/>
            <a:ext cx="9000000" cy="36000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3FFB69B-3E28-CA70-1686-15A87280500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0000" y="4789050"/>
            <a:ext cx="9000000" cy="360000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7D72957C-E4A1-D746-E9BB-011A50F22C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000" y="5277525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4260D-B98A-A7AC-8629-E5E4D4C12FBE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4" name="Gruppieren 4">
            <a:extLst>
              <a:ext uri="{FF2B5EF4-FFF2-40B4-BE49-F238E27FC236}">
                <a16:creationId xmlns:a16="http://schemas.microsoft.com/office/drawing/2014/main" id="{1AF32F02-02F7-7E2F-5EB2-8AB49F02BAA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A82DF783-91BE-0B1F-594A-9BDE3AF2DF72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8" name="Freihandform: Form 7">
              <a:extLst>
                <a:ext uri="{FF2B5EF4-FFF2-40B4-BE49-F238E27FC236}">
                  <a16:creationId xmlns:a16="http://schemas.microsoft.com/office/drawing/2014/main" id="{1AE181C6-DF38-3B6A-29DC-0514335710F2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" name="Freihandform: Form 9">
              <a:extLst>
                <a:ext uri="{FF2B5EF4-FFF2-40B4-BE49-F238E27FC236}">
                  <a16:creationId xmlns:a16="http://schemas.microsoft.com/office/drawing/2014/main" id="{E556F98D-CF46-F45C-E725-39D4E969D18D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DCF7744F-4013-AE3D-AB78-30AC2E721431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6A8A9A34-FDAA-EC87-ACBD-70DC545FFE68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F21FE68C-6E55-1882-29D0-5AD972D282CF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6AF80BBB-B267-E2A9-3663-7BD9FF7A9BAE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F1986D68-2438-502E-D769-1DE90DD71CE3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72F092E1-B34B-E0A7-83B2-6614DDCDA1D6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FE398BD6-EEC5-437E-E55B-C14762FB717A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31917980-0094-58C0-0C63-F1A3B14E61A7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03E446E7-776A-D674-727D-F1DC674B357D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303100029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1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city skyline at night&#10;&#10;Description automatically generated">
            <a:extLst>
              <a:ext uri="{FF2B5EF4-FFF2-40B4-BE49-F238E27FC236}">
                <a16:creationId xmlns:a16="http://schemas.microsoft.com/office/drawing/2014/main" id="{8023B119-BF14-0762-F3EF-63C9E5A9C2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3FAD8840-041F-A3D8-1509-F5EADE485C8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7" name="Supergraphic - shape">
            <a:extLst>
              <a:ext uri="{FF2B5EF4-FFF2-40B4-BE49-F238E27FC236}">
                <a16:creationId xmlns:a16="http://schemas.microsoft.com/office/drawing/2014/main" id="{6BAB0110-FF2C-8EE6-125B-57AD0A5D3266}"/>
              </a:ext>
            </a:extLst>
          </p:cNvPr>
          <p:cNvSpPr/>
          <p:nvPr userDrawn="1"/>
        </p:nvSpPr>
        <p:spPr>
          <a:xfrm>
            <a:off x="2521500" y="318792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321216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2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road with a yellow car on it&#10;&#10;Description automatically generated">
            <a:extLst>
              <a:ext uri="{FF2B5EF4-FFF2-40B4-BE49-F238E27FC236}">
                <a16:creationId xmlns:a16="http://schemas.microsoft.com/office/drawing/2014/main" id="{6DD5C5F7-2A1C-8F92-7E7A-AD378379D6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13235"/>
            <a:ext cx="11581200" cy="38771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D6BDED7B-DD3A-263E-B8E2-C2EEEA63C33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14" name="Supergraphic - shape">
            <a:extLst>
              <a:ext uri="{FF2B5EF4-FFF2-40B4-BE49-F238E27FC236}">
                <a16:creationId xmlns:a16="http://schemas.microsoft.com/office/drawing/2014/main" id="{13D132C5-29D3-C65F-52CB-42679B23D596}"/>
              </a:ext>
            </a:extLst>
          </p:cNvPr>
          <p:cNvSpPr/>
          <p:nvPr userDrawn="1"/>
        </p:nvSpPr>
        <p:spPr>
          <a:xfrm>
            <a:off x="2973600" y="318792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49648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3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close up of a building&#10;&#10;Description automatically generated">
            <a:extLst>
              <a:ext uri="{FF2B5EF4-FFF2-40B4-BE49-F238E27FC236}">
                <a16:creationId xmlns:a16="http://schemas.microsoft.com/office/drawing/2014/main" id="{4B64D943-7426-9A0C-37E7-D0300DE75A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2004A3E1-9766-D2A9-53F4-1AEC39F080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7" name="Supergraphic - shape">
            <a:extLst>
              <a:ext uri="{FF2B5EF4-FFF2-40B4-BE49-F238E27FC236}">
                <a16:creationId xmlns:a16="http://schemas.microsoft.com/office/drawing/2014/main" id="{6CF91860-6C86-705F-9C02-E037FF5EF9E3}"/>
              </a:ext>
            </a:extLst>
          </p:cNvPr>
          <p:cNvSpPr/>
          <p:nvPr userDrawn="1"/>
        </p:nvSpPr>
        <p:spPr>
          <a:xfrm>
            <a:off x="5941209" y="314369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00267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4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erson looking up to the sky&#10;&#10;Description automatically generated">
            <a:extLst>
              <a:ext uri="{FF2B5EF4-FFF2-40B4-BE49-F238E27FC236}">
                <a16:creationId xmlns:a16="http://schemas.microsoft.com/office/drawing/2014/main" id="{41C57A33-9F00-B0BB-DC5D-FF8CB1EBE9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5954B60F-7996-FE11-B73E-1414D95F6F8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5" name="Supergraphic - shape">
            <a:extLst>
              <a:ext uri="{FF2B5EF4-FFF2-40B4-BE49-F238E27FC236}">
                <a16:creationId xmlns:a16="http://schemas.microsoft.com/office/drawing/2014/main" id="{C45D0F22-A111-12FA-7F9B-384BF395E0A1}"/>
              </a:ext>
            </a:extLst>
          </p:cNvPr>
          <p:cNvSpPr/>
          <p:nvPr userDrawn="1"/>
        </p:nvSpPr>
        <p:spPr>
          <a:xfrm>
            <a:off x="3360601" y="306000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1449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5 (image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ridge with arches and a body of water&#10;&#10;Description automatically generated">
            <a:extLst>
              <a:ext uri="{FF2B5EF4-FFF2-40B4-BE49-F238E27FC236}">
                <a16:creationId xmlns:a16="http://schemas.microsoft.com/office/drawing/2014/main" id="{9A13D504-A754-8469-21D4-BBB2BAB76E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grpSp>
        <p:nvGrpSpPr>
          <p:cNvPr id="7" name="Gruppieren 4">
            <a:extLst>
              <a:ext uri="{FF2B5EF4-FFF2-40B4-BE49-F238E27FC236}">
                <a16:creationId xmlns:a16="http://schemas.microsoft.com/office/drawing/2014/main" id="{896058C6-59EF-7FF4-FC6F-F9FED024BB3C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8" name="Freihandform: Form 5">
              <a:extLst>
                <a:ext uri="{FF2B5EF4-FFF2-40B4-BE49-F238E27FC236}">
                  <a16:creationId xmlns:a16="http://schemas.microsoft.com/office/drawing/2014/main" id="{F35D3F7C-1E2A-5E1C-BA59-85AFEE7607AB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" name="Freihandform: Form 7">
              <a:extLst>
                <a:ext uri="{FF2B5EF4-FFF2-40B4-BE49-F238E27FC236}">
                  <a16:creationId xmlns:a16="http://schemas.microsoft.com/office/drawing/2014/main" id="{602E3AA9-808E-E0E7-18A3-6A189D961178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9">
              <a:extLst>
                <a:ext uri="{FF2B5EF4-FFF2-40B4-BE49-F238E27FC236}">
                  <a16:creationId xmlns:a16="http://schemas.microsoft.com/office/drawing/2014/main" id="{C9123806-AB4B-2C2A-0F3E-0E4F98D85578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1">
              <a:extLst>
                <a:ext uri="{FF2B5EF4-FFF2-40B4-BE49-F238E27FC236}">
                  <a16:creationId xmlns:a16="http://schemas.microsoft.com/office/drawing/2014/main" id="{41EB2DAB-ACE6-3BBC-F02D-B4945BF49558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2">
              <a:extLst>
                <a:ext uri="{FF2B5EF4-FFF2-40B4-BE49-F238E27FC236}">
                  <a16:creationId xmlns:a16="http://schemas.microsoft.com/office/drawing/2014/main" id="{3167F366-62F3-9735-481A-A36AAB4B15F2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3">
              <a:extLst>
                <a:ext uri="{FF2B5EF4-FFF2-40B4-BE49-F238E27FC236}">
                  <a16:creationId xmlns:a16="http://schemas.microsoft.com/office/drawing/2014/main" id="{69C920B0-3C6C-3B11-32FC-23FDC2AF68E7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4">
              <a:extLst>
                <a:ext uri="{FF2B5EF4-FFF2-40B4-BE49-F238E27FC236}">
                  <a16:creationId xmlns:a16="http://schemas.microsoft.com/office/drawing/2014/main" id="{5B10CF88-A1EA-15AA-8393-69A61075AD9B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5">
              <a:extLst>
                <a:ext uri="{FF2B5EF4-FFF2-40B4-BE49-F238E27FC236}">
                  <a16:creationId xmlns:a16="http://schemas.microsoft.com/office/drawing/2014/main" id="{37DBDD91-7C71-5295-6FBE-4C5334A4C49F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6">
              <a:extLst>
                <a:ext uri="{FF2B5EF4-FFF2-40B4-BE49-F238E27FC236}">
                  <a16:creationId xmlns:a16="http://schemas.microsoft.com/office/drawing/2014/main" id="{0C951265-3EB5-5C9C-2173-84E38E5047CF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7">
              <a:extLst>
                <a:ext uri="{FF2B5EF4-FFF2-40B4-BE49-F238E27FC236}">
                  <a16:creationId xmlns:a16="http://schemas.microsoft.com/office/drawing/2014/main" id="{9D70ADE5-F2C3-1B51-8E1C-3F1218919A63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8">
              <a:extLst>
                <a:ext uri="{FF2B5EF4-FFF2-40B4-BE49-F238E27FC236}">
                  <a16:creationId xmlns:a16="http://schemas.microsoft.com/office/drawing/2014/main" id="{7C7AB827-C0F9-7C59-1EBB-9EF0B6449761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9">
              <a:extLst>
                <a:ext uri="{FF2B5EF4-FFF2-40B4-BE49-F238E27FC236}">
                  <a16:creationId xmlns:a16="http://schemas.microsoft.com/office/drawing/2014/main" id="{9C59B2AB-0A92-431C-3EBD-0C2A4A6C091E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2F23C315-E9D3-E85D-FDA8-A4722F106C10}"/>
              </a:ext>
            </a:extLst>
          </p:cNvPr>
          <p:cNvSpPr txBox="1"/>
          <p:nvPr userDrawn="1"/>
        </p:nvSpPr>
        <p:spPr>
          <a:xfrm>
            <a:off x="-3989272" y="304800"/>
            <a:ext cx="369293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sp>
        <p:nvSpPr>
          <p:cNvPr id="6" name="Supergraphic - shape">
            <a:extLst>
              <a:ext uri="{FF2B5EF4-FFF2-40B4-BE49-F238E27FC236}">
                <a16:creationId xmlns:a16="http://schemas.microsoft.com/office/drawing/2014/main" id="{9728FCA0-32CC-388D-0770-807193532C2B}"/>
              </a:ext>
            </a:extLst>
          </p:cNvPr>
          <p:cNvSpPr/>
          <p:nvPr userDrawn="1"/>
        </p:nvSpPr>
        <p:spPr>
          <a:xfrm>
            <a:off x="5770929" y="304800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960649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BC3C2-FA7F-3AF9-8770-2A0C452FB7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30BCF2-B02B-ED34-3CE1-385F370CD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F124C7-A8E1-C2C4-9251-1FAD4FC4E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2D7ED-E3D6-D344-4CBF-39C6CFF13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4361FFC-8E96-EE12-9B5A-F30BC84A0A4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05998" y="1268413"/>
            <a:ext cx="11581199" cy="4681537"/>
          </a:xfrm>
        </p:spPr>
        <p:txBody>
          <a:bodyPr/>
          <a:lstStyle>
            <a:lvl1pPr marL="271463" indent="-271463"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rabicPeriod"/>
              <a:defRPr sz="1800"/>
            </a:lvl1pPr>
            <a:lvl2pPr marL="625475" indent="-269875">
              <a:buClr>
                <a:schemeClr val="tx2"/>
              </a:buClr>
              <a:buFont typeface="+mj-lt"/>
              <a:buAutoNum type="arabicPeriod"/>
              <a:defRPr sz="1400"/>
            </a:lvl2pPr>
            <a:lvl3pPr marL="808038" indent="-188913">
              <a:buClr>
                <a:schemeClr val="tx2"/>
              </a:buClr>
              <a:buFont typeface="+mj-lt"/>
              <a:buAutoNum type="arabicPeriod"/>
              <a:defRPr sz="1400"/>
            </a:lvl3pPr>
            <a:lvl4pPr marL="1165225" indent="-276225">
              <a:buClr>
                <a:schemeClr val="tx2"/>
              </a:buClr>
              <a:buFont typeface="+mj-lt"/>
              <a:buAutoNum type="arabicPeriod"/>
              <a:defRPr sz="1400"/>
            </a:lvl4pPr>
            <a:lvl5pPr marL="717550" indent="-361950">
              <a:buClr>
                <a:schemeClr val="tx2"/>
              </a:buClr>
              <a:buFont typeface="+mj-lt"/>
              <a:buAutoNum type="arabicPeriod"/>
              <a:defRPr sz="24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  <a:p>
            <a:pPr lvl="2"/>
            <a:r>
              <a:rPr lang="ko-KR" altLang="en-US" noProof="0"/>
              <a:t>세 번째 수준</a:t>
            </a:r>
          </a:p>
          <a:p>
            <a:pPr lvl="3"/>
            <a:r>
              <a:rPr lang="ko-KR" altLang="en-US" noProof="0"/>
              <a:t>네 번째 수준</a:t>
            </a:r>
          </a:p>
        </p:txBody>
      </p:sp>
    </p:spTree>
    <p:extLst>
      <p:ext uri="{BB962C8B-B14F-4D97-AF65-F5344CB8AC3E}">
        <p14:creationId xmlns:p14="http://schemas.microsoft.com/office/powerpoint/2010/main" val="4192640319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BC3C2-FA7F-3AF9-8770-2A0C452FB7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30BCF2-B02B-ED34-3CE1-385F370CD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F124C7-A8E1-C2C4-9251-1FAD4FC4E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2D7ED-E3D6-D344-4CBF-39C6CFF13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5339831-9579-422A-5FD3-167E83B82B3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7601" y="305999"/>
            <a:ext cx="5648400" cy="5643951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2C271A1C-536E-3E60-3582-8E73B02B9B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5999" y="1268413"/>
            <a:ext cx="5648400" cy="4681537"/>
          </a:xfrm>
        </p:spPr>
        <p:txBody>
          <a:bodyPr/>
          <a:lstStyle>
            <a:lvl1pPr marL="271463" indent="-271463"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rabicPeriod"/>
              <a:defRPr sz="1800"/>
            </a:lvl1pPr>
            <a:lvl2pPr marL="625475" indent="-269875">
              <a:buClr>
                <a:schemeClr val="tx2"/>
              </a:buClr>
              <a:buFont typeface="+mj-lt"/>
              <a:buAutoNum type="arabicPeriod"/>
              <a:defRPr sz="1400"/>
            </a:lvl2pPr>
            <a:lvl3pPr marL="808038" indent="-188913">
              <a:buClr>
                <a:schemeClr val="tx2"/>
              </a:buClr>
              <a:buFont typeface="+mj-lt"/>
              <a:buAutoNum type="arabicPeriod"/>
              <a:defRPr sz="1400"/>
            </a:lvl3pPr>
            <a:lvl4pPr marL="1165225" indent="-276225">
              <a:buClr>
                <a:schemeClr val="tx2"/>
              </a:buClr>
              <a:buFont typeface="+mj-lt"/>
              <a:buAutoNum type="arabicPeriod"/>
              <a:defRPr sz="1400"/>
            </a:lvl4pPr>
            <a:lvl5pPr marL="717550" indent="-361950">
              <a:buClr>
                <a:schemeClr val="tx2"/>
              </a:buClr>
              <a:buFont typeface="+mj-lt"/>
              <a:buAutoNum type="arabicPeriod"/>
              <a:defRPr sz="24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  <a:p>
            <a:pPr lvl="2"/>
            <a:r>
              <a:rPr lang="ko-KR" altLang="en-US" noProof="0"/>
              <a:t>세 번째 수준</a:t>
            </a:r>
          </a:p>
          <a:p>
            <a:pPr lvl="3"/>
            <a:r>
              <a:rPr lang="ko-KR" altLang="en-US" noProof="0"/>
              <a:t>네 번째 수준</a:t>
            </a:r>
          </a:p>
        </p:txBody>
      </p:sp>
    </p:spTree>
    <p:extLst>
      <p:ext uri="{BB962C8B-B14F-4D97-AF65-F5344CB8AC3E}">
        <p14:creationId xmlns:p14="http://schemas.microsoft.com/office/powerpoint/2010/main" val="705733031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BC3C2-FA7F-3AF9-8770-2A0C452FB7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999" y="306000"/>
            <a:ext cx="11581200" cy="360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30BCF2-B02B-ED34-3CE1-385F370CD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F124C7-A8E1-C2C4-9251-1FAD4FC4E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2D7ED-E3D6-D344-4CBF-39C6CFF13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6E4DFDC-8584-AECD-0F9B-87A8C0C63B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5999" y="3688080"/>
            <a:ext cx="11581200" cy="2261870"/>
          </a:xfrm>
        </p:spPr>
        <p:txBody>
          <a:bodyPr numCol="2" spcCol="288000"/>
          <a:lstStyle>
            <a:lvl1pPr marL="271463" indent="-271463">
              <a:spcAft>
                <a:spcPts val="1200"/>
              </a:spcAft>
              <a:buClr>
                <a:schemeClr val="tx2"/>
              </a:buClr>
              <a:buFont typeface="+mj-lt"/>
              <a:buAutoNum type="arabicPeriod"/>
              <a:defRPr sz="1800"/>
            </a:lvl1pPr>
            <a:lvl2pPr marL="717550" indent="-361950">
              <a:buClr>
                <a:schemeClr val="tx2"/>
              </a:buClr>
              <a:buFont typeface="+mj-lt"/>
              <a:buAutoNum type="arabicPeriod"/>
              <a:defRPr sz="2400"/>
            </a:lvl2pPr>
            <a:lvl3pPr marL="717550" indent="-361950">
              <a:buClr>
                <a:schemeClr val="tx2"/>
              </a:buClr>
              <a:buFont typeface="+mj-lt"/>
              <a:buAutoNum type="arabicPeriod"/>
              <a:defRPr sz="2400"/>
            </a:lvl3pPr>
            <a:lvl4pPr marL="717550" indent="-361950">
              <a:buClr>
                <a:schemeClr val="tx2"/>
              </a:buClr>
              <a:buFont typeface="+mj-lt"/>
              <a:buAutoNum type="arabicPeriod"/>
              <a:defRPr sz="2400"/>
            </a:lvl4pPr>
            <a:lvl5pPr marL="717550" indent="-361950">
              <a:buClr>
                <a:schemeClr val="tx2"/>
              </a:buClr>
              <a:buFont typeface="+mj-lt"/>
              <a:buAutoNum type="arabicPeriod"/>
              <a:defRPr sz="24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5339831-9579-422A-5FD3-167E83B82B3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260000"/>
            <a:ext cx="12192000" cy="2160587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32990685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Divider - supergraphic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200" y="2314800"/>
            <a:ext cx="4852800" cy="360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5638" y="3067200"/>
            <a:ext cx="4852800" cy="25884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5200" y="1270800"/>
            <a:ext cx="1800000" cy="900000"/>
          </a:xfrm>
        </p:spPr>
        <p:txBody>
          <a:bodyPr anchor="t"/>
          <a:lstStyle>
            <a:lvl1pPr marL="0" indent="0">
              <a:buNone/>
              <a:defRPr sz="6400" b="1"/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Espace réservé pour une image  29">
            <a:extLst>
              <a:ext uri="{FF2B5EF4-FFF2-40B4-BE49-F238E27FC236}">
                <a16:creationId xmlns:a16="http://schemas.microsoft.com/office/drawing/2014/main" id="{1F249D4B-1559-45BB-AF54-7D7EB4A9C65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508000" y="0"/>
            <a:ext cx="6680200" cy="6858000"/>
          </a:xfrm>
          <a:prstGeom prst="parallelogram">
            <a:avLst>
              <a:gd name="adj" fmla="val 37212"/>
            </a:avLst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019319768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supergraphic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2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5638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5200" y="1270800"/>
            <a:ext cx="1800000" cy="900000"/>
          </a:xfrm>
        </p:spPr>
        <p:txBody>
          <a:bodyPr anchor="t"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EB2104-720E-E8DA-5ACF-98ECE73EA2D9}"/>
              </a:ext>
            </a:extLst>
          </p:cNvPr>
          <p:cNvSpPr txBox="1"/>
          <p:nvPr userDrawn="1"/>
        </p:nvSpPr>
        <p:spPr>
          <a:xfrm>
            <a:off x="-3989272" y="304800"/>
            <a:ext cx="369293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sp>
        <p:nvSpPr>
          <p:cNvPr id="3" name="Espace réservé pour une image  29">
            <a:extLst>
              <a:ext uri="{FF2B5EF4-FFF2-40B4-BE49-F238E27FC236}">
                <a16:creationId xmlns:a16="http://schemas.microsoft.com/office/drawing/2014/main" id="{A2053CF4-0553-4808-5E7B-D60BF81A0C9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508000" y="0"/>
            <a:ext cx="6680200" cy="6858000"/>
          </a:xfrm>
          <a:prstGeom prst="parallelogram">
            <a:avLst>
              <a:gd name="adj" fmla="val 37212"/>
            </a:avLst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250534878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supergraphic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2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5638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5200" y="1270800"/>
            <a:ext cx="1800000" cy="900000"/>
          </a:xfrm>
        </p:spPr>
        <p:txBody>
          <a:bodyPr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4686F2-C507-5C4F-D374-7015F44493E8}"/>
              </a:ext>
            </a:extLst>
          </p:cNvPr>
          <p:cNvSpPr txBox="1"/>
          <p:nvPr userDrawn="1"/>
        </p:nvSpPr>
        <p:spPr>
          <a:xfrm>
            <a:off x="-3989272" y="304800"/>
            <a:ext cx="369293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sp>
        <p:nvSpPr>
          <p:cNvPr id="5" name="Espace réservé pour une image  29">
            <a:extLst>
              <a:ext uri="{FF2B5EF4-FFF2-40B4-BE49-F238E27FC236}">
                <a16:creationId xmlns:a16="http://schemas.microsoft.com/office/drawing/2014/main" id="{FA749186-1327-A026-901C-A8DCF556218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508000" y="0"/>
            <a:ext cx="6680200" cy="6858000"/>
          </a:xfrm>
          <a:prstGeom prst="parallelogram">
            <a:avLst>
              <a:gd name="adj" fmla="val 37212"/>
            </a:avLst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3705634626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picture layout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9">
            <a:extLst>
              <a:ext uri="{FF2B5EF4-FFF2-40B4-BE49-F238E27FC236}">
                <a16:creationId xmlns:a16="http://schemas.microsoft.com/office/drawing/2014/main" id="{CF959CCD-D15E-897A-1772-7A00E3555B6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43562" y="306393"/>
            <a:ext cx="5648400" cy="62496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314800"/>
            <a:ext cx="4852800" cy="360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4852800" cy="25884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1270800"/>
            <a:ext cx="1800000" cy="900000"/>
          </a:xfrm>
        </p:spPr>
        <p:txBody>
          <a:bodyPr/>
          <a:lstStyle>
            <a:lvl1pPr marL="0" indent="0">
              <a:buNone/>
              <a:defRPr sz="6400" b="1"/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4673871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picture layout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9">
            <a:extLst>
              <a:ext uri="{FF2B5EF4-FFF2-40B4-BE49-F238E27FC236}">
                <a16:creationId xmlns:a16="http://schemas.microsoft.com/office/drawing/2014/main" id="{CF959CCD-D15E-897A-1772-7A00E3555B6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43562" y="306393"/>
            <a:ext cx="5648400" cy="62496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1270800"/>
            <a:ext cx="1800000" cy="900000"/>
          </a:xfrm>
        </p:spPr>
        <p:txBody>
          <a:bodyPr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9433A1-C798-63C5-0F11-736B090717E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653365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picture layout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9">
            <a:extLst>
              <a:ext uri="{FF2B5EF4-FFF2-40B4-BE49-F238E27FC236}">
                <a16:creationId xmlns:a16="http://schemas.microsoft.com/office/drawing/2014/main" id="{CF959CCD-D15E-897A-1772-7A00E3555B6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43562" y="306393"/>
            <a:ext cx="5648400" cy="62496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1270800"/>
            <a:ext cx="1800000" cy="900000"/>
          </a:xfrm>
        </p:spPr>
        <p:txBody>
          <a:bodyPr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EB3325-FA9F-F961-C408-CA2D663ECC82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2962279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basic layout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023200"/>
            <a:ext cx="5642487" cy="360000"/>
          </a:xfrm>
        </p:spPr>
        <p:txBody>
          <a:bodyPr anchor="t"/>
          <a:lstStyle>
            <a:lvl1pPr>
              <a:defRPr b="1"/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5642048" cy="25884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12163" y="215900"/>
            <a:ext cx="2886150" cy="1602000"/>
          </a:xfrm>
        </p:spPr>
        <p:txBody>
          <a:bodyPr anchor="ctr"/>
          <a:lstStyle>
            <a:lvl1pPr marL="0" indent="0" algn="r">
              <a:buNone/>
              <a:defRPr sz="13800" b="1"/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9983F1-ACEA-BDAB-C2D4-50FBD45F23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6000" y="1557338"/>
            <a:ext cx="5648400" cy="360000"/>
          </a:xfrm>
        </p:spPr>
        <p:txBody>
          <a:bodyPr anchor="t"/>
          <a:lstStyle>
            <a:lvl1pPr marL="0" indent="0">
              <a:buNone/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Section XX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46372785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basic layout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023200"/>
            <a:ext cx="5642487" cy="360000"/>
          </a:xfrm>
        </p:spPr>
        <p:txBody>
          <a:bodyPr anchor="t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5642048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12163" y="215900"/>
            <a:ext cx="2886150" cy="1602000"/>
          </a:xfrm>
        </p:spPr>
        <p:txBody>
          <a:bodyPr anchor="ctr"/>
          <a:lstStyle>
            <a:lvl1pPr marL="0" indent="0" algn="r">
              <a:buNone/>
              <a:defRPr sz="138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9983F1-ACEA-BDAB-C2D4-50FBD45F23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6000" y="1557338"/>
            <a:ext cx="5648400" cy="360000"/>
          </a:xfrm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Section 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5FDC82-2799-FF42-DE43-87A47E4814D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8296670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basic layout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023200"/>
            <a:ext cx="5642487" cy="360000"/>
          </a:xfrm>
        </p:spPr>
        <p:txBody>
          <a:bodyPr anchor="t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5642048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12163" y="215900"/>
            <a:ext cx="2886150" cy="1602000"/>
          </a:xfrm>
        </p:spPr>
        <p:txBody>
          <a:bodyPr anchor="ctr"/>
          <a:lstStyle>
            <a:lvl1pPr marL="0" indent="0" algn="r">
              <a:buNone/>
              <a:defRPr sz="138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9983F1-ACEA-BDAB-C2D4-50FBD45F23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6000" y="1557338"/>
            <a:ext cx="5648400" cy="360000"/>
          </a:xfrm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Section 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F88A7D-E20D-9C04-1C87-655FE2CB09F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2303633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11581200" cy="3969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3442184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 content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1999"/>
            <a:ext cx="11581200" cy="205836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8B080B3-7B7C-93B4-F84D-78B5211F63C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3930364"/>
            <a:ext cx="12193200" cy="2019587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6" name="Freeform 15">
            <a:extLst>
              <a:ext uri="{FF2B5EF4-FFF2-40B4-BE49-F238E27FC236}">
                <a16:creationId xmlns:a16="http://schemas.microsoft.com/office/drawing/2014/main" id="{29C4CBDD-B2F4-6DA2-44F3-F538A967B265}"/>
              </a:ext>
            </a:extLst>
          </p:cNvPr>
          <p:cNvSpPr/>
          <p:nvPr userDrawn="1"/>
        </p:nvSpPr>
        <p:spPr>
          <a:xfrm>
            <a:off x="7999036" y="3930364"/>
            <a:ext cx="3019540" cy="2019586"/>
          </a:xfrm>
          <a:custGeom>
            <a:avLst/>
            <a:gdLst>
              <a:gd name="connsiteX0" fmla="*/ 742160 w 3019540"/>
              <a:gd name="connsiteY0" fmla="*/ 0 h 2019586"/>
              <a:gd name="connsiteX1" fmla="*/ 3019540 w 3019540"/>
              <a:gd name="connsiteY1" fmla="*/ 0 h 2019586"/>
              <a:gd name="connsiteX2" fmla="*/ 2277379 w 3019540"/>
              <a:gd name="connsiteY2" fmla="*/ 2019586 h 2019586"/>
              <a:gd name="connsiteX3" fmla="*/ 0 w 3019540"/>
              <a:gd name="connsiteY3" fmla="*/ 2019586 h 20195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9540" h="2019586">
                <a:moveTo>
                  <a:pt x="742160" y="0"/>
                </a:moveTo>
                <a:lnTo>
                  <a:pt x="3019540" y="0"/>
                </a:lnTo>
                <a:lnTo>
                  <a:pt x="2277379" y="2019586"/>
                </a:lnTo>
                <a:lnTo>
                  <a:pt x="0" y="2019586"/>
                </a:lnTo>
                <a:close/>
              </a:path>
            </a:pathLst>
          </a:custGeom>
          <a:solidFill>
            <a:schemeClr val="bg1">
              <a:alpha val="2451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160224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 content layou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361621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4035136"/>
            <a:ext cx="11581200" cy="1683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8B080B3-7B7C-93B4-F84D-78B5211F63C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1258888"/>
            <a:ext cx="12193200" cy="2165701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9613820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 content layou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13211F2-5B55-5E50-F363-A425A297920F}"/>
              </a:ext>
            </a:extLst>
          </p:cNvPr>
          <p:cNvSpPr/>
          <p:nvPr userDrawn="1"/>
        </p:nvSpPr>
        <p:spPr>
          <a:xfrm>
            <a:off x="0" y="1260000"/>
            <a:ext cx="12192000" cy="2169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428355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860355"/>
            <a:ext cx="11581200" cy="13705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5999" y="3618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06000" y="4035600"/>
            <a:ext cx="11581200" cy="1683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80792561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lternative content layou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13211F2-5B55-5E50-F363-A425A297920F}"/>
              </a:ext>
            </a:extLst>
          </p:cNvPr>
          <p:cNvSpPr/>
          <p:nvPr userDrawn="1"/>
        </p:nvSpPr>
        <p:spPr>
          <a:xfrm>
            <a:off x="0" y="3429000"/>
            <a:ext cx="12192000" cy="25265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11581200" cy="156864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5999" y="3618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06000" y="4035600"/>
            <a:ext cx="11581200" cy="1683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42509005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- bas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5648400" cy="3969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43563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43563" y="1692000"/>
            <a:ext cx="5648400" cy="3969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7168096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58888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5648400" cy="3091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43562" y="21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43563" y="2592000"/>
            <a:ext cx="5648400" cy="3091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7F87247-C211-9AF7-A6A0-806395C2060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05999" y="1258888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</p:spTree>
    <p:extLst>
      <p:ext uri="{BB962C8B-B14F-4D97-AF65-F5344CB8AC3E}">
        <p14:creationId xmlns:p14="http://schemas.microsoft.com/office/powerpoint/2010/main" val="823096360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- banne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70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3132000"/>
            <a:ext cx="5648400" cy="281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43562" y="270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43563" y="3132000"/>
            <a:ext cx="5648400" cy="281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C8821C5-A6FB-D49F-DDED-113327453D8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05999" y="1263305"/>
            <a:ext cx="5648400" cy="1242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1137409A-77D2-E7C9-7EDA-FC9F06F8DB9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237601" y="1263305"/>
            <a:ext cx="5648400" cy="1242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4590453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333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3762000"/>
            <a:ext cx="3668400" cy="179467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333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3762000"/>
            <a:ext cx="3668400" cy="179467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333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3762000"/>
            <a:ext cx="3668400" cy="179467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DCCE1F-07CA-AB40-F546-DC01E18A40D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05999" y="1258888"/>
            <a:ext cx="366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2ADB6C8-AFC8-960F-E3B0-DC264E1965A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264781" y="1258888"/>
            <a:ext cx="366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6C1568C1-CB71-7803-639B-A505F707EFA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223563" y="1258888"/>
            <a:ext cx="366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645141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366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2592000"/>
            <a:ext cx="366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2592000"/>
            <a:ext cx="366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58888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</p:spTree>
    <p:extLst>
      <p:ext uri="{BB962C8B-B14F-4D97-AF65-F5344CB8AC3E}">
        <p14:creationId xmlns:p14="http://schemas.microsoft.com/office/powerpoint/2010/main" val="577181732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no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366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1692000"/>
            <a:ext cx="366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1692000"/>
            <a:ext cx="366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50293757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DCCE1F-07CA-AB40-F546-DC01E18A40D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05999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2ADB6C8-AFC8-960F-E3B0-DC264E1965A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275187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6C1568C1-CB71-7803-639B-A505F707EFA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44375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A4852636-0F70-E002-0651-FFDDB11BF95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213562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006690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banne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DCCE1F-07CA-AB40-F546-DC01E18A40D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05999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2ADB6C8-AFC8-960F-E3B0-DC264E1965A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275187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6C1568C1-CB71-7803-639B-A505F707EFA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44375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A4852636-0F70-E002-0651-FFDDB11BF95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213562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3019745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4804556-2CA6-A3C1-67A1-CB3B7D4C84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</p:spTree>
    <p:extLst>
      <p:ext uri="{BB962C8B-B14F-4D97-AF65-F5344CB8AC3E}">
        <p14:creationId xmlns:p14="http://schemas.microsoft.com/office/powerpoint/2010/main" val="2919984231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no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66112710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1991F-3718-8448-0675-092878A5CA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11584794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DBAFB1-EC08-DFF0-0E3C-E581CEA3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7809E4-8B49-BFC9-B2E3-764C3CAE9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599B82-FC53-E52D-11E6-576CBA459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F62F6C93-9039-61F9-A223-35A55C82FD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115848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E4CF0ECA-EE5C-4248-6024-E2419A195D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56484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4EBE3D16-79BC-145D-104A-8871C7542E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8" y="2160000"/>
            <a:ext cx="5648399" cy="33480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9" name="Content Placeholder 10">
            <a:extLst>
              <a:ext uri="{FF2B5EF4-FFF2-40B4-BE49-F238E27FC236}">
                <a16:creationId xmlns:a16="http://schemas.microsoft.com/office/drawing/2014/main" id="{635868A0-C8FD-A3D7-C412-F83A19CD08B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5999" y="2592000"/>
            <a:ext cx="5648399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F889219-A9F0-B3B8-3D29-8F315E41481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42400" y="1260000"/>
            <a:ext cx="5648400" cy="46899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9038357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fac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1991F-3718-8448-0675-092878A5CA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DBAFB1-EC08-DFF0-0E3C-E581CEA3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7809E4-8B49-BFC9-B2E3-764C3CAE9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599B82-FC53-E52D-11E6-576CBA459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F62F6C93-9039-61F9-A223-35A55C82FD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E4CF0ECA-EE5C-4248-6024-E2419A195D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56484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4EBE3D16-79BC-145D-104A-8871C7542E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8" y="2160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F889219-A9F0-B3B8-3D29-8F315E41481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42400" y="304800"/>
            <a:ext cx="5648400" cy="56451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2439DE8-BAC6-1132-9C68-89C2D648A13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06000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883744B-F36D-8700-9654-01B67F49DCB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06000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1514F61-BD65-F287-0158-FE1E635CA31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72397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B9D29752-2CDB-6A63-C2F8-9A45E5BA0A9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272397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4A55E5F-94F9-02B6-D5BF-BB64FCC807D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05998" y="4068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0BE7F8DB-0BE1-7B02-DE2F-3FD6C246656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06000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D19DCBF7-FA68-3F27-5043-B2A09AA01ED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06000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A0F35B88-6ACA-37E3-019C-B70CD5D6FF7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72397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2" name="Text Placeholder 13">
            <a:extLst>
              <a:ext uri="{FF2B5EF4-FFF2-40B4-BE49-F238E27FC236}">
                <a16:creationId xmlns:a16="http://schemas.microsoft.com/office/drawing/2014/main" id="{F1908FB4-6C1F-E2A9-2C17-0800D5C45C5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3272397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424586442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ey fac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1991F-3718-8448-0675-092878A5CA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DBAFB1-EC08-DFF0-0E3C-E581CEA3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7809E4-8B49-BFC9-B2E3-764C3CAE9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599B82-FC53-E52D-11E6-576CBA459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F62F6C93-9039-61F9-A223-35A55C82FD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E4CF0ECA-EE5C-4248-6024-E2419A195D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56484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4EBE3D16-79BC-145D-104A-8871C7542E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8" y="2160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2439DE8-BAC6-1132-9C68-89C2D648A13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06000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883744B-F36D-8700-9654-01B67F49DCB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06000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1514F61-BD65-F287-0158-FE1E635CA31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72397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B9D29752-2CDB-6A63-C2F8-9A45E5BA0A9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272397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4A55E5F-94F9-02B6-D5BF-BB64FCC807D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05998" y="4068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0BE7F8DB-0BE1-7B02-DE2F-3FD6C246656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06000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D19DCBF7-FA68-3F27-5043-B2A09AA01ED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06000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A0F35B88-6ACA-37E3-019C-B70CD5D6FF7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72397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2" name="Text Placeholder 13">
            <a:extLst>
              <a:ext uri="{FF2B5EF4-FFF2-40B4-BE49-F238E27FC236}">
                <a16:creationId xmlns:a16="http://schemas.microsoft.com/office/drawing/2014/main" id="{F1908FB4-6C1F-E2A9-2C17-0800D5C45C5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3272397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Espace réservé pour une image  29">
            <a:extLst>
              <a:ext uri="{FF2B5EF4-FFF2-40B4-BE49-F238E27FC236}">
                <a16:creationId xmlns:a16="http://schemas.microsoft.com/office/drawing/2014/main" id="{ED358CFF-706E-64A6-81F1-82F7B43F79A4}"/>
              </a:ext>
            </a:extLst>
          </p:cNvPr>
          <p:cNvSpPr>
            <a:spLocks noGrp="1" noChangeAspect="1"/>
          </p:cNvSpPr>
          <p:nvPr>
            <p:ph type="pic" sz="quarter" idx="21"/>
          </p:nvPr>
        </p:nvSpPr>
        <p:spPr>
          <a:xfrm>
            <a:off x="6387206" y="304800"/>
            <a:ext cx="5498794" cy="5645150"/>
          </a:xfrm>
          <a:prstGeom prst="parallelogram">
            <a:avLst>
              <a:gd name="adj" fmla="val 34601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336214639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259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259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05999" y="414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06000" y="457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264781" y="414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264782" y="457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223563" y="414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223564" y="457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21137537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no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1692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1692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05999" y="3672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06000" y="4104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264781" y="3672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264782" y="4104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223563" y="3672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223564" y="4104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80330976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with introduction and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09634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09635" y="2592000"/>
            <a:ext cx="30600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68416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68417" y="2592000"/>
            <a:ext cx="30600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27198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27199" y="2592000"/>
            <a:ext cx="30600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D13B656-6467-C073-C26F-9B2F8CE5D05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1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730BD01E-9314-90AA-551D-128BC858C47A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263584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85CF624A-A380-99FE-C23C-D960C6B51AC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222367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792385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no introductio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8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9" y="1692000"/>
            <a:ext cx="306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3180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73181" y="1692000"/>
            <a:ext cx="306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31962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31963" y="1692000"/>
            <a:ext cx="306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F0581416-50E1-E82F-8528-2CE457CD0CB0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1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5E2DCBAF-B731-246B-C848-100C8423D66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263584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DA4814D1-B27E-08F8-FDF9-168771E1279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222367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215640"/>
      </p:ext>
    </p:extLst>
  </p:cSld>
  <p:clrMapOvr>
    <a:masterClrMapping/>
  </p:clrMapOvr>
  <p:transition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introduction and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6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7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43831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843832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68849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768850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693866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693867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4804556-2CA6-A3C1-67A1-CB3B7D4C84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86439A7-3822-1290-CAC9-BD96F35F8684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0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8881FA82-625B-3A61-C9A7-4B9BB4F3F6E0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31184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8288754-EC19-10D6-B558-74DB97EA1BE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157886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D44BD020-479D-FBFB-D346-B67666EB3AEE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088687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9189387"/>
      </p:ext>
    </p:extLst>
  </p:cSld>
  <p:clrMapOvr>
    <a:masterClrMapping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no introductio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400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4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41200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8412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68000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7680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694799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6948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FA82684E-299D-151D-AC01-7693B8AF2DFC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0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9A680C2D-DE0C-2BE6-C4C1-167AED08BBA8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31184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9DE299DF-DBF8-3F0A-5C70-620983CABF2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157886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328CB566-8AC7-665C-FAB0-976D393A95D7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088687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5753799"/>
      </p:ext>
    </p:extLst>
  </p:cSld>
  <p:clrMapOvr>
    <a:masterClrMapping/>
  </p:clrMapOvr>
  <p:transition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with introduction and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8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9" y="259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3180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73181" y="2592000"/>
            <a:ext cx="3060000" cy="1255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31962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31963" y="2592000"/>
            <a:ext cx="3060000" cy="1255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4398" y="414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914399" y="457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873180" y="414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873181" y="457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831962" y="414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831963" y="457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20" name="Picture Placeholder 14">
            <a:extLst>
              <a:ext uri="{FF2B5EF4-FFF2-40B4-BE49-F238E27FC236}">
                <a16:creationId xmlns:a16="http://schemas.microsoft.com/office/drawing/2014/main" id="{9591626B-58F0-DFE6-D291-D1F74A047BE7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4801" y="199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1" name="Picture Placeholder 14">
            <a:extLst>
              <a:ext uri="{FF2B5EF4-FFF2-40B4-BE49-F238E27FC236}">
                <a16:creationId xmlns:a16="http://schemas.microsoft.com/office/drawing/2014/main" id="{419217D5-9389-E4D4-C7C1-076CA234E5B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4263584" y="199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Picture Placeholder 14">
            <a:extLst>
              <a:ext uri="{FF2B5EF4-FFF2-40B4-BE49-F238E27FC236}">
                <a16:creationId xmlns:a16="http://schemas.microsoft.com/office/drawing/2014/main" id="{ECD36A1E-7B2E-2134-533F-C023B8AFBE3A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222367" y="199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3" name="Picture Placeholder 14">
            <a:extLst>
              <a:ext uri="{FF2B5EF4-FFF2-40B4-BE49-F238E27FC236}">
                <a16:creationId xmlns:a16="http://schemas.microsoft.com/office/drawing/2014/main" id="{3AEC8FD1-28A6-3231-B7EC-2C76E3CBF03A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04801" y="397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4" name="Picture Placeholder 14">
            <a:extLst>
              <a:ext uri="{FF2B5EF4-FFF2-40B4-BE49-F238E27FC236}">
                <a16:creationId xmlns:a16="http://schemas.microsoft.com/office/drawing/2014/main" id="{A67A67F9-C4E6-257B-32E3-A57F1190942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263584" y="397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Picture Placeholder 14">
            <a:extLst>
              <a:ext uri="{FF2B5EF4-FFF2-40B4-BE49-F238E27FC236}">
                <a16:creationId xmlns:a16="http://schemas.microsoft.com/office/drawing/2014/main" id="{38AAB764-B8CC-20D4-676B-A928F053992B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22367" y="397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3880733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no introductio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8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9" y="1692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3180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73181" y="1692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31962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31963" y="1692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4398" y="3672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914399" y="4104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873180" y="3672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873181" y="4104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831962" y="3672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831963" y="4104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2BF23F95-2673-FE84-66E7-82097451E46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4801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0" name="Picture Placeholder 14">
            <a:extLst>
              <a:ext uri="{FF2B5EF4-FFF2-40B4-BE49-F238E27FC236}">
                <a16:creationId xmlns:a16="http://schemas.microsoft.com/office/drawing/2014/main" id="{C7CCFC2C-8E49-1CD8-E77D-05EC46161534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4263584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1" name="Picture Placeholder 14">
            <a:extLst>
              <a:ext uri="{FF2B5EF4-FFF2-40B4-BE49-F238E27FC236}">
                <a16:creationId xmlns:a16="http://schemas.microsoft.com/office/drawing/2014/main" id="{99383212-5E56-5076-CADC-AE74C2E23549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222367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Picture Placeholder 14">
            <a:extLst>
              <a:ext uri="{FF2B5EF4-FFF2-40B4-BE49-F238E27FC236}">
                <a16:creationId xmlns:a16="http://schemas.microsoft.com/office/drawing/2014/main" id="{B23A623D-583C-7275-793F-72445CF17BC5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04801" y="3502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3" name="Picture Placeholder 14">
            <a:extLst>
              <a:ext uri="{FF2B5EF4-FFF2-40B4-BE49-F238E27FC236}">
                <a16:creationId xmlns:a16="http://schemas.microsoft.com/office/drawing/2014/main" id="{85ECF528-F4CD-11DE-C52B-74C6A0536CB6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263584" y="3502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4" name="Picture Placeholder 14">
            <a:extLst>
              <a:ext uri="{FF2B5EF4-FFF2-40B4-BE49-F238E27FC236}">
                <a16:creationId xmlns:a16="http://schemas.microsoft.com/office/drawing/2014/main" id="{770DC091-DD84-E985-38FC-1D5ACA0845A1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22367" y="3502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257565"/>
      </p:ext>
    </p:extLst>
  </p:cSld>
  <p:clrMapOvr>
    <a:masterClrMapping/>
  </p:clrMapOvr>
  <p:transition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AD6B1-3EFA-DC15-FA38-C5DFFE8BD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422800"/>
            <a:ext cx="11581200" cy="360000"/>
          </a:xfrm>
        </p:spPr>
        <p:txBody>
          <a:bodyPr anchor="t"/>
          <a:lstStyle/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823C6B-F584-EFF0-D4B2-F50D4DEE6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E8608B-C9BE-0115-D98A-80D843DB3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BE60D8-D1AB-0B88-66B3-B28585C5A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594359-489A-D8EC-A63B-358473973D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4800" y="2869248"/>
            <a:ext cx="11581200" cy="1590675"/>
          </a:xfrm>
        </p:spPr>
        <p:txBody>
          <a:bodyPr anchor="t"/>
          <a:lstStyle>
            <a:lvl1pPr marL="0" indent="0">
              <a:buNone/>
              <a:defRPr sz="3600" b="1"/>
            </a:lvl1pPr>
            <a:lvl2pPr marL="176213" indent="0">
              <a:buNone/>
              <a:defRPr sz="3600" b="1"/>
            </a:lvl2pPr>
            <a:lvl3pPr marL="357188" indent="0">
              <a:buNone/>
              <a:defRPr sz="3600" b="1"/>
            </a:lvl3pPr>
            <a:lvl4pPr marL="534988" indent="0">
              <a:buNone/>
              <a:defRPr sz="3600" b="1"/>
            </a:lvl4pPr>
            <a:lvl5pPr marL="715963" indent="0">
              <a:buNone/>
              <a:defRPr sz="3600" b="1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124327087"/>
      </p:ext>
    </p:extLst>
  </p:cSld>
  <p:clrMapOvr>
    <a:masterClrMapping/>
  </p:clrMapOvr>
  <p:transition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BEE27-6D9E-2EA1-121A-B2BD253AB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A4EC3D-D47F-716A-A151-ADE5FB2C0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C25ECD-39EC-4E11-7048-B8F19CE2A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252932-21A5-5D5D-CBD0-B1D05162B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0202DCC5-A246-1BAC-FE34-93992F42C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7AC093CF-9094-42B3-E644-4B1D722C808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06000" y="1258889"/>
            <a:ext cx="5648400" cy="4691062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5E81BA9-7009-A36E-9F02-FC2536F7D46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43563" y="1258888"/>
            <a:ext cx="5648400" cy="4240212"/>
          </a:xfrm>
        </p:spPr>
        <p:txBody>
          <a:bodyPr anchor="t"/>
          <a:lstStyle>
            <a:lvl1pPr marL="157163" indent="-157163">
              <a:buNone/>
              <a:defRPr sz="2400" b="1"/>
            </a:lvl1pPr>
            <a:lvl2pPr marL="176213" indent="0">
              <a:buNone/>
              <a:defRPr sz="2400" b="1"/>
            </a:lvl2pPr>
            <a:lvl3pPr marL="357188" indent="0">
              <a:buNone/>
              <a:defRPr sz="2400" b="1"/>
            </a:lvl3pPr>
            <a:lvl4pPr marL="534988" indent="0">
              <a:buNone/>
              <a:defRPr sz="2400" b="1"/>
            </a:lvl4pPr>
            <a:lvl5pPr marL="715963" indent="0">
              <a:buNone/>
              <a:defRPr sz="2400" b="1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DD79567B-BA61-21E3-EB1B-6B95C8E88DE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37602" y="5499100"/>
            <a:ext cx="5648398" cy="450850"/>
          </a:xfrm>
        </p:spPr>
        <p:txBody>
          <a:bodyPr/>
          <a:lstStyle>
            <a:lvl1pPr marL="0" indent="0">
              <a:buNone/>
              <a:defRPr sz="1200" b="1"/>
            </a:lvl1pPr>
            <a:lvl2pPr>
              <a:defRPr sz="1200" b="1"/>
            </a:lvl2pPr>
            <a:lvl3pPr>
              <a:defRPr sz="1200" b="1"/>
            </a:lvl3pPr>
            <a:lvl4pPr>
              <a:defRPr sz="1200" b="1"/>
            </a:lvl4pPr>
            <a:lvl5pPr>
              <a:defRPr sz="1200" b="1"/>
            </a:lvl5pPr>
          </a:lstStyle>
          <a:p>
            <a:pPr lvl="0"/>
            <a:r>
              <a:rPr lang="en-US" dirty="0"/>
              <a:t>Name, Job Title</a:t>
            </a:r>
          </a:p>
        </p:txBody>
      </p:sp>
    </p:spTree>
    <p:extLst>
      <p:ext uri="{BB962C8B-B14F-4D97-AF65-F5344CB8AC3E}">
        <p14:creationId xmlns:p14="http://schemas.microsoft.com/office/powerpoint/2010/main" val="2640916460"/>
      </p:ext>
    </p:extLst>
  </p:cSld>
  <p:clrMapOvr>
    <a:masterClrMapping/>
  </p:clrMapOvr>
  <p:transition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_Quote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E644ABC-A943-3ED6-C41B-5AFF1F1E01A8}"/>
              </a:ext>
            </a:extLst>
          </p:cNvPr>
          <p:cNvSpPr/>
          <p:nvPr userDrawn="1"/>
        </p:nvSpPr>
        <p:spPr>
          <a:xfrm>
            <a:off x="7569201" y="1"/>
            <a:ext cx="4622800" cy="685481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0BEE27-6D9E-2EA1-121A-B2BD253AB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A4EC3D-D47F-716A-A151-ADE5FB2C0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C25ECD-39EC-4E11-7048-B8F19CE2A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252932-21A5-5D5D-CBD0-B1D05162B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0202DCC5-A246-1BAC-FE34-93992F42C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5E81BA9-7009-A36E-9F02-FC2536F7D4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997735" y="1260000"/>
            <a:ext cx="3748720" cy="4239100"/>
          </a:xfrm>
        </p:spPr>
        <p:txBody>
          <a:bodyPr/>
          <a:lstStyle>
            <a:lvl1pPr marL="120650" indent="-120650">
              <a:buNone/>
              <a:defRPr sz="2400" b="0"/>
            </a:lvl1pPr>
            <a:lvl2pPr marL="176213" indent="0">
              <a:buNone/>
              <a:defRPr sz="2400" b="1"/>
            </a:lvl2pPr>
            <a:lvl3pPr marL="357188" indent="0">
              <a:buNone/>
              <a:defRPr sz="2400" b="1"/>
            </a:lvl3pPr>
            <a:lvl4pPr marL="534988" indent="0">
              <a:buNone/>
              <a:defRPr sz="2400" b="1"/>
            </a:lvl4pPr>
            <a:lvl5pPr marL="715963" indent="0">
              <a:buNone/>
              <a:defRPr sz="2400" b="1"/>
            </a:lvl5pPr>
          </a:lstStyle>
          <a:p>
            <a:pPr lvl="0"/>
            <a:r>
              <a:rPr lang="en-US" dirty="0"/>
              <a:t>“Click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F8DBE469-FA96-A611-CE98-0F2F91BDD6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7" y="1260000"/>
            <a:ext cx="7200000" cy="33480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390D26B-A5B3-53AF-787D-CA185DA722E3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5998" y="1692000"/>
            <a:ext cx="720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pic>
        <p:nvPicPr>
          <p:cNvPr id="10" name="Picture 9" descr="Blue letters on a black background&#10;&#10;Description automatically generated">
            <a:extLst>
              <a:ext uri="{FF2B5EF4-FFF2-40B4-BE49-F238E27FC236}">
                <a16:creationId xmlns:a16="http://schemas.microsoft.com/office/drawing/2014/main" id="{A695A264-93AA-CE06-BF63-CD04C406C7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997"/>
            <a:ext cx="1080000" cy="454003"/>
          </a:xfrm>
          <a:prstGeom prst="rect">
            <a:avLst/>
          </a:prstGeom>
        </p:spPr>
      </p:pic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29C61118-65C4-E1C5-E036-604CF0B059E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997735" y="5499100"/>
            <a:ext cx="3748720" cy="450850"/>
          </a:xfrm>
        </p:spPr>
        <p:txBody>
          <a:bodyPr/>
          <a:lstStyle>
            <a:lvl1pPr marL="0" indent="0">
              <a:buNone/>
              <a:defRPr sz="1200" b="1"/>
            </a:lvl1pPr>
            <a:lvl2pPr>
              <a:defRPr sz="1200" b="1"/>
            </a:lvl2pPr>
            <a:lvl3pPr>
              <a:defRPr sz="1200" b="1"/>
            </a:lvl3pPr>
            <a:lvl4pPr>
              <a:defRPr sz="1200" b="1"/>
            </a:lvl4pPr>
            <a:lvl5pPr>
              <a:defRPr sz="1200" b="1"/>
            </a:lvl5pPr>
          </a:lstStyle>
          <a:p>
            <a:pPr lvl="0"/>
            <a:r>
              <a:rPr lang="en-US" dirty="0"/>
              <a:t>Name, Job Title</a:t>
            </a:r>
          </a:p>
        </p:txBody>
      </p:sp>
    </p:spTree>
    <p:extLst>
      <p:ext uri="{BB962C8B-B14F-4D97-AF65-F5344CB8AC3E}">
        <p14:creationId xmlns:p14="http://schemas.microsoft.com/office/powerpoint/2010/main" val="2651509866"/>
      </p:ext>
    </p:extLst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right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59F930D-35CB-01D0-4761-E9A6692624F6}"/>
              </a:ext>
            </a:extLst>
          </p:cNvPr>
          <p:cNvSpPr/>
          <p:nvPr userDrawn="1"/>
        </p:nvSpPr>
        <p:spPr>
          <a:xfrm>
            <a:off x="7569201" y="1"/>
            <a:ext cx="4622800" cy="685481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2FAA43-049E-0EDB-73E3-7ED4429EA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B65ECB-6708-A610-4029-A91BD50C7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3E1FAB-C451-E465-8500-00AEE22D8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B4D2BA-FFC1-18C8-F9F3-DBECD87DE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5F5A8C2-A4E5-0B25-09CD-E49B8737675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pic>
        <p:nvPicPr>
          <p:cNvPr id="8" name="Picture 7" descr="Blue letters on a black background&#10;&#10;Description automatically generated">
            <a:extLst>
              <a:ext uri="{FF2B5EF4-FFF2-40B4-BE49-F238E27FC236}">
                <a16:creationId xmlns:a16="http://schemas.microsoft.com/office/drawing/2014/main" id="{C31CD433-4D6D-8EAB-439A-3F97BE7866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997"/>
            <a:ext cx="1080000" cy="454003"/>
          </a:xfrm>
          <a:prstGeom prst="rect">
            <a:avLst/>
          </a:prstGeom>
        </p:spPr>
      </p:pic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92E247C2-C9E4-83C5-F04A-E5EA50CF0DA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876131" y="1258888"/>
            <a:ext cx="4011069" cy="469106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FC463AB-4BD2-49D5-767F-54FC8EA65B1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7" y="1260000"/>
            <a:ext cx="695840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271815FF-0161-8C49-AB75-C04614AA1BB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5998" y="1692000"/>
            <a:ext cx="6958402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00108508"/>
      </p:ext>
    </p:extLst>
  </p:cSld>
  <p:clrMapOvr>
    <a:masterClrMapping/>
  </p:clrMapOvr>
  <p:transition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6774D-425F-4BC0-2A89-D4FFAD2D27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CD2A33-8FED-378E-7CD7-17B365A7E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581165-1F65-1CE8-67D1-821449075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EC5859-8CFE-67C8-1FC8-66D5E71B9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D3BA3C3-C7E2-5DDF-A5DF-F098DEE555F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30838445"/>
      </p:ext>
    </p:extLst>
  </p:cSld>
  <p:clrMapOvr>
    <a:masterClrMapping/>
  </p:clrMapOvr>
  <p:transition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BEE27-6D9E-2EA1-121A-B2BD253AB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A4EC3D-D47F-716A-A151-ADE5FB2C0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C25ECD-39EC-4E11-7048-B8F19CE2A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252932-21A5-5D5D-CBD0-B1D05162B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0202DCC5-A246-1BAC-FE34-93992F42C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672A2661-F0D3-EA1A-1204-1F0DD20230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000" y="1260000"/>
            <a:ext cx="3276128" cy="360000"/>
          </a:xfrm>
        </p:spPr>
        <p:txBody>
          <a:bodyPr anchor="t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Our team</a:t>
            </a:r>
            <a:endParaRPr lang="en-GB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6AAF7BD-B690-19AE-85DD-D64C07178B9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800" y="1692000"/>
            <a:ext cx="3277200" cy="1501775"/>
          </a:xfrm>
        </p:spPr>
        <p:txBody>
          <a:bodyPr anchor="t"/>
          <a:lstStyle>
            <a:lvl1pPr marL="0" indent="0">
              <a:buNone/>
              <a:defRPr sz="2400" b="1"/>
            </a:lvl1pPr>
            <a:lvl2pPr marL="176213" indent="0">
              <a:buNone/>
              <a:defRPr sz="2400" b="1"/>
            </a:lvl2pPr>
            <a:lvl3pPr marL="357188" indent="0">
              <a:buNone/>
              <a:defRPr sz="2400" b="1"/>
            </a:lvl3pPr>
            <a:lvl4pPr marL="534988" indent="0">
              <a:buNone/>
              <a:defRPr sz="2400" b="1"/>
            </a:lvl4pPr>
            <a:lvl5pPr marL="715963" indent="0">
              <a:buNone/>
              <a:defRPr sz="2400" b="1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D23521A-6BFC-0413-2BE0-68637565C49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821498" y="1260000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1" name="Picture Placeholder 19">
            <a:extLst>
              <a:ext uri="{FF2B5EF4-FFF2-40B4-BE49-F238E27FC236}">
                <a16:creationId xmlns:a16="http://schemas.microsoft.com/office/drawing/2014/main" id="{777DA299-DF9F-AA0B-EBD9-B89A2B27B94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973498" y="1260000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Picture Placeholder 19">
            <a:extLst>
              <a:ext uri="{FF2B5EF4-FFF2-40B4-BE49-F238E27FC236}">
                <a16:creationId xmlns:a16="http://schemas.microsoft.com/office/drawing/2014/main" id="{9EDEE6B0-32AE-5C3F-B6C7-53332D9C70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821498" y="3652524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3" name="Picture Placeholder 19">
            <a:extLst>
              <a:ext uri="{FF2B5EF4-FFF2-40B4-BE49-F238E27FC236}">
                <a16:creationId xmlns:a16="http://schemas.microsoft.com/office/drawing/2014/main" id="{62F9F762-D9F9-DA71-29D1-C79016D1A8D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973498" y="3652524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E33872C5-04BF-F8E7-4D24-9D0D57B1BB2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706949" y="2117664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26" name="Text Placeholder 24">
            <a:extLst>
              <a:ext uri="{FF2B5EF4-FFF2-40B4-BE49-F238E27FC236}">
                <a16:creationId xmlns:a16="http://schemas.microsoft.com/office/drawing/2014/main" id="{FBD4C676-D3A0-7C78-8E0C-1156D9E4EFC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706949" y="2538000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5A2D47DF-6C80-9D62-8F40-BED8626C265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858949" y="2117664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28" name="Text Placeholder 24">
            <a:extLst>
              <a:ext uri="{FF2B5EF4-FFF2-40B4-BE49-F238E27FC236}">
                <a16:creationId xmlns:a16="http://schemas.microsoft.com/office/drawing/2014/main" id="{124E0AA2-5A10-C4F8-7FF7-3331E936DA9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858949" y="2538000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8BDB34A3-36A9-DFDC-3C94-2120F1A7EB4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706949" y="4510188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30" name="Text Placeholder 24">
            <a:extLst>
              <a:ext uri="{FF2B5EF4-FFF2-40B4-BE49-F238E27FC236}">
                <a16:creationId xmlns:a16="http://schemas.microsoft.com/office/drawing/2014/main" id="{A3717ED6-BDEA-E997-D0EF-C7FC7E6B0A2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706949" y="4930524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  <p:sp>
        <p:nvSpPr>
          <p:cNvPr id="31" name="Text Placeholder 24">
            <a:extLst>
              <a:ext uri="{FF2B5EF4-FFF2-40B4-BE49-F238E27FC236}">
                <a16:creationId xmlns:a16="http://schemas.microsoft.com/office/drawing/2014/main" id="{46608C4E-A3D0-8547-0277-9E3C281776B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858949" y="4510188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32" name="Text Placeholder 24">
            <a:extLst>
              <a:ext uri="{FF2B5EF4-FFF2-40B4-BE49-F238E27FC236}">
                <a16:creationId xmlns:a16="http://schemas.microsoft.com/office/drawing/2014/main" id="{2F90C55D-5300-4742-EBF6-164AB6B4FC3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858949" y="4930524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77402494"/>
      </p:ext>
    </p:extLst>
  </p:cSld>
  <p:clrMapOvr>
    <a:masterClrMapping/>
  </p:clrMapOvr>
  <p:transition>
    <p:fade/>
  </p:transition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D119A-5205-549D-6A59-CF6BFED54E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C064FE-D615-C9B5-75EB-0193E382B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E10F5C-6B52-D19B-BD1F-10CBDAB3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E66C31-CED2-A64E-05C1-0BADF0DA9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98E2DB3B-3EB6-21F1-DD6A-DB825E3FBF0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5A7CD79-A047-3B0B-707A-9346E33EB8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B40880E-2441-2036-7E0C-9AF61B5CE48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11E5CD3-DC74-79A2-F9C5-9B34E0A4C00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2D45A9F-31F5-55C8-2DA7-272DC34A4FD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0EB16D30-D682-728D-096A-539D025158CE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06388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1516F45-D716-2ECB-DE30-47451F44508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352550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F9034FFE-349E-57E0-A97B-B0259AF286C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52550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BC84830A-754F-D374-A275-A566E5B2F199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6388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87A6012A-D91F-C88E-5F6A-A0C9D7978C3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52550" y="47870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D799F34D-A198-85E8-B6FA-D894213C8C5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352550" y="50727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1" name="Picture Placeholder 10">
            <a:extLst>
              <a:ext uri="{FF2B5EF4-FFF2-40B4-BE49-F238E27FC236}">
                <a16:creationId xmlns:a16="http://schemas.microsoft.com/office/drawing/2014/main" id="{F6A0002E-ADB8-E7E8-623B-31F88EBD745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6103938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D831397A-CDEC-9164-A6D0-2344B10DA3C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150100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92CEEA47-9458-21D6-F801-54AF0CCF87E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150100" y="2355729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4" name="Picture Placeholder 10">
            <a:extLst>
              <a:ext uri="{FF2B5EF4-FFF2-40B4-BE49-F238E27FC236}">
                <a16:creationId xmlns:a16="http://schemas.microsoft.com/office/drawing/2014/main" id="{B59B1DAC-4F74-27F5-E442-B0BF36F38D40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103938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68FB1F47-A580-6EF2-B61C-7D815366968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150100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8106A885-6035-680F-D7B6-51F11F3E359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150100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7" name="Picture Placeholder 10">
            <a:extLst>
              <a:ext uri="{FF2B5EF4-FFF2-40B4-BE49-F238E27FC236}">
                <a16:creationId xmlns:a16="http://schemas.microsoft.com/office/drawing/2014/main" id="{92B06F5C-A2A7-FCFF-5C59-BFDF8B42917B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103938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F992B224-4A32-4EEF-BF74-6290FB9D35A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7150100" y="47870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7BCB4226-7823-5B28-3999-86D0EBB94FC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150100" y="50727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</p:spTree>
    <p:extLst>
      <p:ext uri="{BB962C8B-B14F-4D97-AF65-F5344CB8AC3E}">
        <p14:creationId xmlns:p14="http://schemas.microsoft.com/office/powerpoint/2010/main" val="70597850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D119A-5205-549D-6A59-CF6BFED54E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C064FE-D615-C9B5-75EB-0193E382B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E10F5C-6B52-D19B-BD1F-10CBDAB3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E66C31-CED2-A64E-05C1-0BADF0DA9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98E2DB3B-3EB6-21F1-DD6A-DB825E3FBF0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5A7CD79-A047-3B0B-707A-9346E33EB8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B40880E-2441-2036-7E0C-9AF61B5CE48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11E5CD3-DC74-79A2-F9C5-9B34E0A4C00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2D45A9F-31F5-55C8-2DA7-272DC34A4FD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0EB16D30-D682-728D-096A-539D025158CE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06388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1516F45-D716-2ECB-DE30-47451F44508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352550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F9034FFE-349E-57E0-A97B-B0259AF286C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52550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BC84830A-754F-D374-A275-A566E5B2F199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6388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87A6012A-D91F-C88E-5F6A-A0C9D7978C3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52550" y="47743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D799F34D-A198-85E8-B6FA-D894213C8C5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352550" y="50600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1" name="Picture Placeholder 10">
            <a:extLst>
              <a:ext uri="{FF2B5EF4-FFF2-40B4-BE49-F238E27FC236}">
                <a16:creationId xmlns:a16="http://schemas.microsoft.com/office/drawing/2014/main" id="{F6A0002E-ADB8-E7E8-623B-31F88EBD745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153694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D831397A-CDEC-9164-A6D0-2344B10DA3C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99856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92CEEA47-9458-21D6-F801-54AF0CCF87E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9856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4" name="Picture Placeholder 10">
            <a:extLst>
              <a:ext uri="{FF2B5EF4-FFF2-40B4-BE49-F238E27FC236}">
                <a16:creationId xmlns:a16="http://schemas.microsoft.com/office/drawing/2014/main" id="{B59B1DAC-4F74-27F5-E442-B0BF36F38D40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4153694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68FB1F47-A580-6EF2-B61C-7D815366968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199856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8106A885-6035-680F-D7B6-51F11F3E359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199856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7" name="Picture Placeholder 10">
            <a:extLst>
              <a:ext uri="{FF2B5EF4-FFF2-40B4-BE49-F238E27FC236}">
                <a16:creationId xmlns:a16="http://schemas.microsoft.com/office/drawing/2014/main" id="{92B06F5C-A2A7-FCFF-5C59-BFDF8B42917B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4153694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F992B224-4A32-4EEF-BF74-6290FB9D35A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199856" y="47743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7BCB4226-7823-5B28-3999-86D0EBB94FC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199856" y="50600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D00DC641-42E9-0B66-3D72-9F709D811A21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8001001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4A1F38BA-66D9-41A9-F343-8B2F5D9A9AC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047163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6AEB60AC-335C-9000-1BA5-FDB62E7A9EE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047163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E6F84F8C-66B2-BD9D-43C9-974D44F94EC1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8001001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0114D6F8-B9A3-ED71-9813-52BAF652A7B8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047163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39C04260-C8BE-71ED-EA47-703038E90683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9047163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32" name="Picture Placeholder 10">
            <a:extLst>
              <a:ext uri="{FF2B5EF4-FFF2-40B4-BE49-F238E27FC236}">
                <a16:creationId xmlns:a16="http://schemas.microsoft.com/office/drawing/2014/main" id="{944BF7B4-5DAC-1321-A9A6-C9816D8B397D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8001001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33" name="Text Placeholder 12">
            <a:extLst>
              <a:ext uri="{FF2B5EF4-FFF2-40B4-BE49-F238E27FC236}">
                <a16:creationId xmlns:a16="http://schemas.microsoft.com/office/drawing/2014/main" id="{11F34BF6-57E4-2668-8C65-E480F3A59139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047163" y="47743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8623A0F5-2495-FFA9-60F0-C91A0FF02736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047163" y="50600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</p:spTree>
    <p:extLst>
      <p:ext uri="{BB962C8B-B14F-4D97-AF65-F5344CB8AC3E}">
        <p14:creationId xmlns:p14="http://schemas.microsoft.com/office/powerpoint/2010/main" val="35319686"/>
      </p:ext>
    </p:extLst>
  </p:cSld>
  <p:clrMapOvr>
    <a:masterClrMapping/>
  </p:clrMapOvr>
  <p:transition>
    <p:fade/>
  </p:transition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39DBD-1C80-9434-61C2-BF800372A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F4D6F4-7201-D735-D3B3-216FF7908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C7F9CC-6282-CDBE-05BD-D05AF4636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1F1CFB-88CF-58EB-DF8B-2B62A5D2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1704BAE-4588-79BC-83D2-40594032A0B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5D577385-0486-30CD-9591-DF5CA8E9F42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260000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1CC4BDD-95AC-F534-49C7-7F39B914F4BB}"/>
              </a:ext>
            </a:extLst>
          </p:cNvPr>
          <p:cNvCxnSpPr>
            <a:cxnSpLocks/>
          </p:cNvCxnSpPr>
          <p:nvPr userDrawn="1"/>
        </p:nvCxnSpPr>
        <p:spPr>
          <a:xfrm>
            <a:off x="1352550" y="1937440"/>
            <a:ext cx="105394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23EC4540-66CE-AE24-3D97-903139C8134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1260000"/>
            <a:ext cx="460185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53B156F5-850E-94C4-320A-C11DCDC45CE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B16A0D5-984E-52E5-2799-ADA0965709B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38184" y="1260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Telephone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0613D97F-1DE4-AD85-B1A1-022A48BAE0F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38184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3DCBBC23-DAC0-91A1-1B44-DF768098FB37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352550" y="2052982"/>
            <a:ext cx="10533063" cy="38969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692523"/>
      </p:ext>
    </p:extLst>
  </p:cSld>
  <p:clrMapOvr>
    <a:masterClrMapping/>
  </p:clrMapOvr>
  <p:transition>
    <p:fade/>
  </p:transition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biography ent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39DBD-1C80-9434-61C2-BF800372A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F4D6F4-7201-D735-D3B3-216FF7908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C7F9CC-6282-CDBE-05BD-D05AF4636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1F1CFB-88CF-58EB-DF8B-2B62A5D2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1704BAE-4588-79BC-83D2-40594032A0B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fr-FR" dirty="0" err="1"/>
              <a:t>Subtitle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5D577385-0486-30CD-9591-DF5CA8E9F42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260000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1CC4BDD-95AC-F534-49C7-7F39B914F4BB}"/>
              </a:ext>
            </a:extLst>
          </p:cNvPr>
          <p:cNvCxnSpPr>
            <a:cxnSpLocks/>
          </p:cNvCxnSpPr>
          <p:nvPr userDrawn="1"/>
        </p:nvCxnSpPr>
        <p:spPr>
          <a:xfrm>
            <a:off x="1352550" y="1936800"/>
            <a:ext cx="105394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23EC4540-66CE-AE24-3D97-903139C8134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1260000"/>
            <a:ext cx="460185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53B156F5-850E-94C4-320A-C11DCDC45CE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B16A0D5-984E-52E5-2799-ADA0965709B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38184" y="1260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Telephone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0613D97F-1DE4-AD85-B1A1-022A48BAE0F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38184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60516244-1DBC-D2C0-E79A-2036911E6A1C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6388" y="3429000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B1D6DF6-094C-A16E-2F7A-A1C6CB8F41F2}"/>
              </a:ext>
            </a:extLst>
          </p:cNvPr>
          <p:cNvCxnSpPr>
            <a:cxnSpLocks/>
          </p:cNvCxnSpPr>
          <p:nvPr userDrawn="1"/>
        </p:nvCxnSpPr>
        <p:spPr>
          <a:xfrm>
            <a:off x="1352550" y="4093610"/>
            <a:ext cx="105394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CB2B9431-F5DF-5DA9-8F28-87EA404B455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52550" y="3429000"/>
            <a:ext cx="460185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53D504FF-41D7-B6F6-EFCE-1116741BC39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352550" y="371475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766077F0-210D-1948-4394-89AFAA99C63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38184" y="3429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Telephone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04BC109F-D899-2BA8-FAF6-5B336578446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38184" y="371475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8" name="Text Placeholder 24">
            <a:extLst>
              <a:ext uri="{FF2B5EF4-FFF2-40B4-BE49-F238E27FC236}">
                <a16:creationId xmlns:a16="http://schemas.microsoft.com/office/drawing/2014/main" id="{60BBA0CC-565F-00AD-0199-A9F5D1822FD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352550" y="2051999"/>
            <a:ext cx="10533063" cy="118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9" name="Text Placeholder 24">
            <a:extLst>
              <a:ext uri="{FF2B5EF4-FFF2-40B4-BE49-F238E27FC236}">
                <a16:creationId xmlns:a16="http://schemas.microsoft.com/office/drawing/2014/main" id="{66EC383C-ED58-904B-F5C3-4F1400A59B4B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1352550" y="4217985"/>
            <a:ext cx="10533063" cy="118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5525920"/>
      </p:ext>
    </p:extLst>
  </p:cSld>
  <p:clrMapOvr>
    <a:masterClrMapping/>
  </p:clrMapOvr>
  <p:transition>
    <p:fade/>
  </p:transition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316865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76675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46675" y="2260888"/>
            <a:ext cx="316865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446962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16962" y="2260888"/>
            <a:ext cx="316865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14613"/>
            <a:ext cx="316865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646675" y="2614613"/>
            <a:ext cx="316865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716962" y="2614613"/>
            <a:ext cx="316865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48B4AF-A790-625F-68C9-574E05D20574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3136763679"/>
      </p:ext>
    </p:extLst>
  </p:cSld>
  <p:clrMapOvr>
    <a:masterClrMapping/>
  </p:clrMapOvr>
  <p:transition>
    <p:fade/>
  </p:transition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58495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628495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04957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74957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628495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0727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E74ED91-6808-A1BF-4CBF-6BC9BA66F8B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462960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4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BD0D9DB-F289-9386-5914-D76789371C2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732960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87EEBF8A-F558-AE22-D4E6-B5D5CDBB40A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9732960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A6C2DE-B1DA-6ED2-65F3-D7B4F2F7B083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1783271154"/>
      </p:ext>
    </p:extLst>
  </p:cSld>
  <p:clrMapOvr>
    <a:masterClrMapping/>
  </p:clrMapOvr>
  <p:transition>
    <p:fade/>
  </p:transition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728600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998600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5139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425139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998600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420937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E74ED91-6808-A1BF-4CBF-6BC9BA66F8B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569073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4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BD0D9DB-F289-9386-5914-D76789371C2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839073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87EEBF8A-F558-AE22-D4E6-B5D5CDBB40A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7843274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7E1143B7-8C08-7715-B222-285F3D1124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995612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5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896973EE-B874-C807-05A2-E788AB572CD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0265612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19">
            <a:extLst>
              <a:ext uri="{FF2B5EF4-FFF2-40B4-BE49-F238E27FC236}">
                <a16:creationId xmlns:a16="http://schemas.microsoft.com/office/drawing/2014/main" id="{E75EA8CC-4B36-0979-00D7-D98C0378C33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0265612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398626-6D16-799D-FDFC-F0CE622468F8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3801630789"/>
      </p:ext>
    </p:extLst>
  </p:cSld>
  <p:clrMapOvr>
    <a:masterClrMapping/>
  </p:clrMapOvr>
  <p:transition>
    <p:fade/>
  </p:transition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17403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587403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2841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598418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58740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59854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E74ED91-6808-A1BF-4CBF-6BC9BA66F8B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33584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4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BD0D9DB-F289-9386-5914-D76789371C2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603584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87EEBF8A-F558-AE22-D4E6-B5D5CDBB40A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0968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7E1143B7-8C08-7715-B222-285F3D1124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356797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5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896973EE-B874-C807-05A2-E788AB572CD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626797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19">
            <a:extLst>
              <a:ext uri="{FF2B5EF4-FFF2-40B4-BE49-F238E27FC236}">
                <a16:creationId xmlns:a16="http://schemas.microsoft.com/office/drawing/2014/main" id="{E75EA8CC-4B36-0979-00D7-D98C0378C33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62082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3C673BB7-7B43-2C1F-84B3-272213CC242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0361963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6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755F8E3E-B001-1EC8-73CC-A173445AAA3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10631963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19">
            <a:extLst>
              <a:ext uri="{FF2B5EF4-FFF2-40B4-BE49-F238E27FC236}">
                <a16:creationId xmlns:a16="http://schemas.microsoft.com/office/drawing/2014/main" id="{EBF24D4C-088E-4310-4B09-349A011906D2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1063196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99E6584-10DA-3C23-5CE2-E401678B8E96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68706476"/>
      </p:ext>
    </p:extLst>
  </p:cSld>
  <p:clrMapOvr>
    <a:masterClrMapping/>
  </p:clrMapOvr>
  <p:transition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2739" y="2282973"/>
            <a:ext cx="316865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53026" y="2282973"/>
            <a:ext cx="316865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23313" y="2282973"/>
            <a:ext cx="316865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82614" y="2614613"/>
            <a:ext cx="316865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653026" y="2614613"/>
            <a:ext cx="316865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723313" y="2614613"/>
            <a:ext cx="316865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51F6D0-3D4A-F281-6203-F010C801ADF5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3989526"/>
      </p:ext>
    </p:extLst>
  </p:cSld>
  <p:clrMapOvr>
    <a:masterClrMapping/>
  </p:clrMapOvr>
  <p:transition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92207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52126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12045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92082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452042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412002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8BBD533-3575-CCFB-E71B-47CDA356796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371963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0A1E506D-D061-96CB-507A-484BC5A40121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371963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A0B512-6ED9-5922-BA60-BD3002855A93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834806024"/>
      </p:ext>
    </p:extLst>
  </p:cSld>
  <p:clrMapOvr>
    <a:masterClrMapping/>
  </p:clrMapOvr>
  <p:transition>
    <p:fade/>
  </p:transition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6000" y="2282973"/>
            <a:ext cx="1980122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41171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96220" y="2282973"/>
            <a:ext cx="1978823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86000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841171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97662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8BBD533-3575-CCFB-E71B-47CDA356796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550092" y="2282973"/>
            <a:ext cx="1978823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0A1E506D-D061-96CB-507A-484BC5A40121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554153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15B29677-BE3B-7470-2545-1CDB3781737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9903963" y="2282973"/>
            <a:ext cx="1987999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2F79A021-8D89-90CC-C1F3-B0371DBA612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910646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C726E93-42D8-60A3-0F72-43200D611A10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481483874"/>
      </p:ext>
    </p:extLst>
  </p:cSld>
  <p:clrMapOvr>
    <a:masterClrMapping/>
  </p:clrMapOvr>
  <p:transition>
    <p:fade/>
  </p:transition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6000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441729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397458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86000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443065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400130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8BBD533-3575-CCFB-E71B-47CDA356796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353187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0A1E506D-D061-96CB-507A-484BC5A40121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357195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15B29677-BE3B-7470-2545-1CDB3781737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8308916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2F79A021-8D89-90CC-C1F3-B0371DBA612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314260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D6BACB2F-0DB8-DD63-EA6C-7C37EC4B4A7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0264643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19">
            <a:extLst>
              <a:ext uri="{FF2B5EF4-FFF2-40B4-BE49-F238E27FC236}">
                <a16:creationId xmlns:a16="http://schemas.microsoft.com/office/drawing/2014/main" id="{383AED7B-9104-4F4D-98AE-4DBE12D1BBDD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0271326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8B30BC-5605-4035-E48B-463C18BEDEB8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2994551115"/>
      </p:ext>
    </p:extLst>
  </p:cSld>
  <p:clrMapOvr>
    <a:masterClrMapping/>
  </p:clrMapOvr>
  <p:transition>
    <p:fade/>
  </p:transition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3527875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195349" y="2282973"/>
            <a:ext cx="3527874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085898" y="2282973"/>
            <a:ext cx="3528126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14613"/>
            <a:ext cx="3528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195349" y="2614613"/>
            <a:ext cx="3528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86024" y="2614613"/>
            <a:ext cx="3528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675" y="2282973"/>
            <a:ext cx="3528126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3888912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>
              <a:solidFill>
                <a:schemeClr val="tx1"/>
              </a:solidFill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71FEB51-AFE7-8D09-2DDF-EA55F7B457BE}"/>
              </a:ext>
            </a:extLst>
          </p:cNvPr>
          <p:cNvCxnSpPr>
            <a:cxnSpLocks/>
          </p:cNvCxnSpPr>
          <p:nvPr userDrawn="1"/>
        </p:nvCxnSpPr>
        <p:spPr>
          <a:xfrm>
            <a:off x="4196397" y="2282973"/>
            <a:ext cx="3528126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Arrow: Chevron 22">
            <a:extLst>
              <a:ext uri="{FF2B5EF4-FFF2-40B4-BE49-F238E27FC236}">
                <a16:creationId xmlns:a16="http://schemas.microsoft.com/office/drawing/2014/main" id="{62FBB4E5-5680-7A1E-A0CE-9B5E67EA5EBD}"/>
              </a:ext>
            </a:extLst>
          </p:cNvPr>
          <p:cNvSpPr/>
          <p:nvPr userDrawn="1"/>
        </p:nvSpPr>
        <p:spPr>
          <a:xfrm>
            <a:off x="7780634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>
              <a:solidFill>
                <a:schemeClr val="tx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4F97134-2CAF-FE5A-4E3B-79DD92C4E68E}"/>
              </a:ext>
            </a:extLst>
          </p:cNvPr>
          <p:cNvCxnSpPr>
            <a:cxnSpLocks/>
          </p:cNvCxnSpPr>
          <p:nvPr userDrawn="1"/>
        </p:nvCxnSpPr>
        <p:spPr>
          <a:xfrm>
            <a:off x="8088119" y="2282973"/>
            <a:ext cx="3528126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rrow: Chevron 24">
            <a:extLst>
              <a:ext uri="{FF2B5EF4-FFF2-40B4-BE49-F238E27FC236}">
                <a16:creationId xmlns:a16="http://schemas.microsoft.com/office/drawing/2014/main" id="{1CF0A13A-31A4-FF89-6DE7-027605D20B96}"/>
              </a:ext>
            </a:extLst>
          </p:cNvPr>
          <p:cNvSpPr/>
          <p:nvPr userDrawn="1"/>
        </p:nvSpPr>
        <p:spPr>
          <a:xfrm>
            <a:off x="11672356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3508253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211156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17637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211156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17637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675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2916910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459F560-10CA-9159-63B5-9571F8F2CD8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024117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D1CE8918-CB52-FC8D-0667-5DD4C290489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024119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93B61CA-A7BE-8A3E-D9AC-F654B9B38698}"/>
              </a:ext>
            </a:extLst>
          </p:cNvPr>
          <p:cNvCxnSpPr>
            <a:cxnSpLocks/>
          </p:cNvCxnSpPr>
          <p:nvPr userDrawn="1"/>
        </p:nvCxnSpPr>
        <p:spPr>
          <a:xfrm>
            <a:off x="3221565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Arrow: Chevron 30">
            <a:extLst>
              <a:ext uri="{FF2B5EF4-FFF2-40B4-BE49-F238E27FC236}">
                <a16:creationId xmlns:a16="http://schemas.microsoft.com/office/drawing/2014/main" id="{A8B2014E-675C-8EB9-B5B5-BD95FAFE19E6}"/>
              </a:ext>
            </a:extLst>
          </p:cNvPr>
          <p:cNvSpPr/>
          <p:nvPr userDrawn="1"/>
        </p:nvSpPr>
        <p:spPr>
          <a:xfrm>
            <a:off x="5833800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A0D4E54-4CD3-D526-DEED-81769F41304D}"/>
              </a:ext>
            </a:extLst>
          </p:cNvPr>
          <p:cNvCxnSpPr>
            <a:cxnSpLocks/>
          </p:cNvCxnSpPr>
          <p:nvPr userDrawn="1"/>
        </p:nvCxnSpPr>
        <p:spPr>
          <a:xfrm>
            <a:off x="6117513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8E6AA380-E662-A92F-D609-F474C925FADA}"/>
              </a:ext>
            </a:extLst>
          </p:cNvPr>
          <p:cNvSpPr/>
          <p:nvPr userDrawn="1"/>
        </p:nvSpPr>
        <p:spPr>
          <a:xfrm>
            <a:off x="8729748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5163727-FD74-E51F-D285-A4FDEAB2E16E}"/>
              </a:ext>
            </a:extLst>
          </p:cNvPr>
          <p:cNvCxnSpPr>
            <a:cxnSpLocks/>
          </p:cNvCxnSpPr>
          <p:nvPr userDrawn="1"/>
        </p:nvCxnSpPr>
        <p:spPr>
          <a:xfrm>
            <a:off x="9024117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AACA7782-B627-5E5D-977C-78713F8554CD}"/>
              </a:ext>
            </a:extLst>
          </p:cNvPr>
          <p:cNvSpPr/>
          <p:nvPr userDrawn="1"/>
        </p:nvSpPr>
        <p:spPr>
          <a:xfrm>
            <a:off x="11636352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0117037"/>
      </p:ext>
    </p:extLst>
  </p:cSld>
  <p:clrMapOvr>
    <a:masterClrMapping/>
  </p:clrMapOvr>
  <p:transition>
    <p:fade/>
  </p:transition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28628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952457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62853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95239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800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2348118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459F560-10CA-9159-63B5-9571F8F2CD8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276286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D1CE8918-CB52-FC8D-0667-5DD4C290489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27625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E0300071-C10F-73DE-516F-3A997209D34C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600115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DAD04CC-D508-F0AA-6E8C-45D588BE7E4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600117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4AD16E6-DFB2-3260-E7C2-D0F51629D8A7}"/>
              </a:ext>
            </a:extLst>
          </p:cNvPr>
          <p:cNvCxnSpPr>
            <a:cxnSpLocks/>
          </p:cNvCxnSpPr>
          <p:nvPr userDrawn="1"/>
        </p:nvCxnSpPr>
        <p:spPr>
          <a:xfrm>
            <a:off x="2628629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rrow: Chevron 24">
            <a:extLst>
              <a:ext uri="{FF2B5EF4-FFF2-40B4-BE49-F238E27FC236}">
                <a16:creationId xmlns:a16="http://schemas.microsoft.com/office/drawing/2014/main" id="{3DACABFD-232F-18BC-919F-CAD8A133DCDE}"/>
              </a:ext>
            </a:extLst>
          </p:cNvPr>
          <p:cNvSpPr/>
          <p:nvPr userDrawn="1"/>
        </p:nvSpPr>
        <p:spPr>
          <a:xfrm>
            <a:off x="4671947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FEA3E50-1AFA-3BF7-A87F-151906E60032}"/>
              </a:ext>
            </a:extLst>
          </p:cNvPr>
          <p:cNvCxnSpPr>
            <a:cxnSpLocks/>
          </p:cNvCxnSpPr>
          <p:nvPr userDrawn="1"/>
        </p:nvCxnSpPr>
        <p:spPr>
          <a:xfrm>
            <a:off x="4952395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Arrow: Chevron 26">
            <a:extLst>
              <a:ext uri="{FF2B5EF4-FFF2-40B4-BE49-F238E27FC236}">
                <a16:creationId xmlns:a16="http://schemas.microsoft.com/office/drawing/2014/main" id="{95E84197-6880-09C2-1E08-4B7A842980F1}"/>
              </a:ext>
            </a:extLst>
          </p:cNvPr>
          <p:cNvSpPr/>
          <p:nvPr userDrawn="1"/>
        </p:nvSpPr>
        <p:spPr>
          <a:xfrm>
            <a:off x="6995713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BA4F882-E214-37A5-1366-A11A8B3C2119}"/>
              </a:ext>
            </a:extLst>
          </p:cNvPr>
          <p:cNvCxnSpPr>
            <a:cxnSpLocks/>
          </p:cNvCxnSpPr>
          <p:nvPr userDrawn="1"/>
        </p:nvCxnSpPr>
        <p:spPr>
          <a:xfrm>
            <a:off x="7276161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rrow: Chevron 28">
            <a:extLst>
              <a:ext uri="{FF2B5EF4-FFF2-40B4-BE49-F238E27FC236}">
                <a16:creationId xmlns:a16="http://schemas.microsoft.com/office/drawing/2014/main" id="{7A04A431-73CA-32DE-D035-406F2582A75A}"/>
              </a:ext>
            </a:extLst>
          </p:cNvPr>
          <p:cNvSpPr/>
          <p:nvPr userDrawn="1"/>
        </p:nvSpPr>
        <p:spPr>
          <a:xfrm>
            <a:off x="9319479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E570E91-ABB2-A812-B684-C45EB139B97D}"/>
              </a:ext>
            </a:extLst>
          </p:cNvPr>
          <p:cNvCxnSpPr>
            <a:cxnSpLocks/>
          </p:cNvCxnSpPr>
          <p:nvPr userDrawn="1"/>
        </p:nvCxnSpPr>
        <p:spPr>
          <a:xfrm>
            <a:off x="9599927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Chevron 36">
            <a:extLst>
              <a:ext uri="{FF2B5EF4-FFF2-40B4-BE49-F238E27FC236}">
                <a16:creationId xmlns:a16="http://schemas.microsoft.com/office/drawing/2014/main" id="{1AF30669-A2A4-2FDE-F80A-35E06EF01380}"/>
              </a:ext>
            </a:extLst>
          </p:cNvPr>
          <p:cNvSpPr/>
          <p:nvPr userDrawn="1"/>
        </p:nvSpPr>
        <p:spPr>
          <a:xfrm>
            <a:off x="11643245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4044538"/>
      </p:ext>
    </p:extLst>
  </p:cSld>
  <p:clrMapOvr>
    <a:masterClrMapping/>
  </p:clrMapOvr>
  <p:transition>
    <p:fade/>
  </p:transition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237266" y="2282973"/>
            <a:ext cx="1620000" cy="270000"/>
          </a:xfrm>
        </p:spPr>
        <p:txBody>
          <a:bodyPr vert="horz" lIns="0" tIns="0" rIns="0" bIns="0" rtlCol="0">
            <a:noAutofit/>
          </a:bodyPr>
          <a:lstStyle>
            <a:lvl1pPr>
              <a:defRPr lang="en-US" sz="1200" b="1" i="0" dirty="0"/>
            </a:lvl1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169733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237167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169659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675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1980786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459F560-10CA-9159-63B5-9571F8F2CD8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102200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D1CE8918-CB52-FC8D-0667-5DD4C290489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02151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E0300071-C10F-73DE-516F-3A997209D34C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34667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DAD04CC-D508-F0AA-6E8C-45D588BE7E4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034643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7F5921D6-64BE-2161-A143-2DD17980F619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967132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2" name="Text Placeholder 19">
            <a:extLst>
              <a:ext uri="{FF2B5EF4-FFF2-40B4-BE49-F238E27FC236}">
                <a16:creationId xmlns:a16="http://schemas.microsoft.com/office/drawing/2014/main" id="{24C0D168-202E-E51B-E59E-8C97350E1781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967134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37B2904-10A6-C3A5-8D83-683C63BB01AF}"/>
              </a:ext>
            </a:extLst>
          </p:cNvPr>
          <p:cNvCxnSpPr>
            <a:cxnSpLocks/>
          </p:cNvCxnSpPr>
          <p:nvPr userDrawn="1"/>
        </p:nvCxnSpPr>
        <p:spPr>
          <a:xfrm>
            <a:off x="2240911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A47832D4-502D-A508-2B20-B5B27FE51634}"/>
              </a:ext>
            </a:extLst>
          </p:cNvPr>
          <p:cNvSpPr/>
          <p:nvPr userDrawn="1"/>
        </p:nvSpPr>
        <p:spPr>
          <a:xfrm>
            <a:off x="3917022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BD95FB1-1C25-533D-3CF4-8A51280DDBD0}"/>
              </a:ext>
            </a:extLst>
          </p:cNvPr>
          <p:cNvCxnSpPr>
            <a:cxnSpLocks/>
          </p:cNvCxnSpPr>
          <p:nvPr userDrawn="1"/>
        </p:nvCxnSpPr>
        <p:spPr>
          <a:xfrm>
            <a:off x="4169659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D606AD1-4414-16B1-1215-97D7AFA56C9F}"/>
              </a:ext>
            </a:extLst>
          </p:cNvPr>
          <p:cNvSpPr/>
          <p:nvPr userDrawn="1"/>
        </p:nvSpPr>
        <p:spPr>
          <a:xfrm>
            <a:off x="5845770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5863BC1-2263-E713-9FF3-2640450DEF28}"/>
              </a:ext>
            </a:extLst>
          </p:cNvPr>
          <p:cNvCxnSpPr>
            <a:cxnSpLocks/>
          </p:cNvCxnSpPr>
          <p:nvPr userDrawn="1"/>
        </p:nvCxnSpPr>
        <p:spPr>
          <a:xfrm>
            <a:off x="6110598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379909B-399A-153E-493D-37296869A7F0}"/>
              </a:ext>
            </a:extLst>
          </p:cNvPr>
          <p:cNvSpPr/>
          <p:nvPr userDrawn="1"/>
        </p:nvSpPr>
        <p:spPr>
          <a:xfrm>
            <a:off x="7786709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F6449C8-F3AF-7E2E-BAA8-72A82AE89478}"/>
              </a:ext>
            </a:extLst>
          </p:cNvPr>
          <p:cNvCxnSpPr>
            <a:cxnSpLocks/>
          </p:cNvCxnSpPr>
          <p:nvPr userDrawn="1"/>
        </p:nvCxnSpPr>
        <p:spPr>
          <a:xfrm>
            <a:off x="8034643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87196DB2-5D1E-4430-FA42-A39FC745E121}"/>
              </a:ext>
            </a:extLst>
          </p:cNvPr>
          <p:cNvSpPr/>
          <p:nvPr userDrawn="1"/>
        </p:nvSpPr>
        <p:spPr>
          <a:xfrm>
            <a:off x="9710754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4E529B4-EB17-A0EB-9305-743BF2013A0A}"/>
              </a:ext>
            </a:extLst>
          </p:cNvPr>
          <p:cNvCxnSpPr>
            <a:cxnSpLocks/>
          </p:cNvCxnSpPr>
          <p:nvPr userDrawn="1"/>
        </p:nvCxnSpPr>
        <p:spPr>
          <a:xfrm>
            <a:off x="9971673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rrow: Chevron 44">
            <a:extLst>
              <a:ext uri="{FF2B5EF4-FFF2-40B4-BE49-F238E27FC236}">
                <a16:creationId xmlns:a16="http://schemas.microsoft.com/office/drawing/2014/main" id="{A892BA53-DD7A-BDD3-32D9-49FC10D5A1CE}"/>
              </a:ext>
            </a:extLst>
          </p:cNvPr>
          <p:cNvSpPr/>
          <p:nvPr userDrawn="1"/>
        </p:nvSpPr>
        <p:spPr>
          <a:xfrm>
            <a:off x="11647784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6624530"/>
      </p:ext>
    </p:extLst>
  </p:cSld>
  <p:clrMapOvr>
    <a:masterClrMapping/>
  </p:clrMapOvr>
  <p:transition>
    <p:fade/>
  </p:transition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/>
              <a:t>Contact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638F8DD-BEC9-6467-0409-DEAA51E30C8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/>
            </a:lvl1pPr>
            <a:lvl2pPr marL="0" indent="0">
              <a:spcAft>
                <a:spcPts val="0"/>
              </a:spcAft>
              <a:buNone/>
              <a:defRPr sz="1000"/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5C39CC-12F0-243C-E79C-57F054AE9789}"/>
              </a:ext>
            </a:extLst>
          </p:cNvPr>
          <p:cNvSpPr txBox="1"/>
          <p:nvPr userDrawn="1"/>
        </p:nvSpPr>
        <p:spPr>
          <a:xfrm>
            <a:off x="304799" y="4536000"/>
            <a:ext cx="7558158" cy="1137600"/>
          </a:xfrm>
          <a:prstGeom prst="rect">
            <a:avLst/>
          </a:prstGeom>
          <a:noFill/>
        </p:spPr>
        <p:txBody>
          <a:bodyPr wrap="square" lIns="0" tIns="0" rIns="0" bIns="0" numCol="1" spcCol="144000" rtlCol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1000" kern="100" spc="-10" baseline="0" dirty="0"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sz="1000" kern="100" spc="-10" baseline="0" dirty="0" err="1"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Forvis</a:t>
            </a:r>
            <a:r>
              <a:rPr lang="en-GB" sz="1000" kern="100" spc="-10" baseline="0" dirty="0"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 Mazars xxx : adapt for legal entity].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799" y="1258888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GB" b="1" dirty="0" err="1"/>
              <a:t>Forvis</a:t>
            </a:r>
            <a:r>
              <a:rPr lang="en-GB" b="1" dirty="0"/>
              <a:t> Mazars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67CEAA-8DDD-841F-D884-3A662B0ADE62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tx1"/>
                </a:solidFill>
              </a:rPr>
              <a:t>Follow us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6085AAD-F041-418D-E93F-40C28A0BF92D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tx1"/>
                </a:solidFill>
              </a:rPr>
              <a:t>© </a:t>
            </a:r>
            <a:r>
              <a:rPr lang="en-GB" sz="1000" noProof="0" dirty="0" err="1">
                <a:solidFill>
                  <a:schemeClr val="tx1"/>
                </a:solidFill>
              </a:rPr>
              <a:t>Forvis</a:t>
            </a:r>
            <a:r>
              <a:rPr lang="en-GB" sz="1000" noProof="0" dirty="0">
                <a:solidFill>
                  <a:schemeClr val="tx1"/>
                </a:solidFill>
              </a:rPr>
              <a:t> Mazars 2024. All rights reserved.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1D5AA6-5D4D-16BA-3C98-BE0A3B18F8B9}"/>
              </a:ext>
            </a:extLst>
          </p:cNvPr>
          <p:cNvSpPr txBox="1"/>
          <p:nvPr userDrawn="1"/>
        </p:nvSpPr>
        <p:spPr>
          <a:xfrm>
            <a:off x="8194261" y="1258888"/>
            <a:ext cx="3692939" cy="30777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rtl="0"/>
            <a:r>
              <a:rPr lang="en-GB" sz="1200" b="1" dirty="0"/>
              <a:t>LinkedIn</a:t>
            </a:r>
          </a:p>
          <a:p>
            <a:pPr rtl="0"/>
            <a:r>
              <a:rPr lang="en-GB" sz="1200" dirty="0" err="1">
                <a:hlinkClick r:id="rId2" tooltip="https://www.linkedin.com/company/forvis-mazars-group/"/>
              </a:rPr>
              <a:t>Forvis</a:t>
            </a:r>
            <a:r>
              <a:rPr lang="en-GB" sz="1200" dirty="0">
                <a:hlinkClick r:id="rId2" tooltip="https://www.linkedin.com/company/forvis-mazars-group/"/>
              </a:rPr>
              <a:t> Mazars Group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X</a:t>
            </a:r>
          </a:p>
          <a:p>
            <a:pPr rtl="0"/>
            <a:r>
              <a:rPr lang="en-GB" sz="1200" dirty="0">
                <a:hlinkClick r:id="rId3" tooltip="https://twitter.com/forvismazarsgrp"/>
              </a:rPr>
              <a:t>@ForvisMazarsGrp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Instagram</a:t>
            </a:r>
          </a:p>
          <a:p>
            <a:pPr rtl="0"/>
            <a:r>
              <a:rPr lang="en-GB" sz="1200" dirty="0">
                <a:hlinkClick r:id="rId4" tooltip="https://www.instagram.com/forvismazarsgroup/"/>
              </a:rPr>
              <a:t>@forvismazarsgroup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Facebook</a:t>
            </a:r>
          </a:p>
          <a:p>
            <a:pPr rtl="0"/>
            <a:r>
              <a:rPr lang="en-GB" sz="1200" dirty="0" err="1">
                <a:hlinkClick r:id="rId5" tooltip="https://www.facebook.com/forvismazarsgroup/"/>
              </a:rPr>
              <a:t>Forvis</a:t>
            </a:r>
            <a:r>
              <a:rPr lang="en-GB" sz="1200" dirty="0">
                <a:hlinkClick r:id="rId5" tooltip="https://www.facebook.com/forvismazarsgroup/"/>
              </a:rPr>
              <a:t> Mazars Group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YouTube</a:t>
            </a:r>
          </a:p>
          <a:p>
            <a:pPr rtl="0"/>
            <a:r>
              <a:rPr lang="en-GB" sz="1200" dirty="0">
                <a:effectLst/>
                <a:hlinkClick r:id="rId6" tooltip="https://www.youtube.com/@forvismazarsgroup"/>
              </a:rPr>
              <a:t>@ForvisMazarsGroup</a:t>
            </a:r>
            <a:endParaRPr lang="en-GB" sz="1200" dirty="0"/>
          </a:p>
        </p:txBody>
      </p:sp>
      <p:pic>
        <p:nvPicPr>
          <p:cNvPr id="7" name="Grafik 11">
            <a:extLst>
              <a:ext uri="{FF2B5EF4-FFF2-40B4-BE49-F238E27FC236}">
                <a16:creationId xmlns:a16="http://schemas.microsoft.com/office/drawing/2014/main" id="{62F6E443-5C86-C36B-0E1C-979A22C8B618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534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GB" b="1" dirty="0" err="1">
                <a:solidFill>
                  <a:schemeClr val="bg1"/>
                </a:solidFill>
              </a:rPr>
              <a:t>Forvis</a:t>
            </a:r>
            <a:r>
              <a:rPr lang="en-GB" b="1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8B826133-DF9C-4AE4-3625-4928FA7CBA3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A6B847-F006-2430-42BA-AE0EB44FAF6F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5B74B9-4873-9050-8CCB-54EB5DFBF042}"/>
              </a:ext>
            </a:extLst>
          </p:cNvPr>
          <p:cNvSpPr txBox="1"/>
          <p:nvPr userDrawn="1"/>
        </p:nvSpPr>
        <p:spPr>
          <a:xfrm>
            <a:off x="304799" y="4536000"/>
            <a:ext cx="7663544" cy="1137600"/>
          </a:xfrm>
          <a:prstGeom prst="rect">
            <a:avLst/>
          </a:prstGeom>
          <a:noFill/>
        </p:spPr>
        <p:txBody>
          <a:bodyPr wrap="square" lIns="0" tIns="0" rIns="0" bIns="0" numCol="1" spcCol="144000" rtlCol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sz="1000" kern="100" spc="-10" baseline="0" dirty="0" err="1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Forvis</a:t>
            </a: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 Mazars xxx : adapt for legal entity].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8B71A06-C5AC-A61B-B714-5E5146BBED9C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D1770E-09D8-5EDC-812A-CDF8B11F6A14}"/>
              </a:ext>
            </a:extLst>
          </p:cNvPr>
          <p:cNvSpPr txBox="1"/>
          <p:nvPr userDrawn="1"/>
        </p:nvSpPr>
        <p:spPr>
          <a:xfrm>
            <a:off x="8194261" y="1258888"/>
            <a:ext cx="3692939" cy="30777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rtl="0"/>
            <a:r>
              <a:rPr lang="en-GB" sz="1200" b="1" dirty="0">
                <a:solidFill>
                  <a:schemeClr val="bg1"/>
                </a:solidFill>
              </a:rPr>
              <a:t>LinkedIn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X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3" tooltip="https://twitter.com/forvismazarsgr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Instagram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4" tooltip="https://www.instagram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Facebook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YouTube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effectLst/>
                <a:hlinkClick r:id="rId6" tooltip="https://www.youtube.com/@forvismazarsgrou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6681F3-DF5C-9A79-C796-030CD88ED76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9" name="Gruppieren 4">
            <a:extLst>
              <a:ext uri="{FF2B5EF4-FFF2-40B4-BE49-F238E27FC236}">
                <a16:creationId xmlns:a16="http://schemas.microsoft.com/office/drawing/2014/main" id="{16D7B7D0-CAA1-33E1-AC7F-493B661B6699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B0539D95-EAC1-D112-501B-3C51BC30F6FC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F9706EFB-E78A-458A-0FEE-96565A86EA35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34010E6E-22C6-BEF9-6EA3-87B4AE7D989F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C70C816D-E76D-EE5F-241F-10705C3D5FAB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36933F0A-6333-CAB5-C05B-694D2354C4F2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D8A7E05E-2624-3141-586F-6F47645A53B6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42AB227D-AD87-0D4E-7CEC-D0941E4CDF1B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870A1391-2DA3-17F9-FE0D-78C16DFB2E1D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BCC3DA37-6B18-A1DB-B978-EE6DAAEC5E34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673CABE2-3A8F-C76B-E245-E39DAE083787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9CDF7043-E228-8C40-B2E2-14438E610B8F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B778131F-3CF5-7B6C-BEF5-CD6A7EB4FA78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74785441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GB" b="1" dirty="0" err="1">
                <a:solidFill>
                  <a:schemeClr val="bg1"/>
                </a:solidFill>
              </a:rPr>
              <a:t>Forvis</a:t>
            </a:r>
            <a:r>
              <a:rPr lang="en-GB" b="1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A8A48E-3DB5-8F57-1922-EFA1E893A990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CB522F6C-316E-F8B1-1069-3B105F27FB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55D323-AE36-3785-6FE9-60DAF69452E6}"/>
              </a:ext>
            </a:extLst>
          </p:cNvPr>
          <p:cNvSpPr txBox="1"/>
          <p:nvPr userDrawn="1"/>
        </p:nvSpPr>
        <p:spPr>
          <a:xfrm>
            <a:off x="304799" y="4536000"/>
            <a:ext cx="7663544" cy="1137600"/>
          </a:xfrm>
          <a:prstGeom prst="rect">
            <a:avLst/>
          </a:prstGeom>
          <a:noFill/>
        </p:spPr>
        <p:txBody>
          <a:bodyPr wrap="square" lIns="0" tIns="0" rIns="0" bIns="0" numCol="1" spcCol="144000" rtlCol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sz="1000" kern="100" spc="-10" baseline="0" dirty="0" err="1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Forvis</a:t>
            </a: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 Mazars xxx : adapt for legal entity].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0646158-6A81-A2DD-C44D-921AE4DD9EC2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7C486E-864B-EC69-F73D-2BCE06D2B883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7" name="Gruppieren 4">
            <a:extLst>
              <a:ext uri="{FF2B5EF4-FFF2-40B4-BE49-F238E27FC236}">
                <a16:creationId xmlns:a16="http://schemas.microsoft.com/office/drawing/2014/main" id="{091816A5-BD37-489B-D2B6-2E931BB610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8F632344-56D7-0FE9-7CC7-A953410D503C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67DB1019-32A2-B27F-B69E-A59F6EC4E8C1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EC75B3C7-C0BF-C06A-7259-073AADCB63FD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F539D7D3-F9E3-3C64-A2B8-68BC730C5E9B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A4BC7DA0-2356-A666-C7B1-04A021761BD4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BCAC0528-D774-2869-78E8-D5992464700B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414E3DF9-4D81-0920-12B3-F98AE476EFE6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8735F50D-0BA8-7023-F046-3376CE69D7BB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311D18AC-7BA1-0080-8301-3BA2AA0B5E05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7FBF8150-2700-0D05-A05E-98BF121A5E10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B13CA858-01DD-D948-1929-16FDA2F8CF21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F878BB63-0766-B99F-A211-9CBDD1748824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6A07E05C-45AB-BB39-AE34-591CC2E3A7A5}"/>
              </a:ext>
            </a:extLst>
          </p:cNvPr>
          <p:cNvSpPr txBox="1"/>
          <p:nvPr userDrawn="1"/>
        </p:nvSpPr>
        <p:spPr>
          <a:xfrm>
            <a:off x="8194261" y="1258888"/>
            <a:ext cx="3692939" cy="30777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rtl="0"/>
            <a:r>
              <a:rPr lang="en-GB" sz="1200" b="1" dirty="0">
                <a:solidFill>
                  <a:schemeClr val="bg1"/>
                </a:solidFill>
              </a:rPr>
              <a:t>LinkedIn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X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3" tooltip="https://twitter.com/forvismazarsgr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Instagram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4" tooltip="https://www.instagram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Facebook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YouTube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effectLst/>
                <a:hlinkClick r:id="rId6" tooltip="https://www.youtube.com/@forvismazarsgrou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115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editable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2400" noProof="0" dirty="0"/>
              <a:t>Contact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638F8DD-BEC9-6467-0409-DEAA51E30C8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/>
            </a:lvl1pPr>
            <a:lvl2pPr marL="0" indent="0">
              <a:spcAft>
                <a:spcPts val="0"/>
              </a:spcAft>
              <a:buNone/>
              <a:defRPr sz="1000"/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b="1" noProof="0" dirty="0" err="1"/>
              <a:t>Forvis</a:t>
            </a:r>
            <a:r>
              <a:rPr lang="en-US" b="1" noProof="0" dirty="0"/>
              <a:t> Mazars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DCD00FD-34AE-282D-C880-195BA8A87E3C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tx1"/>
                </a:solidFill>
              </a:rPr>
              <a:t>© </a:t>
            </a:r>
            <a:r>
              <a:rPr lang="en-GB" sz="1000" noProof="0" dirty="0" err="1">
                <a:solidFill>
                  <a:schemeClr val="tx1"/>
                </a:solidFill>
              </a:rPr>
              <a:t>Forvis</a:t>
            </a:r>
            <a:r>
              <a:rPr lang="en-GB" sz="1000" noProof="0" dirty="0">
                <a:solidFill>
                  <a:schemeClr val="tx1"/>
                </a:solidFill>
              </a:rPr>
              <a:t> Mazars 2024. All rights reserved.</a:t>
            </a:r>
          </a:p>
        </p:txBody>
      </p:sp>
      <p:sp>
        <p:nvSpPr>
          <p:cNvPr id="5" name="Text Placeholder 35">
            <a:extLst>
              <a:ext uri="{FF2B5EF4-FFF2-40B4-BE49-F238E27FC236}">
                <a16:creationId xmlns:a16="http://schemas.microsoft.com/office/drawing/2014/main" id="{9C6042AF-CA98-5D4F-3D53-833BF69333E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70332" y="1258888"/>
            <a:ext cx="3712105" cy="2520000"/>
          </a:xfrm>
        </p:spPr>
        <p:txBody>
          <a:bodyPr/>
          <a:lstStyle>
            <a:lvl1pPr marL="0" indent="0">
              <a:buNone/>
              <a:defRPr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b="0">
                <a:solidFill>
                  <a:schemeClr val="bg1"/>
                </a:solidFill>
              </a:defRPr>
            </a:lvl2pPr>
            <a:lvl3pPr marL="0" indent="0">
              <a:buNone/>
              <a:defRPr b="0">
                <a:solidFill>
                  <a:schemeClr val="bg1"/>
                </a:solidFill>
              </a:defRPr>
            </a:lvl3pPr>
            <a:lvl4pPr marL="0" indent="1588">
              <a:buNone/>
              <a:defRPr b="0">
                <a:solidFill>
                  <a:schemeClr val="bg1"/>
                </a:solidFill>
              </a:defRPr>
            </a:lvl4pPr>
            <a:lvl5pPr marL="0" indent="0">
              <a:buNone/>
              <a:defRPr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social media links here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77FEB549-0F87-A538-F4B9-811388A1BED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4799" y="4536000"/>
            <a:ext cx="7558158" cy="941933"/>
          </a:xfrm>
        </p:spPr>
        <p:txBody>
          <a:bodyPr/>
          <a:lstStyle>
            <a:lvl1pPr marL="0" indent="0">
              <a:buNone/>
              <a:defRPr sz="1000">
                <a:solidFill>
                  <a:schemeClr val="tx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dirty="0"/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dirty="0" err="1"/>
              <a:t>Forvis</a:t>
            </a:r>
            <a:r>
              <a:rPr lang="en-GB" dirty="0"/>
              <a:t> Mazars xxx : adapt for legal entity].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71E355-0B80-FC55-839B-E1D00403BB83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tx1"/>
                </a:solidFill>
              </a:rPr>
              <a:t>Follow us</a:t>
            </a:r>
          </a:p>
        </p:txBody>
      </p:sp>
      <p:pic>
        <p:nvPicPr>
          <p:cNvPr id="8" name="Grafik 11">
            <a:extLst>
              <a:ext uri="{FF2B5EF4-FFF2-40B4-BE49-F238E27FC236}">
                <a16:creationId xmlns:a16="http://schemas.microsoft.com/office/drawing/2014/main" id="{40D8D18D-A576-7317-B790-8565F1D3C2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997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editable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2400" noProof="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b="1" noProof="0" dirty="0" err="1">
                <a:solidFill>
                  <a:schemeClr val="bg1"/>
                </a:solidFill>
              </a:rPr>
              <a:t>Forvis</a:t>
            </a:r>
            <a:r>
              <a:rPr lang="en-US" b="1" noProof="0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8B826133-DF9C-4AE4-3625-4928FA7CBA3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5C88522-8DF1-4607-A4E2-5B0EF73CC98B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4" name="Text Placeholder 35">
            <a:extLst>
              <a:ext uri="{FF2B5EF4-FFF2-40B4-BE49-F238E27FC236}">
                <a16:creationId xmlns:a16="http://schemas.microsoft.com/office/drawing/2014/main" id="{77766A40-38EE-605E-12B8-98AD84EC9B3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70332" y="1258888"/>
            <a:ext cx="3712105" cy="2520000"/>
          </a:xfrm>
        </p:spPr>
        <p:txBody>
          <a:bodyPr/>
          <a:lstStyle>
            <a:lvl1pPr marL="0" indent="0">
              <a:buNone/>
              <a:defRPr b="1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b="0">
                <a:solidFill>
                  <a:schemeClr val="bg1"/>
                </a:solidFill>
              </a:defRPr>
            </a:lvl2pPr>
            <a:lvl3pPr marL="0" indent="0">
              <a:buNone/>
              <a:defRPr b="0">
                <a:solidFill>
                  <a:schemeClr val="bg1"/>
                </a:solidFill>
              </a:defRPr>
            </a:lvl3pPr>
            <a:lvl4pPr marL="0" indent="1588">
              <a:buNone/>
              <a:defRPr b="0">
                <a:solidFill>
                  <a:schemeClr val="bg1"/>
                </a:solidFill>
              </a:defRPr>
            </a:lvl4pPr>
            <a:lvl5pPr marL="0" indent="0">
              <a:buNone/>
              <a:defRPr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social media links here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F7842F13-7A60-C31D-02FB-801B693F412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4799" y="4536000"/>
            <a:ext cx="7558158" cy="941933"/>
          </a:xfrm>
        </p:spPr>
        <p:txBody>
          <a:bodyPr/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dirty="0"/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dirty="0" err="1"/>
              <a:t>Forvis</a:t>
            </a:r>
            <a:r>
              <a:rPr lang="en-GB" dirty="0"/>
              <a:t> Mazars xxx : adapt for legal entity].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528E0C-2539-CDDA-14D5-AA97D0855030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045705-66B2-0DDE-4848-EEA835B279B1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10" name="Gruppieren 4">
            <a:extLst>
              <a:ext uri="{FF2B5EF4-FFF2-40B4-BE49-F238E27FC236}">
                <a16:creationId xmlns:a16="http://schemas.microsoft.com/office/drawing/2014/main" id="{6444DCA7-76AE-14E4-AF09-3364A3F6CFA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B9D8ED99-1B8A-6735-55C2-A2E01099915D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86CF0E44-319A-A96A-8F98-F9330823D206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1D128114-D3B9-CED8-2772-5305726980D2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2C085591-FBE0-3310-9EA1-8CC0F8BDC0B6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3FD9891E-D3E1-39A4-3C13-6AF8943A0C9A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07FD17DD-F205-786D-9BDD-2D2B5EEF8F11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4BFC3790-5B7F-850F-4D0E-38003DA8849A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9F8B4662-4C4C-5441-631A-2B748DD246EB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FA9E71A6-99D3-2CFF-B1B1-2DE2FE197219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FF276700-0687-3895-59A6-B37CED253D2D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2FF2C670-6F23-F064-6229-E6522A83EE6B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63A41A46-F49E-4D5E-0193-A951BA1C431A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84471584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editable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2400" noProof="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b="1" noProof="0" dirty="0" err="1">
                <a:solidFill>
                  <a:schemeClr val="bg1"/>
                </a:solidFill>
              </a:rPr>
              <a:t>Forvis</a:t>
            </a:r>
            <a:r>
              <a:rPr lang="en-US" b="1" noProof="0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CB522F6C-316E-F8B1-1069-3B105F27FB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C07936C-48E7-A507-69B6-73F81D1F42D9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5" name="Text Placeholder 35">
            <a:extLst>
              <a:ext uri="{FF2B5EF4-FFF2-40B4-BE49-F238E27FC236}">
                <a16:creationId xmlns:a16="http://schemas.microsoft.com/office/drawing/2014/main" id="{A8A47AE8-EFAE-D657-385A-BF9D41DD418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70332" y="1258888"/>
            <a:ext cx="3712105" cy="2520000"/>
          </a:xfrm>
        </p:spPr>
        <p:txBody>
          <a:bodyPr/>
          <a:lstStyle>
            <a:lvl1pPr marL="0" indent="0">
              <a:buNone/>
              <a:defRPr b="1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b="0">
                <a:solidFill>
                  <a:schemeClr val="bg1"/>
                </a:solidFill>
              </a:defRPr>
            </a:lvl2pPr>
            <a:lvl3pPr marL="0" indent="0">
              <a:buNone/>
              <a:defRPr b="0">
                <a:solidFill>
                  <a:schemeClr val="bg1"/>
                </a:solidFill>
              </a:defRPr>
            </a:lvl3pPr>
            <a:lvl4pPr marL="0" indent="1588">
              <a:buNone/>
              <a:defRPr b="0">
                <a:solidFill>
                  <a:schemeClr val="bg1"/>
                </a:solidFill>
              </a:defRPr>
            </a:lvl4pPr>
            <a:lvl5pPr marL="0" indent="0">
              <a:buNone/>
              <a:defRPr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social media links here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3C2BE14-477C-CB4E-A14A-DB75AA774A4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4799" y="4536000"/>
            <a:ext cx="7558158" cy="941933"/>
          </a:xfrm>
        </p:spPr>
        <p:txBody>
          <a:bodyPr/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dirty="0"/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dirty="0" err="1"/>
              <a:t>Forvis</a:t>
            </a:r>
            <a:r>
              <a:rPr lang="en-GB" dirty="0"/>
              <a:t> Mazars xxx : adapt for legal entity].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50E025-404D-9536-6D0C-2042221ADC94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5F9192-CCBE-5DB9-4308-24B0D5F5F9EA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10" name="Gruppieren 4">
            <a:extLst>
              <a:ext uri="{FF2B5EF4-FFF2-40B4-BE49-F238E27FC236}">
                <a16:creationId xmlns:a16="http://schemas.microsoft.com/office/drawing/2014/main" id="{6600858C-044E-D467-95FF-4D8702D7C8FD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237FBE9F-E7E5-89E1-10BE-42983AEE81BF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70A2A876-9809-F9A0-5ADE-28D9E0D28834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7F50DE31-FF8B-006A-E904-FA745BF901F5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B9DA3AA6-8787-DF83-A9CD-2F9339325CDF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9D5B26A0-988D-ADD7-264F-4F69CAA40C47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9087F793-6FDA-9216-562F-CAFC24DC20B6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CA1A4E37-00E5-A4AB-295B-0F1B1CABAA38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671143A7-E075-AF6C-DC5D-F6F0B9323E48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1701761A-D466-6836-3FE0-86BEBC1A08DF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3D5720FA-7265-0A9E-2775-EAA29B79B711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BBDE3CED-D985-A5AF-3BB8-5EA739C8381A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F949835D-3EFE-A7B4-098A-0AC2790E7CD3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4852762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6AF8A-8016-BCC9-12B5-1D618C6DB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57783F-3B5D-FBBC-3B86-107F7D8E6E2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87315" y="6465600"/>
            <a:ext cx="2743200" cy="270000"/>
          </a:xfrm>
        </p:spPr>
        <p:txBody>
          <a:bodyPr lIns="0" tIns="0" rIns="0" bIns="0"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FEF2F1-42E8-46F7-31D5-40F93D392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61472" y="6465600"/>
            <a:ext cx="4114800" cy="270000"/>
          </a:xfrm>
        </p:spPr>
        <p:txBody>
          <a:bodyPr lIns="0" tIns="0" rIns="0" bIns="0"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E9ECC4-62F2-CD50-B09C-2AA803749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4800" y="6465600"/>
            <a:ext cx="1945629" cy="270000"/>
          </a:xfrm>
        </p:spPr>
        <p:txBody>
          <a:bodyPr lIns="0" tIns="0" rIns="0" bIns="0"/>
          <a:lstStyle>
            <a:lvl1pPr algn="l">
              <a:defRPr/>
            </a:lvl1pPr>
          </a:lstStyle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4C624DD-685D-7847-6014-2018E3CA64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ctr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97745147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66" Type="http://schemas.openxmlformats.org/officeDocument/2006/relationships/slideLayout" Target="../slideLayouts/slideLayout66.xml"/><Relationship Id="rId74" Type="http://schemas.openxmlformats.org/officeDocument/2006/relationships/slideLayout" Target="../slideLayouts/slideLayout74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image" Target="../media/image1.wm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FE9FD2-6995-74C6-059B-87A19EAFB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306000"/>
            <a:ext cx="11581200" cy="36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BC34D3-7536-C818-EFDA-AFF20251F0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6000" y="1620000"/>
            <a:ext cx="11581200" cy="432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022941-1361-6E63-B12A-06C77F5C0F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560582" y="6417000"/>
            <a:ext cx="1260000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Date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C9E4D8-93A5-6C78-B5B9-150B83256C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00036" y="6417000"/>
            <a:ext cx="6069127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B14A89-CC20-0ECB-B7C5-296A21ECF5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00037" y="6417000"/>
            <a:ext cx="900000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90955-4EF9-42DC-2545-2A78687F80FE}"/>
              </a:ext>
            </a:extLst>
          </p:cNvPr>
          <p:cNvSpPr txBox="1"/>
          <p:nvPr userDrawn="1"/>
        </p:nvSpPr>
        <p:spPr>
          <a:xfrm>
            <a:off x="-763351" y="378278"/>
            <a:ext cx="76335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Title position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CA7508-55FC-E080-04D3-FAB46B4F6DCE}"/>
              </a:ext>
            </a:extLst>
          </p:cNvPr>
          <p:cNvSpPr txBox="1"/>
          <p:nvPr userDrawn="1"/>
        </p:nvSpPr>
        <p:spPr>
          <a:xfrm>
            <a:off x="-1885453" y="1041381"/>
            <a:ext cx="188545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Maximum vertical position for content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4E1C66-75FC-0179-2386-75B484CB4966}"/>
              </a:ext>
            </a:extLst>
          </p:cNvPr>
          <p:cNvSpPr txBox="1"/>
          <p:nvPr userDrawn="1"/>
        </p:nvSpPr>
        <p:spPr>
          <a:xfrm>
            <a:off x="-1856598" y="5734506"/>
            <a:ext cx="18565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Minimum vertical position for content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4C75A6-3E07-FB50-DCC7-0EA23683196A}"/>
              </a:ext>
            </a:extLst>
          </p:cNvPr>
          <p:cNvSpPr txBox="1"/>
          <p:nvPr userDrawn="1"/>
        </p:nvSpPr>
        <p:spPr>
          <a:xfrm>
            <a:off x="-914033" y="727528"/>
            <a:ext cx="91403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Subtitle position</a:t>
            </a:r>
          </a:p>
        </p:txBody>
      </p:sp>
      <p:pic>
        <p:nvPicPr>
          <p:cNvPr id="8" name="Grafik 11">
            <a:extLst>
              <a:ext uri="{FF2B5EF4-FFF2-40B4-BE49-F238E27FC236}">
                <a16:creationId xmlns:a16="http://schemas.microsoft.com/office/drawing/2014/main" id="{5469F5F3-C99F-2E93-A1EB-1758A92F8191}"/>
              </a:ext>
            </a:extLst>
          </p:cNvPr>
          <p:cNvPicPr>
            <a:picLocks noChangeAspect="1"/>
          </p:cNvPicPr>
          <p:nvPr userDrawn="1"/>
        </p:nvPicPr>
        <p:blipFill>
          <a:blip r:embed="rId7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936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709" r:id="rId3"/>
    <p:sldLayoutId id="2147483710" r:id="rId4"/>
    <p:sldLayoutId id="2147483735" r:id="rId5"/>
    <p:sldLayoutId id="2147483736" r:id="rId6"/>
    <p:sldLayoutId id="2147483737" r:id="rId7"/>
    <p:sldLayoutId id="2147483738" r:id="rId8"/>
    <p:sldLayoutId id="2147483739" r:id="rId9"/>
    <p:sldLayoutId id="2147483651" r:id="rId10"/>
    <p:sldLayoutId id="2147483652" r:id="rId11"/>
    <p:sldLayoutId id="2147483653" r:id="rId12"/>
    <p:sldLayoutId id="2147483740" r:id="rId13"/>
    <p:sldLayoutId id="2147483741" r:id="rId14"/>
    <p:sldLayoutId id="2147483742" r:id="rId15"/>
    <p:sldLayoutId id="2147483657" r:id="rId16"/>
    <p:sldLayoutId id="2147483658" r:id="rId17"/>
    <p:sldLayoutId id="2147483659" r:id="rId18"/>
    <p:sldLayoutId id="2147483660" r:id="rId19"/>
    <p:sldLayoutId id="2147483661" r:id="rId20"/>
    <p:sldLayoutId id="2147483662" r:id="rId21"/>
    <p:sldLayoutId id="2147483663" r:id="rId22"/>
    <p:sldLayoutId id="2147483664" r:id="rId23"/>
    <p:sldLayoutId id="2147483665" r:id="rId24"/>
    <p:sldLayoutId id="2147483666" r:id="rId25"/>
    <p:sldLayoutId id="2147483731" r:id="rId26"/>
    <p:sldLayoutId id="2147483667" r:id="rId27"/>
    <p:sldLayoutId id="2147483669" r:id="rId28"/>
    <p:sldLayoutId id="2147483668" r:id="rId29"/>
    <p:sldLayoutId id="2147483670" r:id="rId30"/>
    <p:sldLayoutId id="2147483672" r:id="rId31"/>
    <p:sldLayoutId id="2147483673" r:id="rId32"/>
    <p:sldLayoutId id="2147483674" r:id="rId33"/>
    <p:sldLayoutId id="2147483676" r:id="rId34"/>
    <p:sldLayoutId id="2147483677" r:id="rId35"/>
    <p:sldLayoutId id="2147483678" r:id="rId36"/>
    <p:sldLayoutId id="2147483679" r:id="rId37"/>
    <p:sldLayoutId id="2147483680" r:id="rId38"/>
    <p:sldLayoutId id="2147483681" r:id="rId39"/>
    <p:sldLayoutId id="2147483682" r:id="rId40"/>
    <p:sldLayoutId id="2147483683" r:id="rId41"/>
    <p:sldLayoutId id="2147483720" r:id="rId42"/>
    <p:sldLayoutId id="2147483721" r:id="rId43"/>
    <p:sldLayoutId id="2147483722" r:id="rId44"/>
    <p:sldLayoutId id="2147483723" r:id="rId45"/>
    <p:sldLayoutId id="2147483718" r:id="rId46"/>
    <p:sldLayoutId id="2147483719" r:id="rId47"/>
    <p:sldLayoutId id="2147483688" r:id="rId48"/>
    <p:sldLayoutId id="2147483689" r:id="rId49"/>
    <p:sldLayoutId id="2147483690" r:id="rId50"/>
    <p:sldLayoutId id="2147483713" r:id="rId51"/>
    <p:sldLayoutId id="2147483712" r:id="rId52"/>
    <p:sldLayoutId id="2147483691" r:id="rId53"/>
    <p:sldLayoutId id="2147483707" r:id="rId54"/>
    <p:sldLayoutId id="2147483708" r:id="rId55"/>
    <p:sldLayoutId id="2147483714" r:id="rId56"/>
    <p:sldLayoutId id="2147483715" r:id="rId57"/>
    <p:sldLayoutId id="2147483695" r:id="rId58"/>
    <p:sldLayoutId id="2147483696" r:id="rId59"/>
    <p:sldLayoutId id="2147483697" r:id="rId60"/>
    <p:sldLayoutId id="2147483698" r:id="rId61"/>
    <p:sldLayoutId id="2147483699" r:id="rId62"/>
    <p:sldLayoutId id="2147483700" r:id="rId63"/>
    <p:sldLayoutId id="2147483701" r:id="rId64"/>
    <p:sldLayoutId id="2147483702" r:id="rId65"/>
    <p:sldLayoutId id="2147483703" r:id="rId66"/>
    <p:sldLayoutId id="2147483704" r:id="rId67"/>
    <p:sldLayoutId id="2147483705" r:id="rId68"/>
    <p:sldLayoutId id="2147483706" r:id="rId69"/>
    <p:sldLayoutId id="2147483743" r:id="rId70"/>
    <p:sldLayoutId id="2147483744" r:id="rId71"/>
    <p:sldLayoutId id="2147483745" r:id="rId72"/>
    <p:sldLayoutId id="2147483746" r:id="rId73"/>
    <p:sldLayoutId id="2147483747" r:id="rId74"/>
    <p:sldLayoutId id="2147483748" r:id="rId75"/>
    <p:sldLayoutId id="2147483711" r:id="rId76"/>
  </p:sldLayoutIdLst>
  <p:transition>
    <p:fade/>
  </p:transition>
  <p:hf hd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975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57188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8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8163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7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5963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7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96938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7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orient="horz" pos="192" userDrawn="1">
          <p15:clr>
            <a:srgbClr val="F26B43"/>
          </p15:clr>
        </p15:guide>
        <p15:guide id="5" orient="horz" pos="420" userDrawn="1">
          <p15:clr>
            <a:srgbClr val="F26B43"/>
          </p15:clr>
        </p15:guide>
        <p15:guide id="7" orient="horz" pos="3748" userDrawn="1">
          <p15:clr>
            <a:srgbClr val="F26B43"/>
          </p15:clr>
        </p15:guide>
        <p15:guide id="9" pos="7491" userDrawn="1">
          <p15:clr>
            <a:srgbClr val="F26B43"/>
          </p15:clr>
        </p15:guide>
        <p15:guide id="10" orient="horz" pos="650" userDrawn="1">
          <p15:clr>
            <a:srgbClr val="F26B43"/>
          </p15:clr>
        </p15:guide>
        <p15:guide id="12" pos="192" userDrawn="1">
          <p15:clr>
            <a:srgbClr val="F26B43"/>
          </p15:clr>
        </p15:guide>
        <p15:guide id="13" orient="horz" pos="793" userDrawn="1">
          <p15:clr>
            <a:srgbClr val="F26B43"/>
          </p15:clr>
        </p15:guide>
      </p15:sldGuideLst>
    </p:ext>
  </p:extLst>
</p:sldMaster>
</file>

<file path=ppt/slides/_rels/slide14.xml.rels><?xml version="1.0" encoding="UTF-8" standalone="yes"?>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18.xml.rels><?xml version="1.0" encoding="UTF-8" standalone="yes"?>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1.xml.rels><?xml version="1.0" encoding="UTF-8" standalone="yes"?>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6.xml.rels><?xml version="1.0" encoding="UTF-8" standalone="yes"?>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38.xml.rels><?xml version="1.0" encoding="UTF-8" standalone="yes"?>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4CE10-79AD-26BA-41DC-8049F38D70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F68C1A-150F-D860-04D8-67EBFC0925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FY2026 – 중간감사 클로징</a:t>
            </a:r>
          </a:p>
        </p:txBody>
      </p:sp>
      <p:pic>
        <p:nvPicPr>
          <p:cNvPr id="7" name="그림 개체 틀 6">
            <a:extLst>
              <a:ext uri="{FF2B5EF4-FFF2-40B4-BE49-F238E27FC236}">
                <a16:creationId xmlns:a16="http://schemas.microsoft.com/office/drawing/2014/main" id="{D41D58CD-77CE-7E65-2172-521287701E1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2" b="40436"/>
          <a:stretch>
            <a:fillRect/>
          </a:stretch>
        </p:blipFill>
        <p:spPr>
          <a:xfrm>
            <a:off x="305400" y="304800"/>
            <a:ext cx="11581200" cy="3880800"/>
          </a:xfrm>
          <a:prstGeom prst="rect">
            <a:avLst/>
          </a:prstGeom>
          <a:solidFill>
            <a:srgbClr val="FFFFFF">
              <a:lumMod val="95000"/>
            </a:srgbClr>
          </a:solidFill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097BCA-DBD1-222E-9951-4B522670D8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2026년 10월 23일</a:t>
            </a:r>
          </a:p>
        </p:txBody>
      </p:sp>
    </p:spTree>
    <p:extLst>
      <p:ext uri="{BB962C8B-B14F-4D97-AF65-F5344CB8AC3E}">
        <p14:creationId xmlns:p14="http://schemas.microsoft.com/office/powerpoint/2010/main" val="3355258635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BC76F8E-415A-FAB6-D611-26F88E3E4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306000"/>
            <a:ext cx="56484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목차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ECEA13A-71B7-C5DE-BF90-4B7FA22FA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0037" y="6417000"/>
            <a:ext cx="900000" cy="270000"/>
          </a:xfrm>
        </p:spPr>
        <p:txBody>
          <a:bodyPr/>
          <a:lstStyle/>
          <a:p>
            <a:fld id="{721C06D9-4617-44B0-8711-1EF1C439A609}" type="slidenum">
              <a:rPr lang="en-GB" smtClean="0"/>
              <a:pPr/>
              <a:t>2</a:t>
            </a:fld>
            <a:endParaRPr lang="en-GB" dirty="0"/>
          </a:p>
        </p:txBody>
      </p:sp>
      <p:pic>
        <p:nvPicPr>
          <p:cNvPr id="7" name="Espace réservé pour une image  8">
            <a:extLst>
              <a:ext uri="{FF2B5EF4-FFF2-40B4-BE49-F238E27FC236}">
                <a16:creationId xmlns:a16="http://schemas.microsoft.com/office/drawing/2014/main" id="{356BE567-A5C8-9F66-5D36-0C0B86B71D0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53" r="21853"/>
          <a:stretch/>
        </p:blipFill>
        <p:spPr>
          <a:xfrm>
            <a:off x="6237601" y="305999"/>
            <a:ext cx="5648400" cy="5643951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6A64C6-FD9B-6620-ACC1-98F12B3352A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388" y="1268413"/>
            <a:ext cx="5648325" cy="4681537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감사 일정</a:t>
            </a:r>
          </a:p>
          <a:p>
            <a:r>
              <a:rPr lang="ko-KR" altLang="en-US" dirty="0">
                <a:ea typeface="맑은 고딕" panose="020B0503020000020004" pitchFamily="50" charset="-127"/>
              </a:rPr>
              <a:t>프로세스별 WTT 및 TOC 진행결과</a:t>
            </a:r>
          </a:p>
          <a:p>
            <a:r>
              <a:rPr lang="ko-KR" altLang="en-US" dirty="0">
                <a:ea typeface="맑은 고딕" panose="020B0503020000020004" pitchFamily="50" charset="-127"/>
              </a:rPr>
              <a:t>전기 기말감사 지적사항 Follow-up</a:t>
            </a:r>
          </a:p>
          <a:p>
            <a:r>
              <a:rPr lang="ko-KR" altLang="en-US" dirty="0">
                <a:ea typeface="맑은 고딕" panose="020B0503020000020004" pitchFamily="50" charset="-127"/>
              </a:rPr>
              <a:t>당기 중간감사 발견사항</a:t>
            </a:r>
          </a:p>
          <a:p>
            <a:r>
              <a:rPr lang="ko-KR" altLang="en-US" dirty="0">
                <a:ea typeface="맑은 고딕" panose="020B0503020000020004" pitchFamily="50" charset="-127"/>
              </a:rPr>
              <a:t>미결사항 및 기말감사 준비사항</a:t>
            </a:r>
          </a:p>
        </p:txBody>
      </p:sp>
    </p:spTree>
    <p:extLst>
      <p:ext uri="{BB962C8B-B14F-4D97-AF65-F5344CB8AC3E}">
        <p14:creationId xmlns:p14="http://schemas.microsoft.com/office/powerpoint/2010/main" val="2031370532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감사 일정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01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4">
            <a:extLst>
              <a:ext uri="{FF2B5EF4-FFF2-40B4-BE49-F238E27FC236}">
                <a16:creationId xmlns:a16="http://schemas.microsoft.com/office/drawing/2014/main" id="{30FF76B2-23BB-F23D-5A03-1AB5147D2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578F4448-CE93-81F2-77BC-2E76CBA5C5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감사 일정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76C6D597-8D20-5D51-9532-4BD1D7F7C5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중간감사</a:t>
            </a:r>
          </a:p>
        </p:txBody>
      </p:sp>
      <p:sp>
        <p:nvSpPr>
          <p:cNvPr id="18" name="내용 개체 틀 17">
            <a:extLst>
              <a:ext uri="{FF2B5EF4-FFF2-40B4-BE49-F238E27FC236}">
                <a16:creationId xmlns:a16="http://schemas.microsoft.com/office/drawing/2014/main" id="{F9497090-6619-6BCF-D6F5-AAC98A6DDE24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r>
              <a:rPr lang="ko-KR" altLang="en-US" sz="1200" b="1" dirty="0">
                <a:ea typeface="맑은 고딕" panose="020B0503020000020004" pitchFamily="50" charset="-127"/>
              </a:rPr>
              <a:t>SAK 본사</a:t>
            </a:r>
          </a:p>
          <a:p>
            <a:r>
              <a:rPr lang="ko-KR" altLang="en-US" sz="1200" b="1" dirty="0">
                <a:ea typeface="맑은 고딕" panose="020B0503020000020004" pitchFamily="50" charset="-127"/>
              </a:rPr>
              <a:t>2026년 10월 19일~23일 (5일) [확인 필요]</a:t>
            </a:r>
          </a:p>
          <a:p>
            <a:r>
              <a:rPr lang="ko-KR" altLang="en-US" sz="1200" b="1" dirty="0">
                <a:ea typeface="맑은 고딕" panose="020B0503020000020004" pitchFamily="50" charset="-127"/>
              </a:rPr>
              <a:t>주요 업무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주요 프로세스 및 내부통제 이해 (Walkthrough test)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주요 통제의 운영효과성 테스트 (TOC)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2026년 9월 중간재무제표 및 statutory(K-GAAP) 조정 검토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유의적 거래 분석 (Taxotere 사업양도, 구조조정, 리스)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위험평가 및 기말 감사절차 계획</a:t>
            </a:r>
          </a:p>
        </p:txBody>
      </p:sp>
      <p:sp>
        <p:nvSpPr>
          <p:cNvPr id="19" name="텍스트 개체 틀 18">
            <a:extLst>
              <a:ext uri="{FF2B5EF4-FFF2-40B4-BE49-F238E27FC236}">
                <a16:creationId xmlns:a16="http://schemas.microsoft.com/office/drawing/2014/main" id="{8788F2E1-0703-8FE7-AD3B-7777CB634C6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재고실사</a:t>
            </a:r>
          </a:p>
        </p:txBody>
      </p:sp>
      <p:sp>
        <p:nvSpPr>
          <p:cNvPr id="20" name="내용 개체 틀 19">
            <a:extLst>
              <a:ext uri="{FF2B5EF4-FFF2-40B4-BE49-F238E27FC236}">
                <a16:creationId xmlns:a16="http://schemas.microsoft.com/office/drawing/2014/main" id="{40F7342D-7B38-E4F7-FB0E-601171281FC2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ko-KR" altLang="en-US" sz="1200" b="1" dirty="0">
                <a:ea typeface="맑은 고딕" panose="020B0503020000020004" pitchFamily="50" charset="-127"/>
              </a:rPr>
              <a:t>군포 물류센터 [확인 필요]</a:t>
            </a:r>
          </a:p>
          <a:p>
            <a:r>
              <a:rPr lang="ko-KR" altLang="en-US" sz="1200" b="1" dirty="0">
                <a:ea typeface="맑은 고딕" panose="020B0503020000020004" pitchFamily="50" charset="-127"/>
              </a:rPr>
              <a:t>2026년 12월 (일자 협의 예정)</a:t>
            </a:r>
          </a:p>
          <a:p>
            <a:r>
              <a:rPr lang="ko-KR" altLang="en-US" sz="1200" b="1" dirty="0">
                <a:ea typeface="맑은 고딕" panose="020B0503020000020004" pitchFamily="50" charset="-127"/>
              </a:rPr>
              <a:t>주요 업무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회사 기말 재고실사 입회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표본 품목 독립적 재실사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반품·유효기간 경과·양도 품목 재고 확인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16FF46CB-4837-4BAE-A586-05760A65B7E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기말감사</a:t>
            </a:r>
          </a:p>
        </p:txBody>
      </p:sp>
      <p:sp>
        <p:nvSpPr>
          <p:cNvPr id="22" name="내용 개체 틀 21">
            <a:extLst>
              <a:ext uri="{FF2B5EF4-FFF2-40B4-BE49-F238E27FC236}">
                <a16:creationId xmlns:a16="http://schemas.microsoft.com/office/drawing/2014/main" id="{92381973-E2E0-8BF5-80DC-B909AA1C9B62}"/>
              </a:ext>
            </a:extLst>
          </p:cNvPr>
          <p:cNvSpPr>
            <a:spLocks noGrp="1"/>
          </p:cNvSpPr>
          <p:nvPr>
            <p:ph sz="quarter" idx="22"/>
          </p:nvPr>
        </p:nvSpPr>
        <p:spPr/>
        <p:txBody>
          <a:bodyPr/>
          <a:lstStyle/>
          <a:p>
            <a:r>
              <a:rPr lang="ko-KR" altLang="en-US" sz="1200" b="1" dirty="0">
                <a:ea typeface="맑은 고딕" panose="020B0503020000020004" pitchFamily="50" charset="-127"/>
              </a:rPr>
              <a:t>SAK 본사 및 원격</a:t>
            </a:r>
          </a:p>
          <a:p>
            <a:r>
              <a:rPr lang="ko-KR" altLang="en-US" sz="1200" b="1" dirty="0">
                <a:ea typeface="맑은 고딕" panose="020B0503020000020004" pitchFamily="50" charset="-127"/>
              </a:rPr>
              <a:t>2027년 2월 (일자 협의 예정)</a:t>
            </a:r>
          </a:p>
          <a:p>
            <a:r>
              <a:rPr lang="ko-KR" altLang="en-US" sz="1200" b="1" dirty="0">
                <a:ea typeface="맑은 고딕" panose="020B0503020000020004" pitchFamily="50" charset="-127"/>
              </a:rPr>
              <a:t>주요 업무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중간감사 발견사항 및 미결사항 Follow-up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실증절차 수행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금융기관 조회(주거래은행 변경 반영) 및 법률 조회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채권·채무 조회 및 후속절차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CE08BE2-C19B-446C-6396-B9980B9285C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2158108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프로세스별 WTT 및 TOC 진행결과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02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107E5-9A92-C926-60AB-C08F17D90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77376-9F2C-7B83-B3A4-46E2A58E3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FE68D4-DD01-DF6C-0EAA-B9859C5F3E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프로세스별 WTT 및 TOC 진행결과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D207A9C-6D3C-3B5C-37B9-66BA4C43FD8B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4A40072-9CD5-749A-912B-BED81473E8D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프로세스별 요약</a:t>
            </a:r>
          </a:p>
        </p:txBody>
      </p:sp>
      <p:graphicFrame>
        <p:nvGraphicFramePr>
          <p:cNvPr id="90" name="Table 90"/>
          <p:cNvGraphicFramePr>
            <a:graphicFrameLocks noGrp="1"/>
          </p:cNvGraphicFramePr>
          <p:nvPr/>
        </p:nvGraphicFramePr>
        <p:xfrm>
          <a:off x="301752" y="2011680"/>
          <a:ext cx="11585448" cy="3867912"/>
        </p:xfrm>
        <a:graphic>
          <a:graphicData uri="http://schemas.openxmlformats.org/drawingml/2006/table">
            <a:tbl>
              <a:tblPr firstRow="1" bandRow="1"/>
              <a:tblGrid>
                <a:gridCol w="1824480"/>
                <a:gridCol w="4561200"/>
                <a:gridCol w="912240"/>
                <a:gridCol w="1277136"/>
                <a:gridCol w="3010392"/>
              </a:tblGrid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프로세스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주요 통제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WTT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TOC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(표본 / 예외)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결과 / 관련 발견사항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매출 및 채권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(리베이트·GTN 포함)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주문·여신한도 승인, 출고–청구 대사, 매출할인(credit note) 승인, 리베이트·RSA 설정 검토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 / 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  RSA 정산 미실시 (발견 4)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구매 및 채무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발주 승인, 3-way match(PO·입고·송장), 거래처 마스터 변경, 지급 승인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 / 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재고자산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입고, 순환실사, 반품·폐기 승인, 유효기간·장기체화 검토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 / 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급여 및 인사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급여 계산 검토·승인, 인사 마스터 변경, VRP 지급 승인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 / 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  급여 전표 오류 (발견 1), VRP (발견 5)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자금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은행 지급 승인(이중 결재), 은행잔액 조정표 검토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 / 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결산 및 재무보고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수기전표 검토·승인, statutory(K-GAAP) 조정 검토, 계정 대사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 / 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  Statutory 조정·CRU (발견 2, 3)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유형자산 및 리스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자본적 지출 승인, 내용연수 검토, 리스계약 검토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 / 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IT 일반통제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사용자 접근권한(입사·퇴사), 변경관리, 특수권한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 / 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91" name="Note 91"/>
          <p:cNvSpPr txBox="1"/>
          <p:nvPr/>
        </p:nvSpPr>
        <p:spPr>
          <a:xfrm>
            <a:off x="301752" y="5788152"/>
            <a:ext cx="8778240" cy="29260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464B4B"/>
                </a:solidFill>
                <a:ea typeface="맑은 고딕" panose="020B0503020000020004" pitchFamily="50" charset="-127"/>
              </a:rPr>
              <a:t>[●] 최종 중간감사 조서를 바탕으로 감사팀이 작성할 항목임. 발견사항은 다음 페이지 참조.</a:t>
            </a:r>
          </a:p>
        </p:txBody>
      </p:sp>
    </p:spTree>
    <p:extLst>
      <p:ext uri="{BB962C8B-B14F-4D97-AF65-F5344CB8AC3E}">
        <p14:creationId xmlns:p14="http://schemas.microsoft.com/office/powerpoint/2010/main" val="426986721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107E5-9A92-C926-60AB-C08F17D90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77376-9F2C-7B83-B3A4-46E2A58E3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FE68D4-DD01-DF6C-0EAA-B9859C5F3E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프로세스별 WTT 및 TOC 진행결과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D207A9C-6D3C-3B5C-37B9-66BA4C43FD8B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4A40072-9CD5-749A-912B-BED81473E8D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중간감사 중 발견된 통제 관련 사항</a:t>
            </a:r>
          </a:p>
        </p:txBody>
      </p:sp>
      <p:graphicFrame>
        <p:nvGraphicFramePr>
          <p:cNvPr id="90" name="Table 90"/>
          <p:cNvGraphicFramePr>
            <a:graphicFrameLocks noGrp="1"/>
          </p:cNvGraphicFramePr>
          <p:nvPr/>
        </p:nvGraphicFramePr>
        <p:xfrm>
          <a:off x="301752" y="2011680"/>
          <a:ext cx="11585448" cy="3401568"/>
        </p:xfrm>
        <a:graphic>
          <a:graphicData uri="http://schemas.openxmlformats.org/drawingml/2006/table">
            <a:tbl>
              <a:tblPr firstRow="1" bandRow="1"/>
              <a:tblGrid>
                <a:gridCol w="364896"/>
                <a:gridCol w="1733256"/>
                <a:gridCol w="5108544"/>
                <a:gridCol w="4378752"/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#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프로세스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발견사항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개선 권고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급여 및 인사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2026년 9월 급여 전표에서 급여시스템 오류로 선급금(26000810)과 소득세 예수금이 각각 809.6백만원씩 과대 계상됨. 오류 원인과 수정 내역이 문서화되지 않음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오류 원인과 수정 내역을 문서화하고, 급여 인터페이스 전표의 이상 잔액을 기표 전에 검토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결산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전기 statutory 조정을 당기 SAP 실제 전표와 다른 계정으로 역분개함(#10 TP 408.0백만원, #13 한미 253.3백만원). 근거 없이 1,132.9백만원이 이익잉여금에 직접 차감됨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당기 SAP 실제 전표와 같은 계정으로 역분개하고, P16 역분개를 증빙과 대사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결산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CRU 재청구 statutory 전표의 계정별 배분이 틀려 보험료가 −30.3억원으로 표시되고, 마크업까지 비용에서 차감됨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CRU 계산자료와 계정별로 대사하고 검토자 승인을 남김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매출(추정)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Dupixent RSA 설정액을 공단 환급 고지액으로 정산하지 않고, 차액을 약 17~18개월 뒤에 환입함. 중간기간 CAP 미설정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분기마다 실제 고지액으로 정산하고, CAP은 기간 경과분 설정. 추정 검토를 문서화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급여 및 인사(추정)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VRP 충당부채를 계획 인원 기준으로 유지하고 미실현분을 적시에 환입하지 않음(9월말 근거 미확인 29억원)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분기마다 대상자별 합의서와 충당부채 잔액을 대사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986721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전기 기말감사 지적사항 Follow-up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03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107E5-9A92-C926-60AB-C08F17D90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77376-9F2C-7B83-B3A4-46E2A58E3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FE68D4-DD01-DF6C-0EAA-B9859C5F3E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전기 기말감사 지적사항 Follow-up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D207A9C-6D3C-3B5C-37B9-66BA4C43FD8B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4A40072-9CD5-749A-912B-BED81473E8D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진행현황 요약</a:t>
            </a:r>
          </a:p>
        </p:txBody>
      </p:sp>
      <p:graphicFrame>
        <p:nvGraphicFramePr>
          <p:cNvPr id="90" name="Table 90"/>
          <p:cNvGraphicFramePr>
            <a:graphicFrameLocks noGrp="1"/>
          </p:cNvGraphicFramePr>
          <p:nvPr/>
        </p:nvGraphicFramePr>
        <p:xfrm>
          <a:off x="301752" y="2011680"/>
          <a:ext cx="11585447" cy="3063240"/>
        </p:xfrm>
        <a:graphic>
          <a:graphicData uri="http://schemas.openxmlformats.org/drawingml/2006/table">
            <a:tbl>
              <a:tblPr firstRow="1" bandRow="1"/>
              <a:tblGrid>
                <a:gridCol w="367792"/>
                <a:gridCol w="2114804"/>
                <a:gridCol w="3585971"/>
                <a:gridCol w="4321556"/>
                <a:gridCol w="1195324"/>
              </a:tblGrid>
              <a:tr h="6126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#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전기 기말감사 지적사항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전기 기말감사 클로징 시 현황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당기 중간감사 현황 (2026년 9월)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상태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구조조정(VRP)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170억원 설정. 2026년까지 제도 지속 예정 (계획 29명 중 19명 퇴사)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1월 지급액 90억원 대사 완료. 9월말 잔액 45억원 중 29억원은 회사 VRP 자료로 근거 미확인. 2026년 신규 프로그램 10억원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진행 중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반포 사무실 시설물 내용연수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내용연수를 임차 종료일(2026년 11월)까지로 단축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임차기간 2027.5.31까지 연장. 내용연수, 복구충당부채, 보증금 분류 재검토 필요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진행 중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관세조사 (FY2020~2025)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2026년 8월 종결 예정. 우발부채로 주석 공시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최종 결과 및 추징 고지 여부 미수령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진행 중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제미글로 소송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2심에서 종결. 법률조회서 발송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신규 소송 없음. 2026년 제미글로 공동판매권(장부가 470백만원) 처분, 손상차손환입과 상계되어 순액 0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모니터링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91" name="Note 91"/>
          <p:cNvSpPr txBox="1"/>
          <p:nvPr/>
        </p:nvSpPr>
        <p:spPr>
          <a:xfrm>
            <a:off x="301752" y="5788152"/>
            <a:ext cx="8778240" cy="29260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464B4B"/>
                </a:solidFill>
                <a:ea typeface="맑은 고딕" panose="020B0503020000020004" pitchFamily="50" charset="-127"/>
              </a:rPr>
              <a:t>제외: OHK 지분 양도계약 변경(전기 기말감사 클로징 시 종결) 및 전기 기말 미결사항(감사보고서 발행 전 완료).</a:t>
            </a:r>
          </a:p>
        </p:txBody>
      </p:sp>
    </p:spTree>
    <p:extLst>
      <p:ext uri="{BB962C8B-B14F-4D97-AF65-F5344CB8AC3E}">
        <p14:creationId xmlns:p14="http://schemas.microsoft.com/office/powerpoint/2010/main" val="426986721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전기 기말감사 지적사항 Follow-up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배경: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당기 현황 및 감사인 검토의견: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1월 지급액 9,020.4백만원은 코스트센터 11개 모두 퇴사자 명세와 일치함.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'25 Drive 2 잔액 3,513.6백만원 중 근거가 확인되는 금액은 9/30 퇴사자분 641.0백만원뿐이고, 나머지는 근거가 없음:</a:t>
            </a:r>
          </a:p>
          <a:p>
            <a:pPr lvl="2">
              <a:lnSpc>
                <a:spcPct val="100000"/>
              </a:lnSpc>
            </a:pPr>
            <a:r>
              <a:rPr lang="ko-KR" altLang="en-US" sz="1100" dirty="0">
                <a:ea typeface="맑은 고딕" panose="020B0503020000020004" pitchFamily="50" charset="-127"/>
              </a:rPr>
              <a:t>계획 인원 중 퇴사하지 않은 인원분 미환입 1,547.3백만원</a:t>
            </a:r>
          </a:p>
          <a:p>
            <a:pPr lvl="2">
              <a:lnSpc>
                <a:spcPct val="100000"/>
              </a:lnSpc>
            </a:pPr>
            <a:r>
              <a:rPr lang="ko-KR" altLang="en-US" sz="1100" dirty="0">
                <a:ea typeface="맑은 고딕" panose="020B0503020000020004" pitchFamily="50" charset="-127"/>
              </a:rPr>
              <a:t>전기 계획 자료 밖의 잔액 1,325.4백만원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회사 2026 VRP 자료에는 대상자가 2명뿐인데, GL에는 신규 프로그램 3건(Argos 별도)이 설정됨. 대상자의 수락이나 구체적 계획의 통보가 있어야 인식할 수 있음(일반기업회계기준 제14장).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대상자 명세와 합의서를 요청하고, 종료된 프로그램은 환입이 필요함. 과대계상 가능액은 최대 29억원(PM 51.7억원 미만).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구조조정 (희망퇴직 프로그램, VRP)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전기말 구조조정 충당부채 170억원을 설정함. 이 중 90억원은 2025.12.31 퇴사자 19명분이며, 제도는 2026년에도 계속될 예정이었음(계획 29명).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2026년 1~9월 변동(백만원): 기초 16,996.1, 설정 1,556.9, 환입 (2,938.8), 사용 (11,099.1), 기말 </a:t>
            </a:r>
            <a:r>
              <a:rPr lang="ko-KR" altLang="en-US" sz="1200" b="1" dirty="0">
                <a:ea typeface="맑은 고딕" panose="020B0503020000020004" pitchFamily="50" charset="-127"/>
              </a:rPr>
              <a:t>4,515.2</a:t>
            </a:r>
            <a:r>
              <a:rPr lang="ko-KR" altLang="en-US" sz="1200" dirty="0">
                <a:ea typeface="맑은 고딕" panose="020B0503020000020004" pitchFamily="50" charset="-127"/>
              </a:rPr>
              <a:t> (VRP 4,473.2, 전직지원 42.0)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2026년 신규 프로그램: Key market 386.2, Procurement transformation 290.8, DD&amp;O footprint 245.6, Argos 36.9 (합계 959.5백만원). 'Fit for purpose'(583.4백만원)는 4월 설정 후 9월 전액 환입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전기 기말감사 지적사항 Follow-up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배경: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감사인 검토의견: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임차기간 연장은 다시 회계추정의 변경에 해당함(일반기업회계기준 제5장). 복구자산과 시설물의 잔여 장부금액은 2027년 5월까지 전진적으로 상각해야 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복구충당부채는 예상 금전정산액과 변경된 지급시기를 반영하여 재측정해야 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보증금은 1년 이내 반환 예정이므로 유동성보증금으로 재분류해야 함(1,181.1백만원).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SAP에서 IFRS16 리스부채가 재측정되지 않았고, K-GAAP 제거 조정 후 미지급비용에 333백만원이 남아 있음(수정사항 참조).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요청: 서명된 연장 확인서 또는 변경계약서, 금전정산 추정액, 변경된 상각 스케줄.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반포 사무실 임차 – 내용연수, 복구충당부채, 보증금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전기에 반포 사무실 시설물의 내용연수를 잔여 임차기간(2026년 11월까지)으로 단축하여 감가상각비 340백만원이 추가됨.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2026년 6월 회사가 연장권을 행사하여 임차기간이 2027.5.31까지 연장됨(보증금·임대료 동일). 임대인은 원상복구 공사 대신 금전정산을 제안함. 임대인 확인서는 아직 서명되지 않음.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9월말 현황: 복구충당부채 912.4백만원, 복구자산(취득원가 844.1백만원)은 2026년 11월까지 59개월 상각, 보증금 1,181.1백만원은 비유동으로 표시.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전기 기말감사 지적사항 Follow-up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관세조사 (FY2020~2025):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제미글로 소송: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전기말 현재 소송은 2심(2025년 3월)에서 종결되었고, 충당부채 환입과 장기미수금 제거는 적정하였음.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중간감사 시 신규 소송은 확인되지 않음.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2026년 제미글로 공동판매권(장부가 470백만원)을 처분하였고, 처분손실은 손상차손환입과 상계되어 순액 0임. 남은 의무가 없는지 확인 예정.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기말에 법률조회서로 신규 청구가 없는지 확인할 예정임.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관세조사 및 제미글로 소송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전기말 현재 SAK 관세조사(FY2020~2025)가 진행 중이었고, 2026년 8월 종결 예정으로 우발부채를 주석 공시함.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회사로부터 최종 결과를 아직 받지 못함.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검토의견: 종결되었다면 추징 관세와 가산세를 당기 비용 또는 충당부채로 인식하고(일반기업회계기준 제14장) 주석을 갱신해야 함. 진행 중이라면 우발부채 공시를 유지함.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요청: 관세조사 결과 통지서, 납부 증빙, 관세 자문사의 최신 진행 현황.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당기 중간감사 발견사항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04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107E5-9A92-C926-60AB-C08F17D90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77376-9F2C-7B83-B3A4-46E2A58E3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FE68D4-DD01-DF6C-0EAA-B9859C5F3E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당기 중간감사 발견사항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D207A9C-6D3C-3B5C-37B9-66BA4C43FD8B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4A40072-9CD5-749A-912B-BED81473E8D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당기 중간감사 신규 이슈 요약</a:t>
            </a:r>
          </a:p>
        </p:txBody>
      </p:sp>
      <p:graphicFrame>
        <p:nvGraphicFramePr>
          <p:cNvPr id="90" name="Table 90"/>
          <p:cNvGraphicFramePr>
            <a:graphicFrameLocks noGrp="1"/>
          </p:cNvGraphicFramePr>
          <p:nvPr/>
        </p:nvGraphicFramePr>
        <p:xfrm>
          <a:off x="301752" y="2011680"/>
          <a:ext cx="11585448" cy="4114800"/>
        </p:xfrm>
        <a:graphic>
          <a:graphicData uri="http://schemas.openxmlformats.org/drawingml/2006/table">
            <a:tbl>
              <a:tblPr firstRow="1" bandRow="1"/>
              <a:tblGrid>
                <a:gridCol w="364896"/>
                <a:gridCol w="2827944"/>
                <a:gridCol w="4378752"/>
                <a:gridCol w="2371824"/>
                <a:gridCol w="1642032"/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#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이슈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주요 금액 (원)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성격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상태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Taxotere 사업양도 (Closing / TDA)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처분손실 1,372백만, 9월말 재고 156억, 10월 재고이전 이익 최대 약 27억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계정분류, 기간후 사건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진행 중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Dupixent RSA 충당부채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전기말 과다 약 226억, 9월말 약 180억 추정, 2026 CAP 미설정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회계추정 (전기오류 가능성)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진행 중 – 핵심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Caprelsa / Rodogyl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Caprelsa TDA 유사 조건 시 정산액 최대 약 383백만, Rodogyl 재고 12.5백만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미계상 정산 위험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진행 중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전기 statutory 조정 역분개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#10 408.0백만, #13 253.3백만, 이익잉여금 1,132.9백만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계정분류, 기초 이익잉여금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수정 제안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CRU 재청구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재분류 3,916.3백만, 마크업 약 412백만, 미청구 CSU 약 77억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계정분류, 미수 계상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수정 제안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재무상태표 분류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채무 2,484.9백만, 보증금 1,181.1백만, 급여 809.6백만, IFRS16 333.2백만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표시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수정 제안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신규 사무실 임차 (센터필드)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최소 임대료 약 221억(84개월), 보증금 잔금 1,681.2백만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약정사항 주석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기말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주식기준보상 (Action 2026)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할인분 약 261백만 + 무상주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비용 / 자본잉여금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진행 중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9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파트너 인센티브 (한독)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2024·2025년분 24억 미정산 (분쟁)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회계추정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기간후 확인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986721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당기 중간감사 발견사항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배경: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감사인 검토의견: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사업양도에 따른 일회성 손실이므로 영업외 분류는 수용 가능함. 다만 처분 대상이 투자자산이 아니라 재고자산이므로 계정과목을 "사업양도손실" 또는 "재고자산처분손실"로 바꿔야 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자본화된 원가차이 잔액 94.3백만원은 8월까지 모두 판매된 Closing 재고분이므로 매출원가로 비용 처리해야 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그룹은 MARCO 마진을 재작성하여 손실을 상쇄하지만 관리회계에 한정됨. SAK에 대한 보전은 확인되지 않음.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TDA true-up(순매출의 92%)은 GBU Finance가 중앙에서 정산함(Closing 지침 slide 7). SAK 배분 여부는 문서화되지 않음. 그룹 확인 전까지 SAK에 귀속될 수 있는 정산 credit 367.6백만원은 미계상 상태임.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TAXOTERE 사업양도 (1/2) – Closing 재고 매각 및 재매입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2026.5.29(Closing) TAXOTERE 글로벌 사업이 보령에 양도됨. 그룹 Closing 지침에 따라 Closing 재고를 MSA 가격으로 보령에 매각하고 TDA 가격으로 즉시 재매입함(실물 이동 없음). 회사는 허가 이전 시까지 과도기 유통계약(TDA)에 따라 계속 판매함.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Closing 수량은 5월에 32,530개로 기표되었다가 공식 Closing Date Inventory Statement에 따라 22,592개로 정정됨(7월 true-up 인보이스: 매각 −EUR 504,382.74, 재매입 −EUR 1,012,194.20).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매각손실: 장부가 3,246.9백만원 − 처분대가 1,874.5백만원 = </a:t>
            </a:r>
            <a:r>
              <a:rPr lang="ko-KR" altLang="en-US" sz="1200" b="1" dirty="0">
                <a:ea typeface="맑은 고딕" panose="020B0503020000020004" pitchFamily="50" charset="-127"/>
              </a:rPr>
              <a:t>1,372.4백만원</a:t>
            </a:r>
            <a:r>
              <a:rPr lang="ko-KR" altLang="en-US" sz="1200" dirty="0">
                <a:ea typeface="맑은 고딕" panose="020B0503020000020004" pitchFamily="50" charset="-127"/>
              </a:rPr>
              <a:t>. 영업외비용 "투자자산처분손실"로 계상됨. 재매입가와 표준원가의 차이는 원가차이로 자본화됨.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당기 중간감사 발견사항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배경: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감사인 검토의견: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SAK가 소유권과 재고위험을 부담하므로 SAK 별도 K-GAAP 재무제표에서는 총액(본인) 표시가 적정함. 그룹(IFRS 15)은 시장 매출로 보지 않으므로 판단 근거를 문서화해야 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10월 재고 이전은 중간재무제표의 수정을 요하지 않는 기간후 사건임. 9월말 재고는 손상 불필요(TDA 가격 &gt; 원가).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회사가 TDA 가격으로 보령에 청구했다면 이익은 최대 약 27억원으로 추정됨(이전가액 약 183억원 − 원가 156억원, 10월 판매분 차감 전, 환율 1,761.7원 가정). 그룹의 재청구가 없다면 4분기에 인식됨.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요청: 그룹 서면 확인(true-up 배분 및 재청구 여부), 10월 인보이스·수량·세금계산서, 품목허가 이전 증빙.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TAXOTERE 사업양도 (2/2) – Closing 이후 공급 및 10월 재고 이전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Closing 이후에도 회사는 SWI(싱가포르)에서 그룹 이전가격으로 TAXOTERE를 매입함(7~9월 126,868개, 195억원). 그룹 지침(공급 방식 동일, 파트너와의 월별 매각·재매입은 SWI가 수행)과 일치함.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6~9월 TAXOTERE 매출 94억원은 총액으로 인식됨. 9월말 재고는 </a:t>
            </a:r>
            <a:r>
              <a:rPr lang="ko-KR" altLang="en-US" sz="1200" b="1" dirty="0">
                <a:ea typeface="맑은 고딕" panose="020B0503020000020004" pitchFamily="50" charset="-127"/>
              </a:rPr>
              <a:t>103,041개(15,620백만원)</a:t>
            </a:r>
            <a:r>
              <a:rPr lang="ko-KR" altLang="en-US" sz="1200" dirty="0">
                <a:ea typeface="맑은 고딕" panose="020B0503020000020004" pitchFamily="50" charset="-127"/>
              </a:rPr>
              <a:t>이며 모두 싱가포르 매입분임.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회사 설명에 따르면 10월에 보령의 품목허가 이전이 완료되어 잔여재고 전량을 보령에 넘김. 지침상 이전 가격은 TDA 가격(20mg EUR 48.52 / 80mg EUR 155.44)임.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당기 중간감사 발견사항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배경: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감사인 검토의견: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설정액이 실제 환급액보다 매년 13~22% 많음(2023~2025년). 2025년말 Dupixent 잔액 513억원 중 </a:t>
            </a:r>
            <a:r>
              <a:rPr lang="ko-KR" altLang="en-US" sz="1200" b="1" dirty="0">
                <a:ea typeface="맑은 고딕" panose="020B0503020000020004" pitchFamily="50" charset="-127"/>
              </a:rPr>
              <a:t>226억원</a:t>
            </a:r>
            <a:r>
              <a:rPr lang="ko-KR" altLang="en-US" sz="1200" dirty="0">
                <a:ea typeface="맑은 고딕" panose="020B0503020000020004" pitchFamily="50" charset="-127"/>
              </a:rPr>
              <a:t>은 대응하는 지급의무가 없음(2026년 지급된 2025년분 의무 287억원). PM을 초과하므로 전기오류인지 추정의 변경인지 판단이 필요함.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2026년 9월말 필요 충당부채는 약 243억원으로 추정됨(3분기 RSA 약 122억원, 9월 본인부담 약 6억원, 2026 CAP 9개월분 약 115억원). 장부 426억원 대비 </a:t>
            </a:r>
            <a:r>
              <a:rPr lang="ko-KR" altLang="en-US" sz="1200" b="1" dirty="0">
                <a:ea typeface="맑은 고딕" panose="020B0503020000020004" pitchFamily="50" charset="-127"/>
              </a:rPr>
              <a:t>과다 추정액은 약 180억원</a:t>
            </a:r>
            <a:r>
              <a:rPr lang="ko-KR" altLang="en-US" sz="1200" dirty="0">
                <a:ea typeface="맑은 고딕" panose="020B0503020000020004" pitchFamily="50" charset="-127"/>
              </a:rPr>
              <a:t>이며 CAP 추정에 따라 달라짐.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중간기간에 2026년 CAP을 설정하지 않음. 과거에도 CAP은 4분기에만 설정함.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요청: 설정 계산 파일, 공단 환급 고지서(2024년 1분기~2026년 3분기), 누적 청구액과 CAP 추정, 설정·환급·환입 대사표.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Dupixent 위험분담계약(RSA) 충당부채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건강보험공단과의 RSA에 따라 회사는 청구액의 19.01%를 환급함. 신규 환자 최초 5회는 무상공급이며, 연간 청구액 450억원 초과분의 50%를 CAP으로 환급함.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설정액 = 누적 보험환자수 × 월 341,920원. 실제 환급(분기 RSA, 본인부담, CAP)과 상계하고, 남은 금액은 약 17~18개월 뒤에 환입함.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2026년 9월말 리베이트 충당부채 500억원(Dupixent 426억원). 1~9월 매출차감에는 전기 이전 설정분 환입 55억원이 포함됨.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당기 중간감사 발견사항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Caprelsa: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Rodogyl: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국내 판매를 중단하고 2026년 8월 품목허가를 자진 취하함. 2026년 매출은 없고 반품 16,166개(순매출 −37.2백만원)만 있음.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9월말 재고 7,214개(12.5백만원)는 모두 반품재고로 판매할 수 없으므로 전액 평가손실 또는 폐기 대상임.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향후 시장 반품은 25~50백만원으로 추정되어 CTM(194백만원)에 미달함. 반품충당부채 반영 여부를 확인함.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표시: 본사 양도가 아니라 단종에 해당하므로 분석적 검토 코멘트를 수정해야 함.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기타 글로벌 양도 품목 – Caprelsa 및 Rodogyl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글로벌로 Esteve에 양도되었고, 국내 판권은 KIMS Pharma에 부여될 예정임. 국내 허가 이전은 2027년 4월 예정이며, 회사는 본사 가이드를 받지 못함.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회사는 여전히 그룹 이전가격으로 매입해 자기 계산으로 판매함: 1~9월 순매출 1,488백만원, 매출원가 986백만원, 9월말 재고 782백만원.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TDA와 유사한 조건(순매출의 92%를 매수인에게 지급)이 적용되면 미계상 정산액은 최대 약 383백만원임(2026년 1월부터 가정, 실제는 Closing일에 따라 달라짐).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요청: APA와 Closing일, 과도기 유통 조건, 본사 회계 가이드.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당기 중간감사 발견사항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배경: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감사인 검토의견: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#10 재분류: (차) 매출원가 408.0백만 / (대) 잡손실 408.0백만. 현재 매출총이익과 영업이익이 4.1억원 과대이며, 당기순이익 영향은 없음.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#13 재분류: (차) 지급수수료 230.3백만, 잡손실 23.0백만 / (대) 잡이익 253.3백만. 당기순이익 영향은 없음.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이익잉여금: SAP 기초 이익잉여금이 감사받은 전기말 금액보다 1,132.9백만원 작음. 전표와 증빙을 받아 기초 잔액을 바로잡거나 전기오류로 검토해야 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권고: 전기 statutory 조정은 관련 당기 SAP 전표와 같은 계정으로 역분개해야 함.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전기 Statutory 조정의 당기 역분개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전기 statutory(K-GAAP) 조정 14건 중 #9(CRU true-up 2,256.9백만원), #10(TP 조정 408.0백만원), #13(한미 정산 credit 253.3백만원), #14는 P16에 기표된 후 2026년에 역분개됨.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#10: 전기 TP 조정은 매출원가로 인식됨. 2026년 SAP 실제 전표는 잡손실로 기표되었으나, P16 역분개는 매출원가를 감소시킴.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#13: 한미 정산 credit(부가세 23.0백만원 포함)은 전기 이익으로 인식됨. 2026년 SAP 전표는 지급수수료를 감소시켰으나(230.3백만원), 역분개는 잡이익을 감소시킴.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2026년에 1,132.9백만원이 이익잉여금(86322000)에 직접 차감됨. 이 금액은 전기 P16 미지급법인세 조정(86429307)과 같음.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당기 중간감사 발견사항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배경: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감사인 검토의견: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배분 오류: 지급수수료(61.7백만 차감, 정상 3,977.9백만), 보험료(3,977.9백만 차감, 정상 128.2백만), 여비교통비 금액이 서로 바뀌어 보험료가 −30.3억원으로 표시됨. 재분류: (차) 보험료 3,849.7백만, 여비교통비 66.5백만 / (대) 지급수수료 3,916.3백만.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회사 재무제표와 명세서의 잡이익이 101.2백만원 과소임(부호 오류).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마크업(약 412백만원)까지 비용에서 차감되어 회사 방침(마크업은 잡이익으로 유지)과 맞지 않음. VX는 차감액이 실제 지출보다 22.7백만원 많음.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미청구 CSU 비용이 약 77억원임(Pharma 지출 283억원 대비 청구 206억원). 전임감사인 조서상 회사는 월별 CRU accrual 방식이므로 9월말 미수금 계상 여부를 검토해야 함.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CRU(Country Resource Unit) 재청구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그룹을 위해 발생한 CSU 비용은 분기별로 재청구됨(74250001, 1~9월 23,051.8백만원). K-GAAP에서는 statutory 조정 #2로 20,794.9백만원을 잡이익에서 관련 비용 차감으로 재분류함.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1~9월 CSU 지출은 28,481.6백만원(Pharma 28,325.0백만원, VX 156.6백만원)임.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당기 중간감사 발견사항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신규 사무실 임차 (센터필드):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주식기준보상 (Action 2026):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지배기업(Sanofi)이 SAK 임직원에게 20% 할인과 무상주를 제공하고, 그룹은 SAK에 재청구하지 않음.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일반기업회계기준 19.3, 19.A60(사례 14): 종속기업은 보상원가 전액을 비용으로 인식하고 같은 금액을 지배기업의 자본 출자(자본잉여금)로 처리함. SAK는 이를 처리하지 않음.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할인분은 약 260.8백만원으로 추정되며 여기에 무상주(부여일 공정가치)가 더해짐. 즉시 가득되며(19.12) 이후 환입하지 않음(19.18). 자본 총계는 변하지 않음.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그룹 IFRS 2 비용 중 한국 귀속분을 요청함. 과거 회차도 처리되지 않았으므로 누적액과 중요성을 검토함.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신규 사무실 임차(센터필드) 및 주식기준보상(Action 2026)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2026.5.29 계약 체결: 센터필드 WEST 12층. 임차기간 2026.12.16~2033.12.15(84개월, 최소 의무사용기간). 월 임대료 240.2백만원, 고정관리비 60.9백만원이며 매년 3%와 소비자물가상승률 중 높은 쪽으로 인상됨.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보증금 2,401.7백만원: 30%(720.5백만원)는 6월 지급, 잔금 1,681.2백만원은 2026.12.15 지급 예정.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약정사항 주석: 최소 임대료 약 221억원, 고정관리비 약 56억원.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입주공사비는 자산과 비용으로 구분해야 함. 입주공사로 시설을 설치하는 시점(2027년)에 복구충당부채를 새로 인식함. 렌트프리 조항이 없으므로 공사기간 임대료는 비용 처리함.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당기 중간감사 발견사항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한독 파트너 인센티브: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추가 근거가 필요한 미지급비용: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OneCASA 임상 미지급 131억원: 추정 근거(진행률, 방문 수)와 기간후 청구서.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Non-PO 미지급 50억원: 항목별 명세와 기간후 인보이스.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백신 운영비 "commitment" 미지급 12.7억원: 이행되지 않은 약정분 제외 여부.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Rezurock 로열티 17.9억원: 계약 요율과 산정 내역.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매출채권과 미지급 인센티브 상계 124억원: 거래처별 상계권 확인.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STI 35억원, 영업 인센티브 11억원: 전기 실제 지급액과 비교.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파트너 인센티브(한독) 및 기타 미지급비용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한독 파트너 인센티브(42910852) 잔액은 51.5억원임: 2024·2025년분 24억원, 2026년분 27억원.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2025년분 정산 557.7백만원은 분쟁과 시장자료 지연으로 3월 31일 기표 당일 취소됨. 3월에 326.0백만원이 매출차감 환입됨.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10월 정산 예정이므로 정산액과 설정액을 비교함(기간후 사건). 환입이 과다 설정 때문이라면 전기 추정 오류에 해당함.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요청: 분쟁 내용(한독 청구액과 회사 인정액), 정산 문서, 품목·연도별 명세.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107E5-9A92-C926-60AB-C08F17D90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77376-9F2C-7B83-B3A4-46E2A58E3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FE68D4-DD01-DF6C-0EAA-B9859C5F3E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당기 중간감사 발견사항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D207A9C-6D3C-3B5C-37B9-66BA4C43FD8B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4A40072-9CD5-749A-912B-BED81473E8D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수정 제안사항 (재분류) – 2026년 9월</a:t>
            </a:r>
          </a:p>
        </p:txBody>
      </p:sp>
      <p:graphicFrame>
        <p:nvGraphicFramePr>
          <p:cNvPr id="90" name="Table 90"/>
          <p:cNvGraphicFramePr>
            <a:graphicFrameLocks noGrp="1"/>
          </p:cNvGraphicFramePr>
          <p:nvPr/>
        </p:nvGraphicFramePr>
        <p:xfrm>
          <a:off x="301752" y="2011680"/>
          <a:ext cx="11585448" cy="3383280"/>
        </p:xfrm>
        <a:graphic>
          <a:graphicData uri="http://schemas.openxmlformats.org/drawingml/2006/table">
            <a:tbl>
              <a:tblPr firstRow="1" bandRow="1"/>
              <a:tblGrid>
                <a:gridCol w="365760"/>
                <a:gridCol w="3749040"/>
                <a:gridCol w="4754880"/>
                <a:gridCol w="1737360"/>
                <a:gridCol w="978408"/>
              </a:tblGrid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#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항목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수정분개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금액 (원)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순이익 영향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Sanofi Pasteur Inc. 백신 수입대금 (재고)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(차) 미지급금 / (대) 매입채무(관계사)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2,484,939,960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반포 보증금 (2027년 5월 반환)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(차) 유동성보증금 / (대) 장기보증금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1,181,134,090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급여시스템 오류 (9월)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(차) 예수금 / (대) 선급금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809,597,490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CRU 재청구 배분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(차) 보험료 3,849.7백만, 여비교통비 66.5백만 / (대) 지급수수료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3,916,266,299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전기 TP 조정 역분개 (#10)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(차) 매출원가 / (대) 잡손실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408,043,000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한미 정산 역분개 (#13)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(차) 지급수수료 230.3백만, 잡손실 23.0백만 / (대) 잡이익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253,337,519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미지급비용 중 IFRS16 잔액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리스부채 제거, 임차료·감가상각비 재계산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333,152,298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+50.3백만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Taxotere 처분손실 계정과목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"투자자산처분손실" → "사업양도손실 / 재고자산처분손실"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1,372,357,643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9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TDA 대금 환차익이 외환차손으로 매핑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외환차익과 외환차손 총액 표시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약 148.6백만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1" name="Note 91"/>
          <p:cNvSpPr txBox="1"/>
          <p:nvPr/>
        </p:nvSpPr>
        <p:spPr>
          <a:xfrm>
            <a:off x="301752" y="5669280"/>
            <a:ext cx="8778240" cy="29260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464B4B"/>
                </a:solidFill>
                <a:ea typeface="맑은 고딕" panose="020B0503020000020004" pitchFamily="50" charset="-127"/>
              </a:rPr>
              <a:t>1~6번, 8~9번은 재분류로 순이익 영향 없음. 7번은 법인세비용차감전순이익 50.3백만원 증가.</a:t>
            </a:r>
          </a:p>
        </p:txBody>
      </p:sp>
    </p:spTree>
    <p:extLst>
      <p:ext uri="{BB962C8B-B14F-4D97-AF65-F5344CB8AC3E}">
        <p14:creationId xmlns:p14="http://schemas.microsoft.com/office/powerpoint/2010/main" val="426986721"/>
      </p:ext>
    </p:extLst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107E5-9A92-C926-60AB-C08F17D90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77376-9F2C-7B83-B3A4-46E2A58E3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FE68D4-DD01-DF6C-0EAA-B9859C5F3E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당기 중간감사 발견사항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D207A9C-6D3C-3B5C-37B9-66BA4C43FD8B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4A40072-9CD5-749A-912B-BED81473E8D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검토 중인 잠재 수정사항</a:t>
            </a:r>
          </a:p>
        </p:txBody>
      </p:sp>
      <p:graphicFrame>
        <p:nvGraphicFramePr>
          <p:cNvPr id="90" name="Table 90"/>
          <p:cNvGraphicFramePr>
            <a:graphicFrameLocks noGrp="1"/>
          </p:cNvGraphicFramePr>
          <p:nvPr/>
        </p:nvGraphicFramePr>
        <p:xfrm>
          <a:off x="301752" y="2011680"/>
          <a:ext cx="11585448" cy="3291840"/>
        </p:xfrm>
        <a:graphic>
          <a:graphicData uri="http://schemas.openxmlformats.org/drawingml/2006/table">
            <a:tbl>
              <a:tblPr firstRow="1" bandRow="1"/>
              <a:tblGrid>
                <a:gridCol w="365760"/>
                <a:gridCol w="3383280"/>
                <a:gridCol w="2011680"/>
                <a:gridCol w="5824728"/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#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항목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잠재 금액 (원)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근거 / 필요 자료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Dupixent RSA 과다 설정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약 180억 (9월)</a:t>
                      </a:r>
                    </a:p>
                    <a:p>
                      <a:pPr marL="0" indent="0" algn="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226억 (전기말)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공단 고지액과 CAP 추정으로 재측정, 전기오류 여부 판단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근거 없는 VRP 충당부채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최대 29억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대상자 명세와 합의서, 종료 프로그램 환입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Taxotere 원가차이 잔액 (Closing 재고 판매 완료)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94.3백만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매출원가로 비용 처리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Taxotere TDA 정산 credit (순매출의 92%)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367.6백만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중앙 정산 및 SAK 배분 여부에 대한 그룹 확인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Caprelsa 매수인과의 정산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최대 약 383백만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APA, Closing일, 과도기 유통 조건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주식기준보상 (Action 2026)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약 261백만 + 무상주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그룹 IFRS 2 한국 귀속분, (차) 비용 / (대) 자본잉여금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미청구 CSU 비용 (CRU 미수금)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약 77억 (총액)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계약 조건, 4분기 정산, accrual 방식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이익잉여금 직접 차감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1,132.9백만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전표와 증빙, 기초 잔액 수정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91" name="Note 91"/>
          <p:cNvSpPr txBox="1"/>
          <p:nvPr/>
        </p:nvSpPr>
        <p:spPr>
          <a:xfrm>
            <a:off x="301752" y="5669280"/>
            <a:ext cx="8778240" cy="29260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464B4B"/>
                </a:solidFill>
                <a:ea typeface="맑은 고딕" panose="020B0503020000020004" pitchFamily="50" charset="-127"/>
              </a:rPr>
              <a:t>중요성: PM 51.7억원, CTM 1.94억원.</a:t>
            </a:r>
          </a:p>
        </p:txBody>
      </p:sp>
    </p:spTree>
    <p:extLst>
      <p:ext uri="{BB962C8B-B14F-4D97-AF65-F5344CB8AC3E}">
        <p14:creationId xmlns:p14="http://schemas.microsoft.com/office/powerpoint/2010/main" val="426986721"/>
      </p:ext>
    </p:extLst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미결사항 및 기말감사 준비사항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05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미결사항 및 기말감사 준비사항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미결사항 (회사 요청 자료):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기말감사 준비사항: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금융기관 조회 및 법률 조회 – 1월 초 (주거래은행 변경 반영, 공단 관련 은행 지급보증 470억원 등 보증 확인)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채권·채무 조회 – 1월 초 (표본 추출용 상세 명세 준비)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기말 재고실사 – 12월 (반품·유효기간 경과·양도 품목 재고 포함)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기말 시점 RSA, VRP, 복구충당부채 재측정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센터필드 리스 약정사항 주석 및 입주공사비 구분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재무제표 및 주석 – 기말감사 현장 투입 전(2027년 2월)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2026년 10월 23일 현재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Taxotere: TDA true-up 및 재청구에 대한 그룹 확인, 10월 재고 이전 인보이스와 수량, 품목허가 이전 증빙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Dupixent RSA: 설정 계산 파일, 공단 고지서, 누적 청구액과 CAP 추정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VRP: '25 Drive 2 잔액과 2026년 프로그램의 대상자 명세 및 합의서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Caprelsa: APA, Closing일, 과도기 유통 조건, 본사 가이드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Statutory 조정: 이익잉여금 직접 차감(1,132.9백만원) 근거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한독 인센티브 정산(10월), Action 2026 그룹 IFRS 2 한국 귀속분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반포 임차 연장(서명본)과 원상복구 정산 추정액, 관세조사 결과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그룹 요청 자본잉여금 근거(2019년 젠자임코리아 합병, 일반기업회계기준 제32장)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테마">
  <a:themeElements>
    <a:clrScheme name="Forvis_Mazars">
      <a:dk1>
        <a:srgbClr val="464B4B"/>
      </a:dk1>
      <a:lt1>
        <a:srgbClr val="FFFFFF"/>
      </a:lt1>
      <a:dk2>
        <a:srgbClr val="0072CE"/>
      </a:dk2>
      <a:lt2>
        <a:srgbClr val="F4F4F4"/>
      </a:lt2>
      <a:accent1>
        <a:srgbClr val="0072CE"/>
      </a:accent1>
      <a:accent2>
        <a:srgbClr val="4AA7B7"/>
      </a:accent2>
      <a:accent3>
        <a:srgbClr val="171C8F"/>
      </a:accent3>
      <a:accent4>
        <a:srgbClr val="27B093"/>
      </a:accent4>
      <a:accent5>
        <a:srgbClr val="B1B3B3"/>
      </a:accent5>
      <a:accent6>
        <a:srgbClr val="5D93CD"/>
      </a:accent6>
      <a:hlink>
        <a:srgbClr val="5D93CD"/>
      </a:hlink>
      <a:folHlink>
        <a:srgbClr val="84ADD8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orvis Mazars_PPT Template_UK English.potx" id="{6D392853-B240-4CF1-B1E1-5559495C50FB}" vid="{2DE677F1-7F75-4A9D-B31D-2D526B3DAE9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0D6FC144151734F9C09BAEAD681CF33" ma:contentTypeVersion="14" ma:contentTypeDescription="Crée un document." ma:contentTypeScope="" ma:versionID="b9348d5c7bbb5715e1290f92a42e35d3">
  <xsd:schema xmlns:xsd="http://www.w3.org/2001/XMLSchema" xmlns:xs="http://www.w3.org/2001/XMLSchema" xmlns:p="http://schemas.microsoft.com/office/2006/metadata/properties" xmlns:ns2="6d13eecd-2e28-48af-b09a-eabd145800b6" xmlns:ns3="7704eb4b-7b49-41f0-8d03-7eb2706c8b88" targetNamespace="http://schemas.microsoft.com/office/2006/metadata/properties" ma:root="true" ma:fieldsID="ff07f6dce96a60f65dbd9b9356491132" ns2:_="" ns3:_="">
    <xsd:import namespace="6d13eecd-2e28-48af-b09a-eabd145800b6"/>
    <xsd:import namespace="7704eb4b-7b49-41f0-8d03-7eb2706c8b8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13eecd-2e28-48af-b09a-eabd145800b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4ae0aa21-f092-4d7c-8480-48d435008a8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04eb4b-7b49-41f0-8d03-7eb2706c8b88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96d6f2df-ddfc-49eb-966c-b6e2e2089bda}" ma:internalName="TaxCatchAll" ma:showField="CatchAllData" ma:web="7704eb4b-7b49-41f0-8d03-7eb2706c8b8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6d13eecd-2e28-48af-b09a-eabd145800b6">
      <Terms xmlns="http://schemas.microsoft.com/office/infopath/2007/PartnerControls"/>
    </lcf76f155ced4ddcb4097134ff3c332f>
    <TaxCatchAll xmlns="7704eb4b-7b49-41f0-8d03-7eb2706c8b88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EFA218E-6FCD-4D4D-BFE1-A86DC6AF184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d13eecd-2e28-48af-b09a-eabd145800b6"/>
    <ds:schemaRef ds:uri="7704eb4b-7b49-41f0-8d03-7eb2706c8b8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E82A6A5-3555-4A44-A5D6-9A2B831D9C99}">
  <ds:schemaRefs>
    <ds:schemaRef ds:uri="http://schemas.microsoft.com/office/2006/metadata/properties"/>
    <ds:schemaRef ds:uri="http://purl.org/dc/dcmitype/"/>
    <ds:schemaRef ds:uri="http://schemas.microsoft.com/office/2006/documentManagement/types"/>
    <ds:schemaRef ds:uri="7704eb4b-7b49-41f0-8d03-7eb2706c8b88"/>
    <ds:schemaRef ds:uri="http://purl.org/dc/elements/1.1/"/>
    <ds:schemaRef ds:uri="http://schemas.microsoft.com/office/infopath/2007/PartnerControls"/>
    <ds:schemaRef ds:uri="http://www.w3.org/XML/1998/namespace"/>
    <ds:schemaRef ds:uri="6d13eecd-2e28-48af-b09a-eabd145800b6"/>
    <ds:schemaRef ds:uri="http://schemas.openxmlformats.org/package/2006/metadata/core-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9C01069B-F8A4-4E57-8EF1-B6D8C1D287C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b9e9ed43-edf4-4755-925b-76f18f50dbe7}" enabled="0" method="" siteId="{b9e9ed43-edf4-4755-925b-76f18f50dbe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Forvis Mazars_PPT Template_UK English</Template>
  <TotalTime>1127</TotalTime>
  <Words>1347</Words>
  <Application>Microsoft Office PowerPoint</Application>
  <PresentationFormat>와이드스크린</PresentationFormat>
  <Paragraphs>113</Paragraphs>
  <Slides>13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0" baseType="lpstr">
      <vt:lpstr>넥슨Lv2고딕 OTF</vt:lpstr>
      <vt:lpstr>Malgun Gothic</vt:lpstr>
      <vt:lpstr>Malgun Gothic</vt:lpstr>
      <vt:lpstr>Aptos</vt:lpstr>
      <vt:lpstr>Arial</vt:lpstr>
      <vt:lpstr>Calibri</vt:lpstr>
      <vt:lpstr>Office 테마</vt:lpstr>
      <vt:lpstr>Sanofi Aventis Korea</vt:lpstr>
      <vt:lpstr>Agenda</vt:lpstr>
      <vt:lpstr>Audit Schedule</vt:lpstr>
      <vt:lpstr>Sanofi-Aventis Korea</vt:lpstr>
      <vt:lpstr>Follow-up of Interim Audit Findings</vt:lpstr>
      <vt:lpstr>Sanofi-Aventis Korea</vt:lpstr>
      <vt:lpstr>Sanofi-Aventis Korea</vt:lpstr>
      <vt:lpstr>Sanofi-Aventis Korea</vt:lpstr>
      <vt:lpstr>Sanofi-Aventis Korea</vt:lpstr>
      <vt:lpstr>Year-end Audit Findings</vt:lpstr>
      <vt:lpstr>Sanofi-Aventis Korea</vt:lpstr>
      <vt:lpstr>Pending Items</vt:lpstr>
      <vt:lpstr>Sanofi-Aventis Korea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Se-Hoon Han</dc:creator>
  <cp:lastModifiedBy>Se-Hoon Han</cp:lastModifiedBy>
  <cp:revision>7</cp:revision>
  <dcterms:created xsi:type="dcterms:W3CDTF">2025-10-15T06:15:58Z</dcterms:created>
  <dcterms:modified xsi:type="dcterms:W3CDTF">2026-02-13T05:39:21Z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0x01010070D6FC144151734F9C09BAEAD681CF33</vt:lpwstr>
  </property>
  <property fmtid="{D5CDD505-2E9C-101B-9397-08002B2CF9AE}" pid="3" name="MediaServiceImageTags">
    <vt:lpwstr/>
  </property>
</Properties>
</file>