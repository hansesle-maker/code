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427" r:id="rId5"/>
    <p:sldId id="428" r:id="rId6"/>
    <p:sldId id="429" r:id="rId7"/>
    <p:sldId id="430" r:id="rId8"/>
    <p:sldId id="431" r:id="rId9"/>
    <p:sldId id="432" r:id="rId10"/>
    <p:sldId id="434" r:id="rId11"/>
    <p:sldId id="436" r:id="rId12"/>
    <p:sldId id="437" r:id="rId13"/>
    <p:sldId id="438" r:id="rId14"/>
    <p:sldId id="439" r:id="rId15"/>
    <p:sldId id="441" r:id="rId16"/>
    <p:sldId id="444" r:id="rId17"/>
    <p:sldId id="447" r:id="rId18"/>
    <p:sldId id="451" r:id="rId19"/>
    <p:sldId id="45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282A"/>
    <a:srgbClr val="FFFFFF"/>
    <a:srgbClr val="B1B3B3"/>
    <a:srgbClr val="E1E7E9"/>
    <a:srgbClr val="F4F4F4"/>
    <a:srgbClr val="994878"/>
    <a:srgbClr val="E66C73"/>
    <a:srgbClr val="4AA7B7"/>
    <a:srgbClr val="27B093"/>
    <a:srgbClr val="7113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AC6ADA-467B-468C-B32B-BA7DFA751EC3}" v="18" dt="2026-10-27T12:12:35.0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86410" autoAdjust="0"/>
  </p:normalViewPr>
  <p:slideViewPr>
    <p:cSldViewPr snapToGrid="0" showGuides="1">
      <p:cViewPr varScale="1">
        <p:scale>
          <a:sx n="107" d="100"/>
          <a:sy n="107" d="100"/>
        </p:scale>
        <p:origin x="1194" y="108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13250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9376"/>
    </p:cViewPr>
  </p:sorterViewPr>
  <p:notesViewPr>
    <p:cSldViewPr snapToGrid="0" showGuides="1">
      <p:cViewPr varScale="1">
        <p:scale>
          <a:sx n="117" d="100"/>
          <a:sy n="117" d="100"/>
        </p:scale>
        <p:origin x="4184" y="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-Hoon Han" userId="70263205-781f-48f0-a54e-469ab1d08896" providerId="ADAL" clId="{99A44C34-6DB4-4D28-A878-85AFF787F6DF}"/>
    <pc:docChg chg="undo custSel addSld delSld modSld">
      <pc:chgData name="Se-Hoon Han" userId="70263205-781f-48f0-a54e-469ab1d08896" providerId="ADAL" clId="{99A44C34-6DB4-4D28-A878-85AFF787F6DF}" dt="2026-10-27T12:24:57.454" v="11322" actId="20577"/>
      <pc:docMkLst>
        <pc:docMk/>
      </pc:docMkLst>
      <pc:sldChg chg="modSp mod">
        <pc:chgData name="Se-Hoon Han" userId="70263205-781f-48f0-a54e-469ab1d08896" providerId="ADAL" clId="{99A44C34-6DB4-4D28-A878-85AFF787F6DF}" dt="2026-10-23T07:28:21.602" v="4647" actId="2711"/>
        <pc:sldMkLst>
          <pc:docMk/>
          <pc:sldMk cId="3355258635" sldId="427"/>
        </pc:sldMkLst>
        <pc:spChg chg="mod">
          <ac:chgData name="Se-Hoon Han" userId="70263205-781f-48f0-a54e-469ab1d08896" providerId="ADAL" clId="{99A44C34-6DB4-4D28-A878-85AFF787F6DF}" dt="2026-10-23T07:28:21.602" v="4647" actId="2711"/>
          <ac:spMkLst>
            <pc:docMk/>
            <pc:sldMk cId="3355258635" sldId="427"/>
            <ac:spMk id="2" creationId="{E094CE10-79AD-26BA-41DC-8049F38D70F1}"/>
          </ac:spMkLst>
        </pc:spChg>
        <pc:spChg chg="mod">
          <ac:chgData name="Se-Hoon Han" userId="70263205-781f-48f0-a54e-469ab1d08896" providerId="ADAL" clId="{99A44C34-6DB4-4D28-A878-85AFF787F6DF}" dt="2026-10-23T07:28:21.602" v="4647" actId="2711"/>
          <ac:spMkLst>
            <pc:docMk/>
            <pc:sldMk cId="3355258635" sldId="427"/>
            <ac:spMk id="3" creationId="{76F68C1A-150F-D860-04D8-67EBFC0925E7}"/>
          </ac:spMkLst>
        </pc:spChg>
        <pc:spChg chg="mod">
          <ac:chgData name="Se-Hoon Han" userId="70263205-781f-48f0-a54e-469ab1d08896" providerId="ADAL" clId="{99A44C34-6DB4-4D28-A878-85AFF787F6DF}" dt="2026-10-23T07:28:21.602" v="4647" actId="2711"/>
          <ac:spMkLst>
            <pc:docMk/>
            <pc:sldMk cId="3355258635" sldId="427"/>
            <ac:spMk id="4" creationId="{1A097BCA-DBD1-222E-9951-4B522670D864}"/>
          </ac:spMkLst>
        </pc:spChg>
      </pc:sldChg>
      <pc:sldChg chg="modSp mod">
        <pc:chgData name="Se-Hoon Han" userId="70263205-781f-48f0-a54e-469ab1d08896" providerId="ADAL" clId="{99A44C34-6DB4-4D28-A878-85AFF787F6DF}" dt="2026-10-23T07:28:29.833" v="4648" actId="2711"/>
        <pc:sldMkLst>
          <pc:docMk/>
          <pc:sldMk cId="2031370532" sldId="428"/>
        </pc:sldMkLst>
        <pc:spChg chg="mod">
          <ac:chgData name="Se-Hoon Han" userId="70263205-781f-48f0-a54e-469ab1d08896" providerId="ADAL" clId="{99A44C34-6DB4-4D28-A878-85AFF787F6DF}" dt="2026-10-23T07:28:29.833" v="4648" actId="2711"/>
          <ac:spMkLst>
            <pc:docMk/>
            <pc:sldMk cId="2031370532" sldId="428"/>
            <ac:spMk id="4" creationId="{9BC76F8E-415A-FAB6-D611-26F88E3E40ED}"/>
          </ac:spMkLst>
        </pc:spChg>
        <pc:spChg chg="mod">
          <ac:chgData name="Se-Hoon Han" userId="70263205-781f-48f0-a54e-469ab1d08896" providerId="ADAL" clId="{99A44C34-6DB4-4D28-A878-85AFF787F6DF}" dt="2026-10-23T07:28:29.833" v="4648" actId="2711"/>
          <ac:spMkLst>
            <pc:docMk/>
            <pc:sldMk cId="2031370532" sldId="428"/>
            <ac:spMk id="5" creationId="{286A64C6-FD9B-6620-ACC1-98F12B3352A4}"/>
          </ac:spMkLst>
        </pc:spChg>
        <pc:spChg chg="mod">
          <ac:chgData name="Se-Hoon Han" userId="70263205-781f-48f0-a54e-469ab1d08896" providerId="ADAL" clId="{99A44C34-6DB4-4D28-A878-85AFF787F6DF}" dt="2026-10-23T07:28:29.833" v="4648" actId="2711"/>
          <ac:spMkLst>
            <pc:docMk/>
            <pc:sldMk cId="2031370532" sldId="428"/>
            <ac:spMk id="10" creationId="{4ECEA13A-71B7-C5DE-BF90-4B7FA22FA80A}"/>
          </ac:spMkLst>
        </pc:spChg>
      </pc:sldChg>
      <pc:sldChg chg="modSp mod">
        <pc:chgData name="Se-Hoon Han" userId="70263205-781f-48f0-a54e-469ab1d08896" providerId="ADAL" clId="{99A44C34-6DB4-4D28-A878-85AFF787F6DF}" dt="2026-10-23T07:28:39.908" v="4649" actId="2711"/>
        <pc:sldMkLst>
          <pc:docMk/>
          <pc:sldMk cId="488768465" sldId="429"/>
        </pc:sldMkLst>
        <pc:spChg chg="mod">
          <ac:chgData name="Se-Hoon Han" userId="70263205-781f-48f0-a54e-469ab1d08896" providerId="ADAL" clId="{99A44C34-6DB4-4D28-A878-85AFF787F6DF}" dt="2026-10-23T07:28:39.908" v="4649" actId="2711"/>
          <ac:spMkLst>
            <pc:docMk/>
            <pc:sldMk cId="488768465" sldId="429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28:39.908" v="4649" actId="2711"/>
          <ac:spMkLst>
            <pc:docMk/>
            <pc:sldMk cId="488768465" sldId="429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28:39.908" v="4649" actId="2711"/>
          <ac:spMkLst>
            <pc:docMk/>
            <pc:sldMk cId="488768465" sldId="429"/>
            <ac:spMk id="4" creationId="{FDE9E218-F110-DA3C-DE6D-4687D76AC90D}"/>
          </ac:spMkLst>
        </pc:spChg>
      </pc:sldChg>
      <pc:sldChg chg="modSp mod">
        <pc:chgData name="Se-Hoon Han" userId="70263205-781f-48f0-a54e-469ab1d08896" providerId="ADAL" clId="{99A44C34-6DB4-4D28-A878-85AFF787F6DF}" dt="2026-10-27T05:16:14.665" v="9378" actId="20577"/>
        <pc:sldMkLst>
          <pc:docMk/>
          <pc:sldMk cId="3552158108" sldId="430"/>
        </pc:sldMkLst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5" creationId="{30FF76B2-23BB-F23D-5A03-1AB5147D2B83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6" creationId="{578F4448-CE93-81F2-77BC-2E76CBA5C5B3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7" creationId="{76C6D597-8D20-5D51-9532-4BD1D7F7C529}"/>
          </ac:spMkLst>
        </pc:spChg>
        <pc:spChg chg="mod">
          <ac:chgData name="Se-Hoon Han" userId="70263205-781f-48f0-a54e-469ab1d08896" providerId="ADAL" clId="{99A44C34-6DB4-4D28-A878-85AFF787F6DF}" dt="2026-10-27T05:16:14.665" v="9378" actId="20577"/>
          <ac:spMkLst>
            <pc:docMk/>
            <pc:sldMk cId="3552158108" sldId="430"/>
            <ac:spMk id="18" creationId="{F9497090-6619-6BCF-D6F5-AAC98A6DDE24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19" creationId="{8788F2E1-0703-8FE7-AD3B-7777CB634C62}"/>
          </ac:spMkLst>
        </pc:spChg>
        <pc:spChg chg="mod">
          <ac:chgData name="Se-Hoon Han" userId="70263205-781f-48f0-a54e-469ab1d08896" providerId="ADAL" clId="{99A44C34-6DB4-4D28-A878-85AFF787F6DF}" dt="2026-10-23T07:28:55.576" v="4652" actId="403"/>
          <ac:spMkLst>
            <pc:docMk/>
            <pc:sldMk cId="3552158108" sldId="430"/>
            <ac:spMk id="20" creationId="{40F7342D-7B38-E4F7-FB0E-601171281FC2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21" creationId="{16FF46CB-4837-4BAE-A586-05760A65B7EE}"/>
          </ac:spMkLst>
        </pc:spChg>
        <pc:spChg chg="mod">
          <ac:chgData name="Se-Hoon Han" userId="70263205-781f-48f0-a54e-469ab1d08896" providerId="ADAL" clId="{99A44C34-6DB4-4D28-A878-85AFF787F6DF}" dt="2026-10-23T07:28:57.988" v="4653" actId="403"/>
          <ac:spMkLst>
            <pc:docMk/>
            <pc:sldMk cId="3552158108" sldId="430"/>
            <ac:spMk id="22" creationId="{92381973-E2E0-8BF5-80DC-B909AA1C9B62}"/>
          </ac:spMkLst>
        </pc:spChg>
        <pc:spChg chg="mod">
          <ac:chgData name="Se-Hoon Han" userId="70263205-781f-48f0-a54e-469ab1d08896" providerId="ADAL" clId="{99A44C34-6DB4-4D28-A878-85AFF787F6DF}" dt="2026-10-23T07:28:47.632" v="4650" actId="2711"/>
          <ac:spMkLst>
            <pc:docMk/>
            <pc:sldMk cId="3552158108" sldId="430"/>
            <ac:spMk id="23" creationId="{7CE08BE2-C19B-446C-6396-B9980B9285CC}"/>
          </ac:spMkLst>
        </pc:spChg>
      </pc:sldChg>
      <pc:sldChg chg="modSp mod">
        <pc:chgData name="Se-Hoon Han" userId="70263205-781f-48f0-a54e-469ab1d08896" providerId="ADAL" clId="{99A44C34-6DB4-4D28-A878-85AFF787F6DF}" dt="2026-10-23T07:29:05.465" v="4654" actId="2711"/>
        <pc:sldMkLst>
          <pc:docMk/>
          <pc:sldMk cId="488768465" sldId="431"/>
        </pc:sldMkLst>
        <pc:spChg chg="mod">
          <ac:chgData name="Se-Hoon Han" userId="70263205-781f-48f0-a54e-469ab1d08896" providerId="ADAL" clId="{99A44C34-6DB4-4D28-A878-85AFF787F6DF}" dt="2026-10-23T07:29:05.465" v="4654" actId="2711"/>
          <ac:spMkLst>
            <pc:docMk/>
            <pc:sldMk cId="488768465" sldId="431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29:05.465" v="4654" actId="2711"/>
          <ac:spMkLst>
            <pc:docMk/>
            <pc:sldMk cId="488768465" sldId="431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29:05.465" v="4654" actId="2711"/>
          <ac:spMkLst>
            <pc:docMk/>
            <pc:sldMk cId="488768465" sldId="431"/>
            <ac:spMk id="4" creationId="{FDE9E218-F110-DA3C-DE6D-4687D76AC90D}"/>
          </ac:spMkLst>
        </pc:spChg>
      </pc:sldChg>
      <pc:sldChg chg="delSp modSp mod">
        <pc:chgData name="Se-Hoon Han" userId="70263205-781f-48f0-a54e-469ab1d08896" providerId="ADAL" clId="{99A44C34-6DB4-4D28-A878-85AFF787F6DF}" dt="2026-10-27T06:05:52.854" v="10182"/>
        <pc:sldMkLst>
          <pc:docMk/>
          <pc:sldMk cId="426986721" sldId="432"/>
        </pc:sldMkLst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2" creationId="{76177376-9F2C-7B83-B3A4-46E2A58E3F3E}"/>
          </ac:spMkLst>
        </pc:spChg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3" creationId="{51FE68D4-DD01-DF6C-0EAA-B9859C5F3EA9}"/>
          </ac:spMkLst>
        </pc:spChg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10" creationId="{ED207A9C-6D3C-3B5C-37B9-66BA4C43FD8B}"/>
          </ac:spMkLst>
        </pc:spChg>
        <pc:spChg chg="mod">
          <ac:chgData name="Se-Hoon Han" userId="70263205-781f-48f0-a54e-469ab1d08896" providerId="ADAL" clId="{99A44C34-6DB4-4D28-A878-85AFF787F6DF}" dt="2026-10-23T07:29:14.164" v="4655" actId="2711"/>
          <ac:spMkLst>
            <pc:docMk/>
            <pc:sldMk cId="426986721" sldId="432"/>
            <ac:spMk id="11" creationId="{14A40072-9CD5-749A-912B-BED81473E8DD}"/>
          </ac:spMkLst>
        </pc:spChg>
        <pc:graphicFrameChg chg="mod modGraphic">
          <ac:chgData name="Se-Hoon Han" userId="70263205-781f-48f0-a54e-469ab1d08896" providerId="ADAL" clId="{99A44C34-6DB4-4D28-A878-85AFF787F6DF}" dt="2026-10-27T06:05:52.854" v="10182"/>
          <ac:graphicFrameMkLst>
            <pc:docMk/>
            <pc:sldMk cId="426986721" sldId="432"/>
            <ac:graphicFrameMk id="90" creationId="{00000000-0000-0000-0000-000000000000}"/>
          </ac:graphicFrameMkLst>
        </pc:graphicFrameChg>
      </pc:sldChg>
      <pc:sldChg chg="modSp mod">
        <pc:chgData name="Se-Hoon Han" userId="70263205-781f-48f0-a54e-469ab1d08896" providerId="ADAL" clId="{99A44C34-6DB4-4D28-A878-85AFF787F6DF}" dt="2026-10-23T07:29:36.866" v="4657" actId="2711"/>
        <pc:sldMkLst>
          <pc:docMk/>
          <pc:sldMk cId="488768465" sldId="434"/>
        </pc:sldMkLst>
        <pc:spChg chg="mod">
          <ac:chgData name="Se-Hoon Han" userId="70263205-781f-48f0-a54e-469ab1d08896" providerId="ADAL" clId="{99A44C34-6DB4-4D28-A878-85AFF787F6DF}" dt="2026-10-23T07:29:36.866" v="4657" actId="2711"/>
          <ac:spMkLst>
            <pc:docMk/>
            <pc:sldMk cId="488768465" sldId="434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29:36.866" v="4657" actId="2711"/>
          <ac:spMkLst>
            <pc:docMk/>
            <pc:sldMk cId="488768465" sldId="434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29:36.866" v="4657" actId="2711"/>
          <ac:spMkLst>
            <pc:docMk/>
            <pc:sldMk cId="488768465" sldId="434"/>
            <ac:spMk id="4" creationId="{FDE9E218-F110-DA3C-DE6D-4687D76AC90D}"/>
          </ac:spMkLst>
        </pc:spChg>
      </pc:sldChg>
      <pc:sldChg chg="delSp modSp mod">
        <pc:chgData name="Se-Hoon Han" userId="70263205-781f-48f0-a54e-469ab1d08896" providerId="ADAL" clId="{99A44C34-6DB4-4D28-A878-85AFF787F6DF}" dt="2026-10-27T11:49:03.270" v="10724" actId="13926"/>
        <pc:sldMkLst>
          <pc:docMk/>
          <pc:sldMk cId="614940156" sldId="436"/>
        </pc:sldMkLst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7T11:49:03.270" v="10724" actId="13926"/>
          <ac:spMkLst>
            <pc:docMk/>
            <pc:sldMk cId="614940156" sldId="436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7T01:36:12.085" v="6908" actId="20577"/>
          <ac:spMkLst>
            <pc:docMk/>
            <pc:sldMk cId="614940156" sldId="436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29:42.370" v="4658" actId="2711"/>
          <ac:spMkLst>
            <pc:docMk/>
            <pc:sldMk cId="614940156" sldId="436"/>
            <ac:spMk id="11" creationId="{825A1EA7-C8F5-E1F1-FC57-E4F1FE778ED1}"/>
          </ac:spMkLst>
        </pc:spChg>
        <pc:graphicFrameChg chg="mod modGraphic">
          <ac:chgData name="Se-Hoon Han" userId="70263205-781f-48f0-a54e-469ab1d08896" providerId="ADAL" clId="{99A44C34-6DB4-4D28-A878-85AFF787F6DF}" dt="2026-10-23T07:39:46.235" v="4764"/>
          <ac:graphicFrameMkLst>
            <pc:docMk/>
            <pc:sldMk cId="614940156" sldId="436"/>
            <ac:graphicFrameMk id="90" creationId="{00000000-0000-0000-0000-000000000000}"/>
          </ac:graphicFrameMkLst>
        </pc:graphicFrameChg>
      </pc:sldChg>
      <pc:sldChg chg="modSp mod">
        <pc:chgData name="Se-Hoon Han" userId="70263205-781f-48f0-a54e-469ab1d08896" providerId="ADAL" clId="{99A44C34-6DB4-4D28-A878-85AFF787F6DF}" dt="2026-10-27T12:24:57.454" v="11322" actId="20577"/>
        <pc:sldMkLst>
          <pc:docMk/>
          <pc:sldMk cId="614940156" sldId="437"/>
        </pc:sldMkLst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7T07:43:15.634" v="10191" actId="20577"/>
          <ac:spMkLst>
            <pc:docMk/>
            <pc:sldMk cId="614940156" sldId="437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7T12:24:57.454" v="11322" actId="20577"/>
          <ac:spMkLst>
            <pc:docMk/>
            <pc:sldMk cId="614940156" sldId="437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0:23.382" v="4667" actId="2711"/>
          <ac:spMkLst>
            <pc:docMk/>
            <pc:sldMk cId="614940156" sldId="437"/>
            <ac:spMk id="11" creationId="{825A1EA7-C8F5-E1F1-FC57-E4F1FE778ED1}"/>
          </ac:spMkLst>
        </pc:spChg>
      </pc:sldChg>
      <pc:sldChg chg="addSp delSp modSp mod">
        <pc:chgData name="Se-Hoon Han" userId="70263205-781f-48f0-a54e-469ab1d08896" providerId="ADAL" clId="{99A44C34-6DB4-4D28-A878-85AFF787F6DF}" dt="2026-10-27T01:53:27.702" v="8005" actId="20577"/>
        <pc:sldMkLst>
          <pc:docMk/>
          <pc:sldMk cId="614940156" sldId="438"/>
        </pc:sldMkLst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7T01:50:30.512" v="7900" actId="20577"/>
          <ac:spMkLst>
            <pc:docMk/>
            <pc:sldMk cId="614940156" sldId="438"/>
            <ac:spMk id="8" creationId="{ABF4674E-9223-31E3-9C4E-FE8C39BF3D03}"/>
          </ac:spMkLst>
        </pc:spChg>
        <pc:spChg chg="add 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9" creationId="{360C5747-CF92-616A-A101-37B11D9CECC7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0:31.518" v="4668" actId="2711"/>
          <ac:spMkLst>
            <pc:docMk/>
            <pc:sldMk cId="614940156" sldId="438"/>
            <ac:spMk id="11" creationId="{825A1EA7-C8F5-E1F1-FC57-E4F1FE778ED1}"/>
          </ac:spMkLst>
        </pc:spChg>
        <pc:spChg chg="add mod">
          <ac:chgData name="Se-Hoon Han" userId="70263205-781f-48f0-a54e-469ab1d08896" providerId="ADAL" clId="{99A44C34-6DB4-4D28-A878-85AFF787F6DF}" dt="2026-10-27T01:53:27.702" v="8005" actId="20577"/>
          <ac:spMkLst>
            <pc:docMk/>
            <pc:sldMk cId="614940156" sldId="438"/>
            <ac:spMk id="13" creationId="{AB8AD063-1277-368B-D922-FDC36709273B}"/>
          </ac:spMkLst>
        </pc:spChg>
      </pc:sldChg>
      <pc:sldChg chg="modSp mod">
        <pc:chgData name="Se-Hoon Han" userId="70263205-781f-48f0-a54e-469ab1d08896" providerId="ADAL" clId="{99A44C34-6DB4-4D28-A878-85AFF787F6DF}" dt="2026-10-23T07:30:36.231" v="4669" actId="2711"/>
        <pc:sldMkLst>
          <pc:docMk/>
          <pc:sldMk cId="488768465" sldId="439"/>
        </pc:sldMkLst>
        <pc:spChg chg="mod">
          <ac:chgData name="Se-Hoon Han" userId="70263205-781f-48f0-a54e-469ab1d08896" providerId="ADAL" clId="{99A44C34-6DB4-4D28-A878-85AFF787F6DF}" dt="2026-10-23T07:30:36.231" v="4669" actId="2711"/>
          <ac:spMkLst>
            <pc:docMk/>
            <pc:sldMk cId="488768465" sldId="439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30:36.231" v="4669" actId="2711"/>
          <ac:spMkLst>
            <pc:docMk/>
            <pc:sldMk cId="488768465" sldId="439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30:36.231" v="4669" actId="2711"/>
          <ac:spMkLst>
            <pc:docMk/>
            <pc:sldMk cId="488768465" sldId="439"/>
            <ac:spMk id="4" creationId="{FDE9E218-F110-DA3C-DE6D-4687D76AC90D}"/>
          </ac:spMkLst>
        </pc:spChg>
      </pc:sldChg>
      <pc:sldChg chg="addSp delSp modSp mod">
        <pc:chgData name="Se-Hoon Han" userId="70263205-781f-48f0-a54e-469ab1d08896" providerId="ADAL" clId="{99A44C34-6DB4-4D28-A878-85AFF787F6DF}" dt="2026-10-27T12:21:51.631" v="11320" actId="20577"/>
        <pc:sldMkLst>
          <pc:docMk/>
          <pc:sldMk cId="614940156" sldId="441"/>
        </pc:sldMkLst>
        <pc:spChg chg="mod">
          <ac:chgData name="Se-Hoon Han" userId="70263205-781f-48f0-a54e-469ab1d08896" providerId="ADAL" clId="{99A44C34-6DB4-4D28-A878-85AFF787F6DF}" dt="2026-10-23T07:30:40.242" v="4670" actId="2711"/>
          <ac:spMkLst>
            <pc:docMk/>
            <pc:sldMk cId="614940156" sldId="441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0:40.242" v="4670" actId="2711"/>
          <ac:spMkLst>
            <pc:docMk/>
            <pc:sldMk cId="614940156" sldId="441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0:40.242" v="4670" actId="2711"/>
          <ac:spMkLst>
            <pc:docMk/>
            <pc:sldMk cId="614940156" sldId="441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8:08:37.743" v="6587" actId="20577"/>
          <ac:spMkLst>
            <pc:docMk/>
            <pc:sldMk cId="614940156" sldId="441"/>
            <ac:spMk id="11" creationId="{825A1EA7-C8F5-E1F1-FC57-E4F1FE778ED1}"/>
          </ac:spMkLst>
        </pc:spChg>
        <pc:graphicFrameChg chg="add mod modGraphic">
          <ac:chgData name="Se-Hoon Han" userId="70263205-781f-48f0-a54e-469ab1d08896" providerId="ADAL" clId="{99A44C34-6DB4-4D28-A878-85AFF787F6DF}" dt="2026-10-27T12:21:51.631" v="11320" actId="20577"/>
          <ac:graphicFrameMkLst>
            <pc:docMk/>
            <pc:sldMk cId="614940156" sldId="441"/>
            <ac:graphicFrameMk id="23" creationId="{127FBFCC-F30B-562D-460A-C06D2413FAF6}"/>
          </ac:graphicFrameMkLst>
        </pc:graphicFrameChg>
      </pc:sldChg>
      <pc:sldChg chg="modSp mod">
        <pc:chgData name="Se-Hoon Han" userId="70263205-781f-48f0-a54e-469ab1d08896" providerId="ADAL" clId="{99A44C34-6DB4-4D28-A878-85AFF787F6DF}" dt="2026-10-27T11:57:32.983" v="11198" actId="13926"/>
        <pc:sldMkLst>
          <pc:docMk/>
          <pc:sldMk cId="614940156" sldId="444"/>
        </pc:sldMkLst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7T07:45:17.867" v="10355" actId="13926"/>
          <ac:spMkLst>
            <pc:docMk/>
            <pc:sldMk cId="614940156" sldId="444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7T11:57:32.983" v="11198" actId="13926"/>
          <ac:spMkLst>
            <pc:docMk/>
            <pc:sldMk cId="614940156" sldId="444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1:06.188" v="4673" actId="2711"/>
          <ac:spMkLst>
            <pc:docMk/>
            <pc:sldMk cId="614940156" sldId="444"/>
            <ac:spMk id="11" creationId="{825A1EA7-C8F5-E1F1-FC57-E4F1FE778ED1}"/>
          </ac:spMkLst>
        </pc:spChg>
      </pc:sldChg>
      <pc:sldChg chg="modSp mod">
        <pc:chgData name="Se-Hoon Han" userId="70263205-781f-48f0-a54e-469ab1d08896" providerId="ADAL" clId="{99A44C34-6DB4-4D28-A878-85AFF787F6DF}" dt="2026-10-27T11:59:26.405" v="11271" actId="20577"/>
        <pc:sldMkLst>
          <pc:docMk/>
          <pc:sldMk cId="614940156" sldId="447"/>
        </pc:sldMkLst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7T11:59:26.405" v="11271" actId="20577"/>
          <ac:spMkLst>
            <pc:docMk/>
            <pc:sldMk cId="614940156" sldId="447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7T07:46:18.146" v="10379" actId="13926"/>
          <ac:spMkLst>
            <pc:docMk/>
            <pc:sldMk cId="614940156" sldId="447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1:11.373" v="4674" actId="2711"/>
          <ac:spMkLst>
            <pc:docMk/>
            <pc:sldMk cId="614940156" sldId="447"/>
            <ac:spMk id="11" creationId="{825A1EA7-C8F5-E1F1-FC57-E4F1FE778ED1}"/>
          </ac:spMkLst>
        </pc:spChg>
      </pc:sldChg>
      <pc:sldChg chg="modSp mod">
        <pc:chgData name="Se-Hoon Han" userId="70263205-781f-48f0-a54e-469ab1d08896" providerId="ADAL" clId="{99A44C34-6DB4-4D28-A878-85AFF787F6DF}" dt="2026-10-23T07:31:17.634" v="4675" actId="2711"/>
        <pc:sldMkLst>
          <pc:docMk/>
          <pc:sldMk cId="488768465" sldId="451"/>
        </pc:sldMkLst>
        <pc:spChg chg="mod">
          <ac:chgData name="Se-Hoon Han" userId="70263205-781f-48f0-a54e-469ab1d08896" providerId="ADAL" clId="{99A44C34-6DB4-4D28-A878-85AFF787F6DF}" dt="2026-10-23T07:31:17.634" v="4675" actId="2711"/>
          <ac:spMkLst>
            <pc:docMk/>
            <pc:sldMk cId="488768465" sldId="451"/>
            <ac:spMk id="2" creationId="{AE6E3353-3227-9D17-17DE-056494B55360}"/>
          </ac:spMkLst>
        </pc:spChg>
        <pc:spChg chg="mod">
          <ac:chgData name="Se-Hoon Han" userId="70263205-781f-48f0-a54e-469ab1d08896" providerId="ADAL" clId="{99A44C34-6DB4-4D28-A878-85AFF787F6DF}" dt="2026-10-23T07:31:17.634" v="4675" actId="2711"/>
          <ac:spMkLst>
            <pc:docMk/>
            <pc:sldMk cId="488768465" sldId="451"/>
            <ac:spMk id="3" creationId="{34BFE6D7-3823-D11E-4CD0-2DC188FA122A}"/>
          </ac:spMkLst>
        </pc:spChg>
        <pc:spChg chg="mod">
          <ac:chgData name="Se-Hoon Han" userId="70263205-781f-48f0-a54e-469ab1d08896" providerId="ADAL" clId="{99A44C34-6DB4-4D28-A878-85AFF787F6DF}" dt="2026-10-23T07:31:17.634" v="4675" actId="2711"/>
          <ac:spMkLst>
            <pc:docMk/>
            <pc:sldMk cId="488768465" sldId="451"/>
            <ac:spMk id="4" creationId="{FDE9E218-F110-DA3C-DE6D-4687D76AC90D}"/>
          </ac:spMkLst>
        </pc:spChg>
      </pc:sldChg>
      <pc:sldChg chg="modSp mod">
        <pc:chgData name="Se-Hoon Han" userId="70263205-781f-48f0-a54e-469ab1d08896" providerId="ADAL" clId="{99A44C34-6DB4-4D28-A878-85AFF787F6DF}" dt="2026-10-27T05:32:27.507" v="9799" actId="20577"/>
        <pc:sldMkLst>
          <pc:docMk/>
          <pc:sldMk cId="614940156" sldId="452"/>
        </pc:sldMkLst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2" creationId="{D7649DCD-4E76-7730-5B23-D4DF5FAF320B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3T07:33:27.114" v="4690" actId="255"/>
          <ac:spMkLst>
            <pc:docMk/>
            <pc:sldMk cId="614940156" sldId="452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7T05:32:27.507" v="9799" actId="20577"/>
          <ac:spMkLst>
            <pc:docMk/>
            <pc:sldMk cId="614940156" sldId="452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7:33:27.114" v="4690" actId="255"/>
          <ac:spMkLst>
            <pc:docMk/>
            <pc:sldMk cId="614940156" sldId="452"/>
            <ac:spMk id="10" creationId="{A9C99B86-8FD0-2B92-081A-A01291B8038E}"/>
          </ac:spMkLst>
        </pc:spChg>
        <pc:spChg chg="mod">
          <ac:chgData name="Se-Hoon Han" userId="70263205-781f-48f0-a54e-469ab1d08896" providerId="ADAL" clId="{99A44C34-6DB4-4D28-A878-85AFF787F6DF}" dt="2026-10-23T07:31:25.190" v="4676" actId="2711"/>
          <ac:spMkLst>
            <pc:docMk/>
            <pc:sldMk cId="614940156" sldId="452"/>
            <ac:spMk id="11" creationId="{825A1EA7-C8F5-E1F1-FC57-E4F1FE778ED1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29AAD27-AF1E-3276-F64C-E24DD3C9D6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106297-72C7-0612-7611-0739473673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71FD7E-7453-412A-9D9A-67248BEACEC8}" type="datetimeFigureOut">
              <a:rPr lang="en-GB" smtClean="0"/>
              <a:t>27/10/2026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7DE446-DCD2-634E-6E7D-2B6CC9FA702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E7209B-478D-FE16-8BB2-A67423D4E2F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D9B360-C774-49CA-835F-5A4EA981ED5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00622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735BF1-9CEA-4069-8947-4F338367F244}" type="datetimeFigureOut">
              <a:rPr lang="en-GB" smtClean="0"/>
              <a:t>27/10/2026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5652C4-8DDB-4486-9682-2F893AB472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522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7" Type="http://schemas.openxmlformats.org/officeDocument/2006/relationships/image" Target="../media/image1.wmf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age - large frame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842C18B-1D7A-8DC7-E58C-751F7B00082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5400" y="304800"/>
            <a:ext cx="11581200" cy="38808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DB710B25-B2C0-3F46-B52E-75BA79935C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9244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age - large frame - true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842C18B-1D7A-8DC7-E58C-751F7B00082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5400" y="304800"/>
            <a:ext cx="11581200" cy="38808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222313-E3E8-84C6-CDEF-E7A032ED39D8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60F69E8D-6EAC-C523-6D4F-3094B23E4F7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5" name="Freihandform: Form 5">
              <a:extLst>
                <a:ext uri="{FF2B5EF4-FFF2-40B4-BE49-F238E27FC236}">
                  <a16:creationId xmlns:a16="http://schemas.microsoft.com/office/drawing/2014/main" id="{D8CCB833-4D26-6E84-CE0F-C6BDD9B360C0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7" name="Freihandform: Form 7">
              <a:extLst>
                <a:ext uri="{FF2B5EF4-FFF2-40B4-BE49-F238E27FC236}">
                  <a16:creationId xmlns:a16="http://schemas.microsoft.com/office/drawing/2014/main" id="{9D8EF2C9-8044-BF09-7BD5-FC217FC1C36E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75FFCF2B-36B1-E9E1-6454-DB5E5126A9E2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00229647-D500-1E99-3780-98C950CF9967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DDE1FB26-5287-29DD-E7CC-ABE2C5D8018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42DD437E-E732-01DD-B08A-1341F623BBD1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659FA363-CC0C-311C-EA78-2108E0955EE7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B195A27-C87C-7EC1-7C14-C3570A80454C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6BE52C14-7F20-D492-16F6-2D84936494E8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626B4A82-B6AC-8F7D-83D9-176D53BF0407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B8292199-BEAB-8239-63A7-61A652179638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D53D3ECF-A5D3-63EF-497C-800A752A7918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3609761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varian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9672C7E-019D-FBA3-7F09-750C25D0C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4800" y="304800"/>
            <a:ext cx="11588400" cy="54612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276053-E50C-CB63-D92A-41737B158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000" y="4410000"/>
            <a:ext cx="9000000" cy="3600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FFB69B-3E28-CA70-1686-15A8728050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0000" y="4789050"/>
            <a:ext cx="90000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D72957C-E4A1-D746-E9BB-011A50F22C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000" y="5277525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3" name="Grafik 11">
            <a:extLst>
              <a:ext uri="{FF2B5EF4-FFF2-40B4-BE49-F238E27FC236}">
                <a16:creationId xmlns:a16="http://schemas.microsoft.com/office/drawing/2014/main" id="{DA62EBDD-3F1D-BDF5-7D5C-3E151E11FD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70873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variant - true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9672C7E-019D-FBA3-7F09-750C25D0C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4800" y="304800"/>
            <a:ext cx="11588400" cy="54612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276053-E50C-CB63-D92A-41737B158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000" y="4410000"/>
            <a:ext cx="9000000" cy="3600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FFB69B-3E28-CA70-1686-15A8728050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0000" y="4789050"/>
            <a:ext cx="90000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D72957C-E4A1-D746-E9BB-011A50F22C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000" y="5277525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4260D-B98A-A7AC-8629-E5E4D4C12FBE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1AF32F02-02F7-7E2F-5EB2-8AB49F02BAA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A82DF783-91BE-0B1F-594A-9BDE3AF2DF72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1AE181C6-DF38-3B6A-29DC-0514335710F2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" name="Freihandform: Form 9">
              <a:extLst>
                <a:ext uri="{FF2B5EF4-FFF2-40B4-BE49-F238E27FC236}">
                  <a16:creationId xmlns:a16="http://schemas.microsoft.com/office/drawing/2014/main" id="{E556F98D-CF46-F45C-E725-39D4E969D18D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DCF7744F-4013-AE3D-AB78-30AC2E721431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6A8A9A34-FDAA-EC87-ACBD-70DC545FFE68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F21FE68C-6E55-1882-29D0-5AD972D282CF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6AF80BBB-B267-E2A9-3663-7BD9FF7A9BAE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F1986D68-2438-502E-D769-1DE90DD71CE3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72F092E1-B34B-E0A7-83B2-6614DDCDA1D6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FE398BD6-EEC5-437E-E55B-C14762FB717A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31917980-0094-58C0-0C63-F1A3B14E61A7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03E446E7-776A-D674-727D-F1DC674B357D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30310002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1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ity skyline at night&#10;&#10;Description automatically generated">
            <a:extLst>
              <a:ext uri="{FF2B5EF4-FFF2-40B4-BE49-F238E27FC236}">
                <a16:creationId xmlns:a16="http://schemas.microsoft.com/office/drawing/2014/main" id="{8023B119-BF14-0762-F3EF-63C9E5A9C2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3FAD8840-041F-A3D8-1509-F5EADE485C8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7" name="Supergraphic - shape">
            <a:extLst>
              <a:ext uri="{FF2B5EF4-FFF2-40B4-BE49-F238E27FC236}">
                <a16:creationId xmlns:a16="http://schemas.microsoft.com/office/drawing/2014/main" id="{6BAB0110-FF2C-8EE6-125B-57AD0A5D3266}"/>
              </a:ext>
            </a:extLst>
          </p:cNvPr>
          <p:cNvSpPr/>
          <p:nvPr userDrawn="1"/>
        </p:nvSpPr>
        <p:spPr>
          <a:xfrm>
            <a:off x="2521500" y="318792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321216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2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road with a yellow car on it&#10;&#10;Description automatically generated">
            <a:extLst>
              <a:ext uri="{FF2B5EF4-FFF2-40B4-BE49-F238E27FC236}">
                <a16:creationId xmlns:a16="http://schemas.microsoft.com/office/drawing/2014/main" id="{6DD5C5F7-2A1C-8F92-7E7A-AD378379D6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13235"/>
            <a:ext cx="11581200" cy="38771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D6BDED7B-DD3A-263E-B8E2-C2EEEA63C33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14" name="Supergraphic - shape">
            <a:extLst>
              <a:ext uri="{FF2B5EF4-FFF2-40B4-BE49-F238E27FC236}">
                <a16:creationId xmlns:a16="http://schemas.microsoft.com/office/drawing/2014/main" id="{13D132C5-29D3-C65F-52CB-42679B23D596}"/>
              </a:ext>
            </a:extLst>
          </p:cNvPr>
          <p:cNvSpPr/>
          <p:nvPr userDrawn="1"/>
        </p:nvSpPr>
        <p:spPr>
          <a:xfrm>
            <a:off x="2973600" y="318792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49648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3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building&#10;&#10;Description automatically generated">
            <a:extLst>
              <a:ext uri="{FF2B5EF4-FFF2-40B4-BE49-F238E27FC236}">
                <a16:creationId xmlns:a16="http://schemas.microsoft.com/office/drawing/2014/main" id="{4B64D943-7426-9A0C-37E7-D0300DE75A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2004A3E1-9766-D2A9-53F4-1AEC39F080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7" name="Supergraphic - shape">
            <a:extLst>
              <a:ext uri="{FF2B5EF4-FFF2-40B4-BE49-F238E27FC236}">
                <a16:creationId xmlns:a16="http://schemas.microsoft.com/office/drawing/2014/main" id="{6CF91860-6C86-705F-9C02-E037FF5EF9E3}"/>
              </a:ext>
            </a:extLst>
          </p:cNvPr>
          <p:cNvSpPr/>
          <p:nvPr userDrawn="1"/>
        </p:nvSpPr>
        <p:spPr>
          <a:xfrm>
            <a:off x="5941209" y="314369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00267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4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erson looking up to the sky&#10;&#10;Description automatically generated">
            <a:extLst>
              <a:ext uri="{FF2B5EF4-FFF2-40B4-BE49-F238E27FC236}">
                <a16:creationId xmlns:a16="http://schemas.microsoft.com/office/drawing/2014/main" id="{41C57A33-9F00-B0BB-DC5D-FF8CB1EBE9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5954B60F-7996-FE11-B73E-1414D95F6F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5" name="Supergraphic - shape">
            <a:extLst>
              <a:ext uri="{FF2B5EF4-FFF2-40B4-BE49-F238E27FC236}">
                <a16:creationId xmlns:a16="http://schemas.microsoft.com/office/drawing/2014/main" id="{C45D0F22-A111-12FA-7F9B-384BF395E0A1}"/>
              </a:ext>
            </a:extLst>
          </p:cNvPr>
          <p:cNvSpPr/>
          <p:nvPr userDrawn="1"/>
        </p:nvSpPr>
        <p:spPr>
          <a:xfrm>
            <a:off x="3360601" y="306000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1449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5 (image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ridge with arches and a body of water&#10;&#10;Description automatically generated">
            <a:extLst>
              <a:ext uri="{FF2B5EF4-FFF2-40B4-BE49-F238E27FC236}">
                <a16:creationId xmlns:a16="http://schemas.microsoft.com/office/drawing/2014/main" id="{9A13D504-A754-8469-21D4-BBB2BAB76E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grpSp>
        <p:nvGrpSpPr>
          <p:cNvPr id="7" name="Gruppieren 4">
            <a:extLst>
              <a:ext uri="{FF2B5EF4-FFF2-40B4-BE49-F238E27FC236}">
                <a16:creationId xmlns:a16="http://schemas.microsoft.com/office/drawing/2014/main" id="{896058C6-59EF-7FF4-FC6F-F9FED024BB3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8" name="Freihandform: Form 5">
              <a:extLst>
                <a:ext uri="{FF2B5EF4-FFF2-40B4-BE49-F238E27FC236}">
                  <a16:creationId xmlns:a16="http://schemas.microsoft.com/office/drawing/2014/main" id="{F35D3F7C-1E2A-5E1C-BA59-85AFEE7607AB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" name="Freihandform: Form 7">
              <a:extLst>
                <a:ext uri="{FF2B5EF4-FFF2-40B4-BE49-F238E27FC236}">
                  <a16:creationId xmlns:a16="http://schemas.microsoft.com/office/drawing/2014/main" id="{602E3AA9-808E-E0E7-18A3-6A189D961178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9">
              <a:extLst>
                <a:ext uri="{FF2B5EF4-FFF2-40B4-BE49-F238E27FC236}">
                  <a16:creationId xmlns:a16="http://schemas.microsoft.com/office/drawing/2014/main" id="{C9123806-AB4B-2C2A-0F3E-0E4F98D85578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1">
              <a:extLst>
                <a:ext uri="{FF2B5EF4-FFF2-40B4-BE49-F238E27FC236}">
                  <a16:creationId xmlns:a16="http://schemas.microsoft.com/office/drawing/2014/main" id="{41EB2DAB-ACE6-3BBC-F02D-B4945BF49558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2">
              <a:extLst>
                <a:ext uri="{FF2B5EF4-FFF2-40B4-BE49-F238E27FC236}">
                  <a16:creationId xmlns:a16="http://schemas.microsoft.com/office/drawing/2014/main" id="{3167F366-62F3-9735-481A-A36AAB4B15F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3">
              <a:extLst>
                <a:ext uri="{FF2B5EF4-FFF2-40B4-BE49-F238E27FC236}">
                  <a16:creationId xmlns:a16="http://schemas.microsoft.com/office/drawing/2014/main" id="{69C920B0-3C6C-3B11-32FC-23FDC2AF68E7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4">
              <a:extLst>
                <a:ext uri="{FF2B5EF4-FFF2-40B4-BE49-F238E27FC236}">
                  <a16:creationId xmlns:a16="http://schemas.microsoft.com/office/drawing/2014/main" id="{5B10CF88-A1EA-15AA-8393-69A61075AD9B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5">
              <a:extLst>
                <a:ext uri="{FF2B5EF4-FFF2-40B4-BE49-F238E27FC236}">
                  <a16:creationId xmlns:a16="http://schemas.microsoft.com/office/drawing/2014/main" id="{37DBDD91-7C71-5295-6FBE-4C5334A4C49F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6">
              <a:extLst>
                <a:ext uri="{FF2B5EF4-FFF2-40B4-BE49-F238E27FC236}">
                  <a16:creationId xmlns:a16="http://schemas.microsoft.com/office/drawing/2014/main" id="{0C951265-3EB5-5C9C-2173-84E38E5047CF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7">
              <a:extLst>
                <a:ext uri="{FF2B5EF4-FFF2-40B4-BE49-F238E27FC236}">
                  <a16:creationId xmlns:a16="http://schemas.microsoft.com/office/drawing/2014/main" id="{9D70ADE5-F2C3-1B51-8E1C-3F1218919A63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8">
              <a:extLst>
                <a:ext uri="{FF2B5EF4-FFF2-40B4-BE49-F238E27FC236}">
                  <a16:creationId xmlns:a16="http://schemas.microsoft.com/office/drawing/2014/main" id="{7C7AB827-C0F9-7C59-1EBB-9EF0B6449761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9">
              <a:extLst>
                <a:ext uri="{FF2B5EF4-FFF2-40B4-BE49-F238E27FC236}">
                  <a16:creationId xmlns:a16="http://schemas.microsoft.com/office/drawing/2014/main" id="{9C59B2AB-0A92-431C-3EBD-0C2A4A6C091E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F23C315-E9D3-E85D-FDA8-A4722F106C10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6" name="Supergraphic - shape">
            <a:extLst>
              <a:ext uri="{FF2B5EF4-FFF2-40B4-BE49-F238E27FC236}">
                <a16:creationId xmlns:a16="http://schemas.microsoft.com/office/drawing/2014/main" id="{9728FCA0-32CC-388D-0770-807193532C2B}"/>
              </a:ext>
            </a:extLst>
          </p:cNvPr>
          <p:cNvSpPr/>
          <p:nvPr userDrawn="1"/>
        </p:nvSpPr>
        <p:spPr>
          <a:xfrm>
            <a:off x="5770929" y="304800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960649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4361FFC-8E96-EE12-9B5A-F30BC84A0A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05998" y="1268413"/>
            <a:ext cx="11581199" cy="4681537"/>
          </a:xfrm>
        </p:spPr>
        <p:txBody>
          <a:bodyPr/>
          <a:lstStyle>
            <a:lvl1pPr marL="271463" indent="-271463"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625475" indent="-269875">
              <a:buClr>
                <a:schemeClr val="tx2"/>
              </a:buClr>
              <a:buFont typeface="+mj-lt"/>
              <a:buAutoNum type="arabicPeriod"/>
              <a:defRPr sz="1400"/>
            </a:lvl2pPr>
            <a:lvl3pPr marL="808038" indent="-188913">
              <a:buClr>
                <a:schemeClr val="tx2"/>
              </a:buClr>
              <a:buFont typeface="+mj-lt"/>
              <a:buAutoNum type="arabicPeriod"/>
              <a:defRPr sz="1400"/>
            </a:lvl3pPr>
            <a:lvl4pPr marL="1165225" indent="-276225">
              <a:buClr>
                <a:schemeClr val="tx2"/>
              </a:buClr>
              <a:buFont typeface="+mj-lt"/>
              <a:buAutoNum type="arabicPeriod"/>
              <a:defRPr sz="1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  <a:p>
            <a:pPr lvl="2"/>
            <a:r>
              <a:rPr lang="ko-KR" altLang="en-US" noProof="0"/>
              <a:t>세 번째 수준</a:t>
            </a:r>
          </a:p>
          <a:p>
            <a:pPr lvl="3"/>
            <a:r>
              <a:rPr lang="ko-KR" altLang="en-US" noProof="0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419264031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5339831-9579-422A-5FD3-167E83B82B3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7601" y="305999"/>
            <a:ext cx="5648400" cy="5643951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2C271A1C-536E-3E60-3582-8E73B02B9B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5999" y="1268413"/>
            <a:ext cx="5648400" cy="4681537"/>
          </a:xfrm>
        </p:spPr>
        <p:txBody>
          <a:bodyPr/>
          <a:lstStyle>
            <a:lvl1pPr marL="271463" indent="-271463"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625475" indent="-269875">
              <a:buClr>
                <a:schemeClr val="tx2"/>
              </a:buClr>
              <a:buFont typeface="+mj-lt"/>
              <a:buAutoNum type="arabicPeriod"/>
              <a:defRPr sz="1400"/>
            </a:lvl2pPr>
            <a:lvl3pPr marL="808038" indent="-188913">
              <a:buClr>
                <a:schemeClr val="tx2"/>
              </a:buClr>
              <a:buFont typeface="+mj-lt"/>
              <a:buAutoNum type="arabicPeriod"/>
              <a:defRPr sz="1400"/>
            </a:lvl3pPr>
            <a:lvl4pPr marL="1165225" indent="-276225">
              <a:buClr>
                <a:schemeClr val="tx2"/>
              </a:buClr>
              <a:buFont typeface="+mj-lt"/>
              <a:buAutoNum type="arabicPeriod"/>
              <a:defRPr sz="1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  <a:p>
            <a:pPr lvl="2"/>
            <a:r>
              <a:rPr lang="ko-KR" altLang="en-US" noProof="0"/>
              <a:t>세 번째 수준</a:t>
            </a:r>
          </a:p>
          <a:p>
            <a:pPr lvl="3"/>
            <a:r>
              <a:rPr lang="ko-KR" altLang="en-US" noProof="0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70573303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999" y="306000"/>
            <a:ext cx="115812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6E4DFDC-8584-AECD-0F9B-87A8C0C63B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5999" y="3688080"/>
            <a:ext cx="11581200" cy="2261870"/>
          </a:xfrm>
        </p:spPr>
        <p:txBody>
          <a:bodyPr numCol="2" spcCol="288000"/>
          <a:lstStyle>
            <a:lvl1pPr marL="271463" indent="-271463">
              <a:spcAft>
                <a:spcPts val="12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717550" indent="-361950">
              <a:buClr>
                <a:schemeClr val="tx2"/>
              </a:buClr>
              <a:buFont typeface="+mj-lt"/>
              <a:buAutoNum type="arabicPeriod"/>
              <a:defRPr sz="2400"/>
            </a:lvl2pPr>
            <a:lvl3pPr marL="717550" indent="-361950">
              <a:buClr>
                <a:schemeClr val="tx2"/>
              </a:buClr>
              <a:buFont typeface="+mj-lt"/>
              <a:buAutoNum type="arabicPeriod"/>
              <a:defRPr sz="2400"/>
            </a:lvl3pPr>
            <a:lvl4pPr marL="717550" indent="-361950">
              <a:buClr>
                <a:schemeClr val="tx2"/>
              </a:buClr>
              <a:buFont typeface="+mj-lt"/>
              <a:buAutoNum type="arabicPeriod"/>
              <a:defRPr sz="2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5339831-9579-422A-5FD3-167E83B82B3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260000"/>
            <a:ext cx="12192000" cy="21605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3299068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- supergraphic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 anchor="t"/>
          <a:lstStyle>
            <a:lvl1pPr marL="0" indent="0">
              <a:buNone/>
              <a:defRPr sz="64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Espace réservé pour une image  29">
            <a:extLst>
              <a:ext uri="{FF2B5EF4-FFF2-40B4-BE49-F238E27FC236}">
                <a16:creationId xmlns:a16="http://schemas.microsoft.com/office/drawing/2014/main" id="{1F249D4B-1559-45BB-AF54-7D7EB4A9C65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019319768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supergraphic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 anchor="t"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EB2104-720E-E8DA-5ACF-98ECE73EA2D9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3" name="Espace réservé pour une image  29">
            <a:extLst>
              <a:ext uri="{FF2B5EF4-FFF2-40B4-BE49-F238E27FC236}">
                <a16:creationId xmlns:a16="http://schemas.microsoft.com/office/drawing/2014/main" id="{A2053CF4-0553-4808-5E7B-D60BF81A0C9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250534878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supergraphic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686F2-C507-5C4F-D374-7015F44493E8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5" name="Espace réservé pour une image  29">
            <a:extLst>
              <a:ext uri="{FF2B5EF4-FFF2-40B4-BE49-F238E27FC236}">
                <a16:creationId xmlns:a16="http://schemas.microsoft.com/office/drawing/2014/main" id="{FA749186-1327-A026-901C-A8DCF556218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705634626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4673871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9433A1-C798-63C5-0F11-736B090717E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653365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EB3325-FA9F-F961-C408-CA2D663ECC82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962279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/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6372785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5FDC82-2799-FF42-DE43-87A47E4814D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82966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F88A7D-E20D-9C04-1C87-655FE2CB09F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2303633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115812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3442184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1999"/>
            <a:ext cx="11581200" cy="205836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8B080B3-7B7C-93B4-F84D-78B5211F63C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3930364"/>
            <a:ext cx="12193200" cy="20195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6" name="Freeform 15">
            <a:extLst>
              <a:ext uri="{FF2B5EF4-FFF2-40B4-BE49-F238E27FC236}">
                <a16:creationId xmlns:a16="http://schemas.microsoft.com/office/drawing/2014/main" id="{29C4CBDD-B2F4-6DA2-44F3-F538A967B265}"/>
              </a:ext>
            </a:extLst>
          </p:cNvPr>
          <p:cNvSpPr/>
          <p:nvPr userDrawn="1"/>
        </p:nvSpPr>
        <p:spPr>
          <a:xfrm>
            <a:off x="7999036" y="3930364"/>
            <a:ext cx="3019540" cy="2019586"/>
          </a:xfrm>
          <a:custGeom>
            <a:avLst/>
            <a:gdLst>
              <a:gd name="connsiteX0" fmla="*/ 742160 w 3019540"/>
              <a:gd name="connsiteY0" fmla="*/ 0 h 2019586"/>
              <a:gd name="connsiteX1" fmla="*/ 3019540 w 3019540"/>
              <a:gd name="connsiteY1" fmla="*/ 0 h 2019586"/>
              <a:gd name="connsiteX2" fmla="*/ 2277379 w 3019540"/>
              <a:gd name="connsiteY2" fmla="*/ 2019586 h 2019586"/>
              <a:gd name="connsiteX3" fmla="*/ 0 w 3019540"/>
              <a:gd name="connsiteY3" fmla="*/ 2019586 h 2019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9540" h="2019586">
                <a:moveTo>
                  <a:pt x="742160" y="0"/>
                </a:moveTo>
                <a:lnTo>
                  <a:pt x="3019540" y="0"/>
                </a:lnTo>
                <a:lnTo>
                  <a:pt x="2277379" y="2019586"/>
                </a:lnTo>
                <a:lnTo>
                  <a:pt x="0" y="2019586"/>
                </a:lnTo>
                <a:close/>
              </a:path>
            </a:pathLst>
          </a:custGeom>
          <a:solidFill>
            <a:schemeClr val="bg1">
              <a:alpha val="2451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16022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61621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4035136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8B080B3-7B7C-93B4-F84D-78B5211F63C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1258888"/>
            <a:ext cx="12193200" cy="2165701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9613820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13211F2-5B55-5E50-F363-A425A297920F}"/>
              </a:ext>
            </a:extLst>
          </p:cNvPr>
          <p:cNvSpPr/>
          <p:nvPr userDrawn="1"/>
        </p:nvSpPr>
        <p:spPr>
          <a:xfrm>
            <a:off x="0" y="1260000"/>
            <a:ext cx="12192000" cy="2169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428355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860355"/>
            <a:ext cx="11581200" cy="13705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5999" y="3618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06000" y="4035600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0792561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lternative content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13211F2-5B55-5E50-F363-A425A297920F}"/>
              </a:ext>
            </a:extLst>
          </p:cNvPr>
          <p:cNvSpPr/>
          <p:nvPr userDrawn="1"/>
        </p:nvSpPr>
        <p:spPr>
          <a:xfrm>
            <a:off x="0" y="3429000"/>
            <a:ext cx="12192000" cy="25265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11581200" cy="156864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5999" y="3618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06000" y="4035600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250900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- 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56484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3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1692000"/>
            <a:ext cx="56484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7168096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58888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5648400" cy="3091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2" y="21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2592000"/>
            <a:ext cx="5648400" cy="3091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7F87247-C211-9AF7-A6A0-806395C2060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05999" y="1258888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823096360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- banne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70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132000"/>
            <a:ext cx="5648400" cy="281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2" y="270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3132000"/>
            <a:ext cx="5648400" cy="281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C8821C5-A6FB-D49F-DDED-113327453D8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05999" y="1263305"/>
            <a:ext cx="5648400" cy="1242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1137409A-77D2-E7C9-7EDA-FC9F06F8DB9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237601" y="1263305"/>
            <a:ext cx="5648400" cy="1242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590453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264781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223563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645141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58888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577181732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5029375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275187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44375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A4852636-0F70-E002-0651-FFDDB11BF95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13562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006690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banne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275187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44375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A4852636-0F70-E002-0651-FFDDB11BF95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13562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3019745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4804556-2CA6-A3C1-67A1-CB3B7D4C84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2919984231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6112710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11584794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115848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635868A0-C8FD-A3D7-C412-F83A19CD08B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5999" y="2592000"/>
            <a:ext cx="5648399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889219-A9F0-B3B8-3D29-8F315E41481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400" y="1260000"/>
            <a:ext cx="5648400" cy="46899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9038357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fac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889219-A9F0-B3B8-3D29-8F315E41481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400" y="304800"/>
            <a:ext cx="5648400" cy="56451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2439DE8-BAC6-1132-9C68-89C2D648A13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6000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883744B-F36D-8700-9654-01B67F49DCB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06000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1514F61-BD65-F287-0158-FE1E635CA31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2397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B9D29752-2CDB-6A63-C2F8-9A45E5BA0A9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272397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4A55E5F-94F9-02B6-D5BF-BB64FCC807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05998" y="4068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0BE7F8DB-0BE1-7B02-DE2F-3FD6C246656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06000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D19DCBF7-FA68-3F27-5043-B2A09AA01ED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6000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A0F35B88-6ACA-37E3-019C-B70CD5D6FF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2397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F1908FB4-6C1F-E2A9-2C17-0800D5C45C5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272397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424586442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ey fac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2439DE8-BAC6-1132-9C68-89C2D648A13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6000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883744B-F36D-8700-9654-01B67F49DCB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06000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1514F61-BD65-F287-0158-FE1E635CA31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2397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B9D29752-2CDB-6A63-C2F8-9A45E5BA0A9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272397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4A55E5F-94F9-02B6-D5BF-BB64FCC807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05998" y="4068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0BE7F8DB-0BE1-7B02-DE2F-3FD6C246656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06000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D19DCBF7-FA68-3F27-5043-B2A09AA01ED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6000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A0F35B88-6ACA-37E3-019C-B70CD5D6FF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2397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F1908FB4-6C1F-E2A9-2C17-0800D5C45C5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272397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Espace réservé pour une image  29">
            <a:extLst>
              <a:ext uri="{FF2B5EF4-FFF2-40B4-BE49-F238E27FC236}">
                <a16:creationId xmlns:a16="http://schemas.microsoft.com/office/drawing/2014/main" id="{ED358CFF-706E-64A6-81F1-82F7B43F79A4}"/>
              </a:ext>
            </a:extLst>
          </p:cNvPr>
          <p:cNvSpPr>
            <a:spLocks noGrp="1" noChangeAspect="1"/>
          </p:cNvSpPr>
          <p:nvPr>
            <p:ph type="pic" sz="quarter" idx="21"/>
          </p:nvPr>
        </p:nvSpPr>
        <p:spPr>
          <a:xfrm>
            <a:off x="6387206" y="304800"/>
            <a:ext cx="5498794" cy="5645150"/>
          </a:xfrm>
          <a:prstGeom prst="parallelogram">
            <a:avLst>
              <a:gd name="adj" fmla="val 34601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336214639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05999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06000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64781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264782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23563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223564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1137537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05999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06000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64781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264782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23563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223564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80330976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09634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09635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68416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68417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27198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27199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D13B656-6467-C073-C26F-9B2F8CE5D05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1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730BD01E-9314-90AA-551D-128BC858C47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63584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85CF624A-A380-99FE-C23C-D960C6B51AC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22367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792385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F0581416-50E1-E82F-8528-2CE457CD0CB0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1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5E2DCBAF-B731-246B-C848-100C8423D66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635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A4814D1-B27E-08F8-FDF9-168771E1279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2236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215640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6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7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3831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43832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68849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68850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693866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693867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4804556-2CA6-A3C1-67A1-CB3B7D4C84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86439A7-3822-1290-CAC9-BD96F35F8684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0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8881FA82-625B-3A61-C9A7-4B9BB4F3F6E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31184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8288754-EC19-10D6-B558-74DB97EA1BE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157886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D44BD020-479D-FBFB-D346-B67666EB3AE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88687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9189387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4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12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412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680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680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694799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6948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A82684E-299D-151D-AC01-7693B8AF2DF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0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9A680C2D-DE0C-2BE6-C4C1-167AED08BBA8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311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9DE299DF-DBF8-3F0A-5C70-620983CABF2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157886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328CB566-8AC7-665C-FAB0-976D393A95D7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8868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5753799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259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2592000"/>
            <a:ext cx="3060000" cy="1255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2592000"/>
            <a:ext cx="3060000" cy="1255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398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14399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3180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873181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31962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831963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20" name="Picture Placeholder 14">
            <a:extLst>
              <a:ext uri="{FF2B5EF4-FFF2-40B4-BE49-F238E27FC236}">
                <a16:creationId xmlns:a16="http://schemas.microsoft.com/office/drawing/2014/main" id="{9591626B-58F0-DFE6-D291-D1F74A047BE7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4801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1" name="Picture Placeholder 14">
            <a:extLst>
              <a:ext uri="{FF2B5EF4-FFF2-40B4-BE49-F238E27FC236}">
                <a16:creationId xmlns:a16="http://schemas.microsoft.com/office/drawing/2014/main" id="{419217D5-9389-E4D4-C7C1-076CA234E5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263584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4">
            <a:extLst>
              <a:ext uri="{FF2B5EF4-FFF2-40B4-BE49-F238E27FC236}">
                <a16:creationId xmlns:a16="http://schemas.microsoft.com/office/drawing/2014/main" id="{ECD36A1E-7B2E-2134-533F-C023B8AFBE3A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222367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3AEC8FD1-28A6-3231-B7EC-2C76E3CBF03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04801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A67A67F9-C4E6-257B-32E3-A57F1190942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263584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Picture Placeholder 14">
            <a:extLst>
              <a:ext uri="{FF2B5EF4-FFF2-40B4-BE49-F238E27FC236}">
                <a16:creationId xmlns:a16="http://schemas.microsoft.com/office/drawing/2014/main" id="{38AAB764-B8CC-20D4-676B-A928F053992B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22367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3880733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398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14399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3180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873181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31962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831963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2BF23F95-2673-FE84-66E7-82097451E46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4801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0" name="Picture Placeholder 14">
            <a:extLst>
              <a:ext uri="{FF2B5EF4-FFF2-40B4-BE49-F238E27FC236}">
                <a16:creationId xmlns:a16="http://schemas.microsoft.com/office/drawing/2014/main" id="{C7CCFC2C-8E49-1CD8-E77D-05EC46161534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2635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1" name="Picture Placeholder 14">
            <a:extLst>
              <a:ext uri="{FF2B5EF4-FFF2-40B4-BE49-F238E27FC236}">
                <a16:creationId xmlns:a16="http://schemas.microsoft.com/office/drawing/2014/main" id="{99383212-5E56-5076-CADC-AE74C2E23549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22236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4">
            <a:extLst>
              <a:ext uri="{FF2B5EF4-FFF2-40B4-BE49-F238E27FC236}">
                <a16:creationId xmlns:a16="http://schemas.microsoft.com/office/drawing/2014/main" id="{B23A623D-583C-7275-793F-72445CF17BC5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04801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85ECF528-F4CD-11DE-C52B-74C6A0536CB6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263584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770DC091-DD84-E985-38FC-1D5ACA0845A1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22367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257565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AD6B1-3EFA-DC15-FA38-C5DFFE8BD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422800"/>
            <a:ext cx="11581200" cy="360000"/>
          </a:xfrm>
        </p:spPr>
        <p:txBody>
          <a:bodyPr anchor="t"/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823C6B-F584-EFF0-D4B2-F50D4DEE6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E8608B-C9BE-0115-D98A-80D843DB3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BE60D8-D1AB-0B88-66B3-B28585C5A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594359-489A-D8EC-A63B-358473973D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4800" y="2869248"/>
            <a:ext cx="11581200" cy="1590675"/>
          </a:xfrm>
        </p:spPr>
        <p:txBody>
          <a:bodyPr anchor="t"/>
          <a:lstStyle>
            <a:lvl1pPr marL="0" indent="0">
              <a:buNone/>
              <a:defRPr sz="3600" b="1"/>
            </a:lvl1pPr>
            <a:lvl2pPr marL="176213" indent="0">
              <a:buNone/>
              <a:defRPr sz="3600" b="1"/>
            </a:lvl2pPr>
            <a:lvl3pPr marL="357188" indent="0">
              <a:buNone/>
              <a:defRPr sz="3600" b="1"/>
            </a:lvl3pPr>
            <a:lvl4pPr marL="534988" indent="0">
              <a:buNone/>
              <a:defRPr sz="3600" b="1"/>
            </a:lvl4pPr>
            <a:lvl5pPr marL="715963" indent="0">
              <a:buNone/>
              <a:defRPr sz="36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124327087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7AC093CF-9094-42B3-E644-4B1D722C808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6000" y="1258889"/>
            <a:ext cx="5648400" cy="4691062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5E81BA9-7009-A36E-9F02-FC2536F7D46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43563" y="1258888"/>
            <a:ext cx="5648400" cy="4240212"/>
          </a:xfrm>
        </p:spPr>
        <p:txBody>
          <a:bodyPr anchor="t"/>
          <a:lstStyle>
            <a:lvl1pPr marL="157163" indent="-157163">
              <a:buNone/>
              <a:defRPr sz="2400" b="1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DD79567B-BA61-21E3-EB1B-6B95C8E88D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37602" y="5499100"/>
            <a:ext cx="5648398" cy="450850"/>
          </a:xfrm>
        </p:spPr>
        <p:txBody>
          <a:bodyPr/>
          <a:lstStyle>
            <a:lvl1pPr marL="0" indent="0">
              <a:buNone/>
              <a:defRPr sz="1200" b="1"/>
            </a:lvl1pPr>
            <a:lvl2pPr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dirty="0"/>
              <a:t>Name, Job Title</a:t>
            </a:r>
          </a:p>
        </p:txBody>
      </p:sp>
    </p:spTree>
    <p:extLst>
      <p:ext uri="{BB962C8B-B14F-4D97-AF65-F5344CB8AC3E}">
        <p14:creationId xmlns:p14="http://schemas.microsoft.com/office/powerpoint/2010/main" val="2640916460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_Quote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E644ABC-A943-3ED6-C41B-5AFF1F1E01A8}"/>
              </a:ext>
            </a:extLst>
          </p:cNvPr>
          <p:cNvSpPr/>
          <p:nvPr userDrawn="1"/>
        </p:nvSpPr>
        <p:spPr>
          <a:xfrm>
            <a:off x="7569201" y="1"/>
            <a:ext cx="4622800" cy="685481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5E81BA9-7009-A36E-9F02-FC2536F7D4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997735" y="1260000"/>
            <a:ext cx="3748720" cy="4239100"/>
          </a:xfrm>
        </p:spPr>
        <p:txBody>
          <a:bodyPr/>
          <a:lstStyle>
            <a:lvl1pPr marL="120650" indent="-120650">
              <a:buNone/>
              <a:defRPr sz="2400" b="0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en-US" dirty="0"/>
              <a:t>“Click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F8DBE469-FA96-A611-CE98-0F2F91BDD6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7" y="1260000"/>
            <a:ext cx="7200000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390D26B-A5B3-53AF-787D-CA185DA722E3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5998" y="1692000"/>
            <a:ext cx="720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pic>
        <p:nvPicPr>
          <p:cNvPr id="10" name="Picture 9" descr="Blue letters on a black background&#10;&#10;Description automatically generated">
            <a:extLst>
              <a:ext uri="{FF2B5EF4-FFF2-40B4-BE49-F238E27FC236}">
                <a16:creationId xmlns:a16="http://schemas.microsoft.com/office/drawing/2014/main" id="{A695A264-93AA-CE06-BF63-CD04C406C7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997"/>
            <a:ext cx="1080000" cy="454003"/>
          </a:xfrm>
          <a:prstGeom prst="rect">
            <a:avLst/>
          </a:prstGeom>
        </p:spPr>
      </p:pic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29C61118-65C4-E1C5-E036-604CF0B059E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97735" y="5499100"/>
            <a:ext cx="3748720" cy="450850"/>
          </a:xfrm>
        </p:spPr>
        <p:txBody>
          <a:bodyPr/>
          <a:lstStyle>
            <a:lvl1pPr marL="0" indent="0">
              <a:buNone/>
              <a:defRPr sz="1200" b="1"/>
            </a:lvl1pPr>
            <a:lvl2pPr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dirty="0"/>
              <a:t>Name, Job Title</a:t>
            </a:r>
          </a:p>
        </p:txBody>
      </p:sp>
    </p:spTree>
    <p:extLst>
      <p:ext uri="{BB962C8B-B14F-4D97-AF65-F5344CB8AC3E}">
        <p14:creationId xmlns:p14="http://schemas.microsoft.com/office/powerpoint/2010/main" val="2651509866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right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59F930D-35CB-01D0-4761-E9A6692624F6}"/>
              </a:ext>
            </a:extLst>
          </p:cNvPr>
          <p:cNvSpPr/>
          <p:nvPr userDrawn="1"/>
        </p:nvSpPr>
        <p:spPr>
          <a:xfrm>
            <a:off x="7569201" y="1"/>
            <a:ext cx="4622800" cy="685481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2FAA43-049E-0EDB-73E3-7ED4429E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B65ECB-6708-A610-4029-A91BD50C7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3E1FAB-C451-E465-8500-00AEE22D8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B4D2BA-FFC1-18C8-F9F3-DBECD87DE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5F5A8C2-A4E5-0B25-09CD-E49B8737675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pic>
        <p:nvPicPr>
          <p:cNvPr id="8" name="Picture 7" descr="Blue letters on a black background&#10;&#10;Description automatically generated">
            <a:extLst>
              <a:ext uri="{FF2B5EF4-FFF2-40B4-BE49-F238E27FC236}">
                <a16:creationId xmlns:a16="http://schemas.microsoft.com/office/drawing/2014/main" id="{C31CD433-4D6D-8EAB-439A-3F97BE7866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997"/>
            <a:ext cx="1080000" cy="454003"/>
          </a:xfrm>
          <a:prstGeom prst="rect">
            <a:avLst/>
          </a:prstGeom>
        </p:spPr>
      </p:pic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92E247C2-C9E4-83C5-F04A-E5EA50CF0DA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876131" y="1258888"/>
            <a:ext cx="4011069" cy="469106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FC463AB-4BD2-49D5-767F-54FC8EA65B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7" y="1260000"/>
            <a:ext cx="695840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271815FF-0161-8C49-AB75-C04614AA1BB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5998" y="1692000"/>
            <a:ext cx="6958402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00108508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6774D-425F-4BC0-2A89-D4FFAD2D27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CD2A33-8FED-378E-7CD7-17B365A7E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581165-1F65-1CE8-67D1-821449075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EC5859-8CFE-67C8-1FC8-66D5E71B9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D3BA3C3-C7E2-5DDF-A5DF-F098DEE555F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0838445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672A2661-F0D3-EA1A-1204-1F0DD20230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000" y="1260000"/>
            <a:ext cx="3276128" cy="360000"/>
          </a:xfrm>
        </p:spPr>
        <p:txBody>
          <a:bodyPr anchor="t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Our team</a:t>
            </a:r>
            <a:endParaRPr lang="en-GB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6AAF7BD-B690-19AE-85DD-D64C07178B9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800" y="1692000"/>
            <a:ext cx="3277200" cy="1501775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D23521A-6BFC-0413-2BE0-68637565C49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821498" y="1260000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1" name="Picture Placeholder 19">
            <a:extLst>
              <a:ext uri="{FF2B5EF4-FFF2-40B4-BE49-F238E27FC236}">
                <a16:creationId xmlns:a16="http://schemas.microsoft.com/office/drawing/2014/main" id="{777DA299-DF9F-AA0B-EBD9-B89A2B27B94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973498" y="1260000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9">
            <a:extLst>
              <a:ext uri="{FF2B5EF4-FFF2-40B4-BE49-F238E27FC236}">
                <a16:creationId xmlns:a16="http://schemas.microsoft.com/office/drawing/2014/main" id="{9EDEE6B0-32AE-5C3F-B6C7-53332D9C70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821498" y="3652524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3" name="Picture Placeholder 19">
            <a:extLst>
              <a:ext uri="{FF2B5EF4-FFF2-40B4-BE49-F238E27FC236}">
                <a16:creationId xmlns:a16="http://schemas.microsoft.com/office/drawing/2014/main" id="{62F9F762-D9F9-DA71-29D1-C79016D1A8D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973498" y="3652524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E33872C5-04BF-F8E7-4D24-9D0D57B1BB2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706949" y="2117664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26" name="Text Placeholder 24">
            <a:extLst>
              <a:ext uri="{FF2B5EF4-FFF2-40B4-BE49-F238E27FC236}">
                <a16:creationId xmlns:a16="http://schemas.microsoft.com/office/drawing/2014/main" id="{FBD4C676-D3A0-7C78-8E0C-1156D9E4EFC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706949" y="2538000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5A2D47DF-6C80-9D62-8F40-BED8626C265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58949" y="2117664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28" name="Text Placeholder 24">
            <a:extLst>
              <a:ext uri="{FF2B5EF4-FFF2-40B4-BE49-F238E27FC236}">
                <a16:creationId xmlns:a16="http://schemas.microsoft.com/office/drawing/2014/main" id="{124E0AA2-5A10-C4F8-7FF7-3331E936DA9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858949" y="2538000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8BDB34A3-36A9-DFDC-3C94-2120F1A7EB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06949" y="4510188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A3717ED6-BDEA-E997-D0EF-C7FC7E6B0A2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706949" y="4930524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31" name="Text Placeholder 24">
            <a:extLst>
              <a:ext uri="{FF2B5EF4-FFF2-40B4-BE49-F238E27FC236}">
                <a16:creationId xmlns:a16="http://schemas.microsoft.com/office/drawing/2014/main" id="{46608C4E-A3D0-8547-0277-9E3C281776B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858949" y="4510188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2F90C55D-5300-4742-EBF6-164AB6B4FC3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858949" y="4930524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77402494"/>
      </p:ext>
    </p:extLst>
  </p:cSld>
  <p:clrMapOvr>
    <a:masterClrMapping/>
  </p:clrMapOvr>
  <p:transition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D119A-5205-549D-6A59-CF6BFED54E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C064FE-D615-C9B5-75EB-0193E382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10F5C-6B52-D19B-BD1F-10CBDAB3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E66C31-CED2-A64E-05C1-0BADF0DA9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98E2DB3B-3EB6-21F1-DD6A-DB825E3FBF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5A7CD79-A047-3B0B-707A-9346E33EB8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40880E-2441-2036-7E0C-9AF61B5CE48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11E5CD3-DC74-79A2-F9C5-9B34E0A4C00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D45A9F-31F5-55C8-2DA7-272DC34A4FD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EB16D30-D682-728D-096A-539D025158C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638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1516F45-D716-2ECB-DE30-47451F4450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5255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F9034FFE-349E-57E0-A97B-B0259AF286C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5255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BC84830A-754F-D374-A275-A566E5B2F199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87A6012A-D91F-C88E-5F6A-A0C9D7978C3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47870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799F34D-A198-85E8-B6FA-D894213C8C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50727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F6A0002E-ADB8-E7E8-623B-31F88EBD745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610393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831397A-CDEC-9164-A6D0-2344B10DA3C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15010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92CEEA47-9458-21D6-F801-54AF0CCF87E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150100" y="2355729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4" name="Picture Placeholder 10">
            <a:extLst>
              <a:ext uri="{FF2B5EF4-FFF2-40B4-BE49-F238E27FC236}">
                <a16:creationId xmlns:a16="http://schemas.microsoft.com/office/drawing/2014/main" id="{B59B1DAC-4F74-27F5-E442-B0BF36F38D40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10393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68FB1F47-A580-6EF2-B61C-7D815366968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15010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8106A885-6035-680F-D7B6-51F11F3E359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15010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92B06F5C-A2A7-FCFF-5C59-BFDF8B42917B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10393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F992B224-4A32-4EEF-BF74-6290FB9D35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150100" y="47870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7BCB4226-7823-5B28-3999-86D0EBB94FC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150100" y="50727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</p:spTree>
    <p:extLst>
      <p:ext uri="{BB962C8B-B14F-4D97-AF65-F5344CB8AC3E}">
        <p14:creationId xmlns:p14="http://schemas.microsoft.com/office/powerpoint/2010/main" val="70597850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D119A-5205-549D-6A59-CF6BFED54E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C064FE-D615-C9B5-75EB-0193E382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10F5C-6B52-D19B-BD1F-10CBDAB3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E66C31-CED2-A64E-05C1-0BADF0DA9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98E2DB3B-3EB6-21F1-DD6A-DB825E3FBF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5A7CD79-A047-3B0B-707A-9346E33EB8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40880E-2441-2036-7E0C-9AF61B5CE48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11E5CD3-DC74-79A2-F9C5-9B34E0A4C00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D45A9F-31F5-55C8-2DA7-272DC34A4FD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EB16D30-D682-728D-096A-539D025158C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638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1516F45-D716-2ECB-DE30-47451F4450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5255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F9034FFE-349E-57E0-A97B-B0259AF286C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5255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BC84830A-754F-D374-A275-A566E5B2F199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87A6012A-D91F-C88E-5F6A-A0C9D7978C3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799F34D-A198-85E8-B6FA-D894213C8C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F6A0002E-ADB8-E7E8-623B-31F88EBD745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53694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831397A-CDEC-9164-A6D0-2344B10DA3C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99856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92CEEA47-9458-21D6-F801-54AF0CCF87E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9856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4" name="Picture Placeholder 10">
            <a:extLst>
              <a:ext uri="{FF2B5EF4-FFF2-40B4-BE49-F238E27FC236}">
                <a16:creationId xmlns:a16="http://schemas.microsoft.com/office/drawing/2014/main" id="{B59B1DAC-4F74-27F5-E442-B0BF36F38D40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4153694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68FB1F47-A580-6EF2-B61C-7D815366968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199856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8106A885-6035-680F-D7B6-51F11F3E359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199856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92B06F5C-A2A7-FCFF-5C59-BFDF8B42917B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4153694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F992B224-4A32-4EEF-BF74-6290FB9D35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199856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7BCB4226-7823-5B28-3999-86D0EBB94FC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199856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D00DC641-42E9-0B66-3D72-9F709D811A21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8001001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A1F38BA-66D9-41A9-F343-8B2F5D9A9AC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047163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AEB60AC-335C-9000-1BA5-FDB62E7A9EE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047163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E6F84F8C-66B2-BD9D-43C9-974D44F94EC1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8001001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0114D6F8-B9A3-ED71-9813-52BAF652A7B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047163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39C04260-C8BE-71ED-EA47-703038E90683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9047163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944BF7B4-5DAC-1321-A9A6-C9816D8B397D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8001001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11F34BF6-57E4-2668-8C65-E480F3A5913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047163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8623A0F5-2495-FFA9-60F0-C91A0FF0273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047163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</p:spTree>
    <p:extLst>
      <p:ext uri="{BB962C8B-B14F-4D97-AF65-F5344CB8AC3E}">
        <p14:creationId xmlns:p14="http://schemas.microsoft.com/office/powerpoint/2010/main" val="35319686"/>
      </p:ext>
    </p:extLst>
  </p:cSld>
  <p:clrMapOvr>
    <a:masterClrMapping/>
  </p:clrMapOvr>
  <p:transition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9DBD-1C80-9434-61C2-BF800372A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F4D6F4-7201-D735-D3B3-216FF790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7F9CC-6282-CDBE-05BD-D05AF463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F1CFB-88CF-58EB-DF8B-2B62A5D2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1704BAE-4588-79BC-83D2-40594032A0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5D577385-0486-30CD-9591-DF5CA8E9F42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260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CC4BDD-95AC-F534-49C7-7F39B914F4BB}"/>
              </a:ext>
            </a:extLst>
          </p:cNvPr>
          <p:cNvCxnSpPr>
            <a:cxnSpLocks/>
          </p:cNvCxnSpPr>
          <p:nvPr userDrawn="1"/>
        </p:nvCxnSpPr>
        <p:spPr>
          <a:xfrm>
            <a:off x="1352550" y="193744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23EC4540-66CE-AE24-3D97-903139C813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1260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53B156F5-850E-94C4-320A-C11DCDC45CE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B16A0D5-984E-52E5-2799-ADA0965709B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38184" y="1260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0613D97F-1DE4-AD85-B1A1-022A48BAE0F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8184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3DCBBC23-DAC0-91A1-1B44-DF768098FB3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352550" y="2052982"/>
            <a:ext cx="10533063" cy="3896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692523"/>
      </p:ext>
    </p:extLst>
  </p:cSld>
  <p:clrMapOvr>
    <a:masterClrMapping/>
  </p:clrMapOvr>
  <p:transition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biography ent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9DBD-1C80-9434-61C2-BF800372A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F4D6F4-7201-D735-D3B3-216FF790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7F9CC-6282-CDBE-05BD-D05AF463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F1CFB-88CF-58EB-DF8B-2B62A5D2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1704BAE-4588-79BC-83D2-40594032A0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fr-FR" dirty="0" err="1"/>
              <a:t>Subtitle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5D577385-0486-30CD-9591-DF5CA8E9F42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260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CC4BDD-95AC-F534-49C7-7F39B914F4BB}"/>
              </a:ext>
            </a:extLst>
          </p:cNvPr>
          <p:cNvCxnSpPr>
            <a:cxnSpLocks/>
          </p:cNvCxnSpPr>
          <p:nvPr userDrawn="1"/>
        </p:nvCxnSpPr>
        <p:spPr>
          <a:xfrm>
            <a:off x="1352550" y="193680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23EC4540-66CE-AE24-3D97-903139C813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1260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53B156F5-850E-94C4-320A-C11DCDC45CE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B16A0D5-984E-52E5-2799-ADA0965709B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38184" y="1260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0613D97F-1DE4-AD85-B1A1-022A48BAE0F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8184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60516244-1DBC-D2C0-E79A-2036911E6A1C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3429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B1D6DF6-094C-A16E-2F7A-A1C6CB8F41F2}"/>
              </a:ext>
            </a:extLst>
          </p:cNvPr>
          <p:cNvCxnSpPr>
            <a:cxnSpLocks/>
          </p:cNvCxnSpPr>
          <p:nvPr userDrawn="1"/>
        </p:nvCxnSpPr>
        <p:spPr>
          <a:xfrm>
            <a:off x="1352550" y="409361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B2B9431-F5DF-5DA9-8F28-87EA404B455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3429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53D504FF-41D7-B6F6-EFCE-1116741BC39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371475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766077F0-210D-1948-4394-89AFAA99C63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38184" y="3429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04BC109F-D899-2BA8-FAF6-5B336578446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38184" y="371475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8" name="Text Placeholder 24">
            <a:extLst>
              <a:ext uri="{FF2B5EF4-FFF2-40B4-BE49-F238E27FC236}">
                <a16:creationId xmlns:a16="http://schemas.microsoft.com/office/drawing/2014/main" id="{60BBA0CC-565F-00AD-0199-A9F5D1822FD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352550" y="2051999"/>
            <a:ext cx="10533063" cy="118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9" name="Text Placeholder 24">
            <a:extLst>
              <a:ext uri="{FF2B5EF4-FFF2-40B4-BE49-F238E27FC236}">
                <a16:creationId xmlns:a16="http://schemas.microsoft.com/office/drawing/2014/main" id="{66EC383C-ED58-904B-F5C3-4F1400A59B4B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352550" y="4217985"/>
            <a:ext cx="10533063" cy="118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525920"/>
      </p:ext>
    </p:extLst>
  </p:cSld>
  <p:clrMapOvr>
    <a:masterClrMapping/>
  </p:clrMapOvr>
  <p:transition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76675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46675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46962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16962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46675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16962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48B4AF-A790-625F-68C9-574E05D20574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136763679"/>
      </p:ext>
    </p:extLst>
  </p:cSld>
  <p:clrMapOvr>
    <a:masterClrMapping/>
  </p:clrMapOvr>
  <p:transition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8495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28495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04957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74957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628495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0727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462960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732960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732960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A6C2DE-B1DA-6ED2-65F3-D7B4F2F7B083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1783271154"/>
      </p:ext>
    </p:extLst>
  </p:cSld>
  <p:clrMapOvr>
    <a:masterClrMapping/>
  </p:clrMapOvr>
  <p:transition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728600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98600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5139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425139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998600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420937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6907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839073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843274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E1143B7-8C08-7715-B222-285F3D1124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995612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5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896973EE-B874-C807-05A2-E788AB572CD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0265612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E75EA8CC-4B36-0979-00D7-D98C0378C33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0265612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398626-6D16-799D-FDFC-F0CE622468F8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801630789"/>
      </p:ext>
    </p:extLst>
  </p:cSld>
  <p:clrMapOvr>
    <a:masterClrMapping/>
  </p:clrMapOvr>
  <p:transition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1740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587403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2841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598418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58740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59854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3584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603584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0968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E1143B7-8C08-7715-B222-285F3D1124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56797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5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896973EE-B874-C807-05A2-E788AB572CD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626797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E75EA8CC-4B36-0979-00D7-D98C0378C33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62082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3C673BB7-7B43-2C1F-84B3-272213CC24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36196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6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755F8E3E-B001-1EC8-73CC-A173445AAA3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10631963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19">
            <a:extLst>
              <a:ext uri="{FF2B5EF4-FFF2-40B4-BE49-F238E27FC236}">
                <a16:creationId xmlns:a16="http://schemas.microsoft.com/office/drawing/2014/main" id="{EBF24D4C-088E-4310-4B09-349A011906D2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063196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9E6584-10DA-3C23-5CE2-E401678B8E96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68706476"/>
      </p:ext>
    </p:extLst>
  </p:cSld>
  <p:clrMapOvr>
    <a:masterClrMapping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2739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53026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3313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2614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53026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23313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51F6D0-3D4A-F281-6203-F010C801ADF5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989526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92207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52126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12045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9208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45204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1200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371963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71963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A0B512-6ED9-5922-BA60-BD3002855A93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834806024"/>
      </p:ext>
    </p:extLst>
  </p:cSld>
  <p:clrMapOvr>
    <a:masterClrMapping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000" y="2282973"/>
            <a:ext cx="1980122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41171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96220" y="2282973"/>
            <a:ext cx="1978823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86000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841171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97662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550092" y="2282973"/>
            <a:ext cx="1978823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554153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15B29677-BE3B-7470-2545-1CDB378173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903963" y="2282973"/>
            <a:ext cx="1987999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2F79A021-8D89-90CC-C1F3-B0371DBA612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910646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726E93-42D8-60A3-0F72-43200D611A10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481483874"/>
      </p:ext>
    </p:extLst>
  </p:cSld>
  <p:clrMapOvr>
    <a:masterClrMapping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000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441729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97458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8600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443065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40013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353187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357195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15B29677-BE3B-7470-2545-1CDB378173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308916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2F79A021-8D89-90CC-C1F3-B0371DBA612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31426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D6BACB2F-0DB8-DD63-EA6C-7C37EC4B4A7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0264643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383AED7B-9104-4F4D-98AE-4DBE12D1BBD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0271326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8B30BC-5605-4035-E48B-463C18BEDEB8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2994551115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3527875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195349" y="2282973"/>
            <a:ext cx="3527874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085898" y="2282973"/>
            <a:ext cx="3528126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195349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86024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388891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71FEB51-AFE7-8D09-2DDF-EA55F7B457BE}"/>
              </a:ext>
            </a:extLst>
          </p:cNvPr>
          <p:cNvCxnSpPr>
            <a:cxnSpLocks/>
          </p:cNvCxnSpPr>
          <p:nvPr userDrawn="1"/>
        </p:nvCxnSpPr>
        <p:spPr>
          <a:xfrm>
            <a:off x="4196397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Arrow: Chevron 22">
            <a:extLst>
              <a:ext uri="{FF2B5EF4-FFF2-40B4-BE49-F238E27FC236}">
                <a16:creationId xmlns:a16="http://schemas.microsoft.com/office/drawing/2014/main" id="{62FBB4E5-5680-7A1E-A0CE-9B5E67EA5EBD}"/>
              </a:ext>
            </a:extLst>
          </p:cNvPr>
          <p:cNvSpPr/>
          <p:nvPr userDrawn="1"/>
        </p:nvSpPr>
        <p:spPr>
          <a:xfrm>
            <a:off x="778063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4F97134-2CAF-FE5A-4E3B-79DD92C4E68E}"/>
              </a:ext>
            </a:extLst>
          </p:cNvPr>
          <p:cNvCxnSpPr>
            <a:cxnSpLocks/>
          </p:cNvCxnSpPr>
          <p:nvPr userDrawn="1"/>
        </p:nvCxnSpPr>
        <p:spPr>
          <a:xfrm>
            <a:off x="8088119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row: Chevron 24">
            <a:extLst>
              <a:ext uri="{FF2B5EF4-FFF2-40B4-BE49-F238E27FC236}">
                <a16:creationId xmlns:a16="http://schemas.microsoft.com/office/drawing/2014/main" id="{1CF0A13A-31A4-FF89-6DE7-027605D20B96}"/>
              </a:ext>
            </a:extLst>
          </p:cNvPr>
          <p:cNvSpPr/>
          <p:nvPr userDrawn="1"/>
        </p:nvSpPr>
        <p:spPr>
          <a:xfrm>
            <a:off x="11672356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3508253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211156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17637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211156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17637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291691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024117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024119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93B61CA-A7BE-8A3E-D9AC-F654B9B38698}"/>
              </a:ext>
            </a:extLst>
          </p:cNvPr>
          <p:cNvCxnSpPr>
            <a:cxnSpLocks/>
          </p:cNvCxnSpPr>
          <p:nvPr userDrawn="1"/>
        </p:nvCxnSpPr>
        <p:spPr>
          <a:xfrm>
            <a:off x="3221565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Arrow: Chevron 30">
            <a:extLst>
              <a:ext uri="{FF2B5EF4-FFF2-40B4-BE49-F238E27FC236}">
                <a16:creationId xmlns:a16="http://schemas.microsoft.com/office/drawing/2014/main" id="{A8B2014E-675C-8EB9-B5B5-BD95FAFE19E6}"/>
              </a:ext>
            </a:extLst>
          </p:cNvPr>
          <p:cNvSpPr/>
          <p:nvPr userDrawn="1"/>
        </p:nvSpPr>
        <p:spPr>
          <a:xfrm>
            <a:off x="583380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A0D4E54-4CD3-D526-DEED-81769F41304D}"/>
              </a:ext>
            </a:extLst>
          </p:cNvPr>
          <p:cNvCxnSpPr>
            <a:cxnSpLocks/>
          </p:cNvCxnSpPr>
          <p:nvPr userDrawn="1"/>
        </p:nvCxnSpPr>
        <p:spPr>
          <a:xfrm>
            <a:off x="6117513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8E6AA380-E662-A92F-D609-F474C925FADA}"/>
              </a:ext>
            </a:extLst>
          </p:cNvPr>
          <p:cNvSpPr/>
          <p:nvPr userDrawn="1"/>
        </p:nvSpPr>
        <p:spPr>
          <a:xfrm>
            <a:off x="8729748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5163727-FD74-E51F-D285-A4FDEAB2E16E}"/>
              </a:ext>
            </a:extLst>
          </p:cNvPr>
          <p:cNvCxnSpPr>
            <a:cxnSpLocks/>
          </p:cNvCxnSpPr>
          <p:nvPr userDrawn="1"/>
        </p:nvCxnSpPr>
        <p:spPr>
          <a:xfrm>
            <a:off x="9024117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AACA7782-B627-5E5D-977C-78713F8554CD}"/>
              </a:ext>
            </a:extLst>
          </p:cNvPr>
          <p:cNvSpPr/>
          <p:nvPr userDrawn="1"/>
        </p:nvSpPr>
        <p:spPr>
          <a:xfrm>
            <a:off x="1163635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0117037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28628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952457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62853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95239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800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2348118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276286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27625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E0300071-C10F-73DE-516F-3A997209D34C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600115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DAD04CC-D508-F0AA-6E8C-45D588BE7E4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600117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4AD16E6-DFB2-3260-E7C2-D0F51629D8A7}"/>
              </a:ext>
            </a:extLst>
          </p:cNvPr>
          <p:cNvCxnSpPr>
            <a:cxnSpLocks/>
          </p:cNvCxnSpPr>
          <p:nvPr userDrawn="1"/>
        </p:nvCxnSpPr>
        <p:spPr>
          <a:xfrm>
            <a:off x="2628629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row: Chevron 24">
            <a:extLst>
              <a:ext uri="{FF2B5EF4-FFF2-40B4-BE49-F238E27FC236}">
                <a16:creationId xmlns:a16="http://schemas.microsoft.com/office/drawing/2014/main" id="{3DACABFD-232F-18BC-919F-CAD8A133DCDE}"/>
              </a:ext>
            </a:extLst>
          </p:cNvPr>
          <p:cNvSpPr/>
          <p:nvPr userDrawn="1"/>
        </p:nvSpPr>
        <p:spPr>
          <a:xfrm>
            <a:off x="4671947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FEA3E50-1AFA-3BF7-A87F-151906E60032}"/>
              </a:ext>
            </a:extLst>
          </p:cNvPr>
          <p:cNvCxnSpPr>
            <a:cxnSpLocks/>
          </p:cNvCxnSpPr>
          <p:nvPr userDrawn="1"/>
        </p:nvCxnSpPr>
        <p:spPr>
          <a:xfrm>
            <a:off x="4952395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Arrow: Chevron 26">
            <a:extLst>
              <a:ext uri="{FF2B5EF4-FFF2-40B4-BE49-F238E27FC236}">
                <a16:creationId xmlns:a16="http://schemas.microsoft.com/office/drawing/2014/main" id="{95E84197-6880-09C2-1E08-4B7A842980F1}"/>
              </a:ext>
            </a:extLst>
          </p:cNvPr>
          <p:cNvSpPr/>
          <p:nvPr userDrawn="1"/>
        </p:nvSpPr>
        <p:spPr>
          <a:xfrm>
            <a:off x="6995713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BA4F882-E214-37A5-1366-A11A8B3C2119}"/>
              </a:ext>
            </a:extLst>
          </p:cNvPr>
          <p:cNvCxnSpPr>
            <a:cxnSpLocks/>
          </p:cNvCxnSpPr>
          <p:nvPr userDrawn="1"/>
        </p:nvCxnSpPr>
        <p:spPr>
          <a:xfrm>
            <a:off x="7276161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row: Chevron 28">
            <a:extLst>
              <a:ext uri="{FF2B5EF4-FFF2-40B4-BE49-F238E27FC236}">
                <a16:creationId xmlns:a16="http://schemas.microsoft.com/office/drawing/2014/main" id="{7A04A431-73CA-32DE-D035-406F2582A75A}"/>
              </a:ext>
            </a:extLst>
          </p:cNvPr>
          <p:cNvSpPr/>
          <p:nvPr userDrawn="1"/>
        </p:nvSpPr>
        <p:spPr>
          <a:xfrm>
            <a:off x="9319479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E570E91-ABB2-A812-B684-C45EB139B97D}"/>
              </a:ext>
            </a:extLst>
          </p:cNvPr>
          <p:cNvCxnSpPr>
            <a:cxnSpLocks/>
          </p:cNvCxnSpPr>
          <p:nvPr userDrawn="1"/>
        </p:nvCxnSpPr>
        <p:spPr>
          <a:xfrm>
            <a:off x="9599927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1AF30669-A2A4-2FDE-F80A-35E06EF01380}"/>
              </a:ext>
            </a:extLst>
          </p:cNvPr>
          <p:cNvSpPr/>
          <p:nvPr userDrawn="1"/>
        </p:nvSpPr>
        <p:spPr>
          <a:xfrm>
            <a:off x="11643245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4044538"/>
      </p:ext>
    </p:extLst>
  </p:cSld>
  <p:clrMapOvr>
    <a:masterClrMapping/>
  </p:clrMapOvr>
  <p:transition>
    <p:fade/>
  </p:transition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237266" y="2282973"/>
            <a:ext cx="1620000" cy="270000"/>
          </a:xfrm>
        </p:spPr>
        <p:txBody>
          <a:bodyPr vert="horz" lIns="0" tIns="0" rIns="0" bIns="0" rtlCol="0">
            <a:noAutofit/>
          </a:bodyPr>
          <a:lstStyle>
            <a:lvl1pPr>
              <a:defRPr lang="en-US" sz="1200" b="1" i="0" dirty="0"/>
            </a:lvl1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169733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237167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169659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1980786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02200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02151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E0300071-C10F-73DE-516F-3A997209D34C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34667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DAD04CC-D508-F0AA-6E8C-45D588BE7E4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034643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7F5921D6-64BE-2161-A143-2DD17980F619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967132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2" name="Text Placeholder 19">
            <a:extLst>
              <a:ext uri="{FF2B5EF4-FFF2-40B4-BE49-F238E27FC236}">
                <a16:creationId xmlns:a16="http://schemas.microsoft.com/office/drawing/2014/main" id="{24C0D168-202E-E51B-E59E-8C97350E1781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967134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37B2904-10A6-C3A5-8D83-683C63BB01AF}"/>
              </a:ext>
            </a:extLst>
          </p:cNvPr>
          <p:cNvCxnSpPr>
            <a:cxnSpLocks/>
          </p:cNvCxnSpPr>
          <p:nvPr userDrawn="1"/>
        </p:nvCxnSpPr>
        <p:spPr>
          <a:xfrm>
            <a:off x="2240911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A47832D4-502D-A508-2B20-B5B27FE51634}"/>
              </a:ext>
            </a:extLst>
          </p:cNvPr>
          <p:cNvSpPr/>
          <p:nvPr userDrawn="1"/>
        </p:nvSpPr>
        <p:spPr>
          <a:xfrm>
            <a:off x="391702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BD95FB1-1C25-533D-3CF4-8A51280DDBD0}"/>
              </a:ext>
            </a:extLst>
          </p:cNvPr>
          <p:cNvCxnSpPr>
            <a:cxnSpLocks/>
          </p:cNvCxnSpPr>
          <p:nvPr userDrawn="1"/>
        </p:nvCxnSpPr>
        <p:spPr>
          <a:xfrm>
            <a:off x="4169659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D606AD1-4414-16B1-1215-97D7AFA56C9F}"/>
              </a:ext>
            </a:extLst>
          </p:cNvPr>
          <p:cNvSpPr/>
          <p:nvPr userDrawn="1"/>
        </p:nvSpPr>
        <p:spPr>
          <a:xfrm>
            <a:off x="584577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5863BC1-2263-E713-9FF3-2640450DEF28}"/>
              </a:ext>
            </a:extLst>
          </p:cNvPr>
          <p:cNvCxnSpPr>
            <a:cxnSpLocks/>
          </p:cNvCxnSpPr>
          <p:nvPr userDrawn="1"/>
        </p:nvCxnSpPr>
        <p:spPr>
          <a:xfrm>
            <a:off x="6110598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379909B-399A-153E-493D-37296869A7F0}"/>
              </a:ext>
            </a:extLst>
          </p:cNvPr>
          <p:cNvSpPr/>
          <p:nvPr userDrawn="1"/>
        </p:nvSpPr>
        <p:spPr>
          <a:xfrm>
            <a:off x="7786709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F6449C8-F3AF-7E2E-BAA8-72A82AE89478}"/>
              </a:ext>
            </a:extLst>
          </p:cNvPr>
          <p:cNvCxnSpPr>
            <a:cxnSpLocks/>
          </p:cNvCxnSpPr>
          <p:nvPr userDrawn="1"/>
        </p:nvCxnSpPr>
        <p:spPr>
          <a:xfrm>
            <a:off x="8034643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87196DB2-5D1E-4430-FA42-A39FC745E121}"/>
              </a:ext>
            </a:extLst>
          </p:cNvPr>
          <p:cNvSpPr/>
          <p:nvPr userDrawn="1"/>
        </p:nvSpPr>
        <p:spPr>
          <a:xfrm>
            <a:off x="971075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4E529B4-EB17-A0EB-9305-743BF2013A0A}"/>
              </a:ext>
            </a:extLst>
          </p:cNvPr>
          <p:cNvCxnSpPr>
            <a:cxnSpLocks/>
          </p:cNvCxnSpPr>
          <p:nvPr userDrawn="1"/>
        </p:nvCxnSpPr>
        <p:spPr>
          <a:xfrm>
            <a:off x="9971673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rrow: Chevron 44">
            <a:extLst>
              <a:ext uri="{FF2B5EF4-FFF2-40B4-BE49-F238E27FC236}">
                <a16:creationId xmlns:a16="http://schemas.microsoft.com/office/drawing/2014/main" id="{A892BA53-DD7A-BDD3-32D9-49FC10D5A1CE}"/>
              </a:ext>
            </a:extLst>
          </p:cNvPr>
          <p:cNvSpPr/>
          <p:nvPr userDrawn="1"/>
        </p:nvSpPr>
        <p:spPr>
          <a:xfrm>
            <a:off x="1164778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6624530"/>
      </p:ext>
    </p:extLst>
  </p:cSld>
  <p:clrMapOvr>
    <a:masterClrMapping/>
  </p:clrMapOvr>
  <p:transition>
    <p:fade/>
  </p:transition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/>
              <a:t>Contact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8F8DD-BEC9-6467-0409-DEAA51E30C8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/>
            </a:lvl1pPr>
            <a:lvl2pPr marL="0" indent="0">
              <a:spcAft>
                <a:spcPts val="0"/>
              </a:spcAft>
              <a:buNone/>
              <a:defRPr sz="1000"/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5C39CC-12F0-243C-E79C-57F054AE9789}"/>
              </a:ext>
            </a:extLst>
          </p:cNvPr>
          <p:cNvSpPr txBox="1"/>
          <p:nvPr userDrawn="1"/>
        </p:nvSpPr>
        <p:spPr>
          <a:xfrm>
            <a:off x="304799" y="4536000"/>
            <a:ext cx="7558158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799" y="1258888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/>
              <a:t>Forvis</a:t>
            </a:r>
            <a:r>
              <a:rPr lang="en-GB" b="1" dirty="0"/>
              <a:t> Mazars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67CEAA-8DDD-841F-D884-3A662B0ADE62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tx1"/>
                </a:solidFill>
              </a:rPr>
              <a:t>Follow us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6085AAD-F041-418D-E93F-40C28A0BF92D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tx1"/>
                </a:solidFill>
              </a:rPr>
              <a:t>© </a:t>
            </a:r>
            <a:r>
              <a:rPr lang="en-GB" sz="1000" noProof="0" dirty="0" err="1">
                <a:solidFill>
                  <a:schemeClr val="tx1"/>
                </a:solidFill>
              </a:rPr>
              <a:t>Forvis</a:t>
            </a:r>
            <a:r>
              <a:rPr lang="en-GB" sz="1000" noProof="0" dirty="0">
                <a:solidFill>
                  <a:schemeClr val="tx1"/>
                </a:solidFill>
              </a:rPr>
              <a:t> Mazars 2024. All rights reserved.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1D5AA6-5D4D-16BA-3C98-BE0A3B18F8B9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/>
              <a:t>LinkedIn</a:t>
            </a:r>
          </a:p>
          <a:p>
            <a:pPr rtl="0"/>
            <a:r>
              <a:rPr lang="en-GB" sz="1200" dirty="0" err="1">
                <a:hlinkClick r:id="rId2" tooltip="https://www.linkedin.com/company/forvis-mazars-group/"/>
              </a:rPr>
              <a:t>Forvis</a:t>
            </a:r>
            <a:r>
              <a:rPr lang="en-GB" sz="1200" dirty="0">
                <a:hlinkClick r:id="rId2" tooltip="https://www.linkedin.com/company/forvis-mazars-group/"/>
              </a:rPr>
              <a:t> Mazars 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X</a:t>
            </a:r>
          </a:p>
          <a:p>
            <a:pPr rtl="0"/>
            <a:r>
              <a:rPr lang="en-GB" sz="1200" dirty="0">
                <a:hlinkClick r:id="rId3" tooltip="https://twitter.com/forvismazarsgrp"/>
              </a:rPr>
              <a:t>@ForvisMazarsGrp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Instagram</a:t>
            </a:r>
          </a:p>
          <a:p>
            <a:pPr rtl="0"/>
            <a:r>
              <a:rPr lang="en-GB" sz="1200" dirty="0">
                <a:hlinkClick r:id="rId4" tooltip="https://www.instagram.com/forvismazarsgroup/"/>
              </a:rPr>
              <a:t>@forvismazarsgroup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Facebook</a:t>
            </a:r>
          </a:p>
          <a:p>
            <a:pPr rtl="0"/>
            <a:r>
              <a:rPr lang="en-GB" sz="1200" dirty="0" err="1">
                <a:hlinkClick r:id="rId5" tooltip="https://www.facebook.com/forvismazarsgroup/"/>
              </a:rPr>
              <a:t>Forvis</a:t>
            </a:r>
            <a:r>
              <a:rPr lang="en-GB" sz="1200" dirty="0">
                <a:hlinkClick r:id="rId5" tooltip="https://www.facebook.com/forvismazarsgroup/"/>
              </a:rPr>
              <a:t> Mazars 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YouTube</a:t>
            </a:r>
          </a:p>
          <a:p>
            <a:pPr rtl="0"/>
            <a:r>
              <a:rPr lang="en-GB" sz="1200" dirty="0">
                <a:effectLst/>
                <a:hlinkClick r:id="rId6" tooltip="https://www.youtube.com/@forvismazarsgroup"/>
              </a:rPr>
              <a:t>@ForvisMazarsGroup</a:t>
            </a:r>
            <a:endParaRPr lang="en-GB" sz="1200" dirty="0"/>
          </a:p>
        </p:txBody>
      </p:sp>
      <p:pic>
        <p:nvPicPr>
          <p:cNvPr id="7" name="Grafik 11">
            <a:extLst>
              <a:ext uri="{FF2B5EF4-FFF2-40B4-BE49-F238E27FC236}">
                <a16:creationId xmlns:a16="http://schemas.microsoft.com/office/drawing/2014/main" id="{62F6E443-5C86-C36B-0E1C-979A22C8B618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534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>
                <a:solidFill>
                  <a:schemeClr val="bg1"/>
                </a:solidFill>
              </a:rPr>
              <a:t>Forvis</a:t>
            </a:r>
            <a:r>
              <a:rPr lang="en-GB" b="1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8B826133-DF9C-4AE4-3625-4928FA7CBA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6B847-F006-2430-42BA-AE0EB44FAF6F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5B74B9-4873-9050-8CCB-54EB5DFBF042}"/>
              </a:ext>
            </a:extLst>
          </p:cNvPr>
          <p:cNvSpPr txBox="1"/>
          <p:nvPr userDrawn="1"/>
        </p:nvSpPr>
        <p:spPr>
          <a:xfrm>
            <a:off x="304799" y="4536000"/>
            <a:ext cx="7663544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8B71A06-C5AC-A61B-B714-5E5146BBED9C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D1770E-09D8-5EDC-812A-CDF8B11F6A14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>
                <a:solidFill>
                  <a:schemeClr val="bg1"/>
                </a:solidFill>
              </a:rPr>
              <a:t>LinkedIn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X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3" tooltip="https://twitter.com/forvismazarsgr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Instagram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4" tooltip="https://www.instagram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Facebook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YouTube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effectLst/>
                <a:hlinkClick r:id="rId6" tooltip="https://www.youtube.com/@forvismazarsgrou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6681F3-DF5C-9A79-C796-030CD88ED76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9" name="Gruppieren 4">
            <a:extLst>
              <a:ext uri="{FF2B5EF4-FFF2-40B4-BE49-F238E27FC236}">
                <a16:creationId xmlns:a16="http://schemas.microsoft.com/office/drawing/2014/main" id="{16D7B7D0-CAA1-33E1-AC7F-493B661B669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B0539D95-EAC1-D112-501B-3C51BC30F6FC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F9706EFB-E78A-458A-0FEE-96565A86EA35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34010E6E-22C6-BEF9-6EA3-87B4AE7D989F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C70C816D-E76D-EE5F-241F-10705C3D5FAB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36933F0A-6333-CAB5-C05B-694D2354C4F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D8A7E05E-2624-3141-586F-6F47645A53B6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2AB227D-AD87-0D4E-7CEC-D0941E4CDF1B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870A1391-2DA3-17F9-FE0D-78C16DFB2E1D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BCC3DA37-6B18-A1DB-B978-EE6DAAEC5E34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673CABE2-3A8F-C76B-E245-E39DAE083787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9CDF7043-E228-8C40-B2E2-14438E610B8F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B778131F-3CF5-7B6C-BEF5-CD6A7EB4FA78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74785441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>
                <a:solidFill>
                  <a:schemeClr val="bg1"/>
                </a:solidFill>
              </a:rPr>
              <a:t>Forvis</a:t>
            </a:r>
            <a:r>
              <a:rPr lang="en-GB" b="1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A8A48E-3DB5-8F57-1922-EFA1E893A990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CB522F6C-316E-F8B1-1069-3B105F27FB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55D323-AE36-3785-6FE9-60DAF69452E6}"/>
              </a:ext>
            </a:extLst>
          </p:cNvPr>
          <p:cNvSpPr txBox="1"/>
          <p:nvPr userDrawn="1"/>
        </p:nvSpPr>
        <p:spPr>
          <a:xfrm>
            <a:off x="304799" y="4536000"/>
            <a:ext cx="7663544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0646158-6A81-A2DD-C44D-921AE4DD9EC2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7C486E-864B-EC69-F73D-2BCE06D2B883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7" name="Gruppieren 4">
            <a:extLst>
              <a:ext uri="{FF2B5EF4-FFF2-40B4-BE49-F238E27FC236}">
                <a16:creationId xmlns:a16="http://schemas.microsoft.com/office/drawing/2014/main" id="{091816A5-BD37-489B-D2B6-2E931BB610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8F632344-56D7-0FE9-7CC7-A953410D503C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67DB1019-32A2-B27F-B69E-A59F6EC4E8C1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EC75B3C7-C0BF-C06A-7259-073AADCB63FD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F539D7D3-F9E3-3C64-A2B8-68BC730C5E9B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A4BC7DA0-2356-A666-C7B1-04A021761BD4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BCAC0528-D774-2869-78E8-D5992464700B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14E3DF9-4D81-0920-12B3-F98AE476EFE6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8735F50D-0BA8-7023-F046-3376CE69D7BB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311D18AC-7BA1-0080-8301-3BA2AA0B5E05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7FBF8150-2700-0D05-A05E-98BF121A5E10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B13CA858-01DD-D948-1929-16FDA2F8CF21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F878BB63-0766-B99F-A211-9CBDD1748824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6A07E05C-45AB-BB39-AE34-591CC2E3A7A5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>
                <a:solidFill>
                  <a:schemeClr val="bg1"/>
                </a:solidFill>
              </a:rPr>
              <a:t>LinkedIn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X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3" tooltip="https://twitter.com/forvismazarsgr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Instagram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4" tooltip="https://www.instagram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Facebook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YouTube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effectLst/>
                <a:hlinkClick r:id="rId6" tooltip="https://www.youtube.com/@forvismazarsgrou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115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/>
              <a:t>Contact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8F8DD-BEC9-6467-0409-DEAA51E30C8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/>
            </a:lvl1pPr>
            <a:lvl2pPr marL="0" indent="0">
              <a:spcAft>
                <a:spcPts val="0"/>
              </a:spcAft>
              <a:buNone/>
              <a:defRPr sz="1000"/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/>
              <a:t>Forvis</a:t>
            </a:r>
            <a:r>
              <a:rPr lang="en-US" b="1" noProof="0" dirty="0"/>
              <a:t> Mazars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DCD00FD-34AE-282D-C880-195BA8A87E3C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tx1"/>
                </a:solidFill>
              </a:rPr>
              <a:t>© </a:t>
            </a:r>
            <a:r>
              <a:rPr lang="en-GB" sz="1000" noProof="0" dirty="0" err="1">
                <a:solidFill>
                  <a:schemeClr val="tx1"/>
                </a:solidFill>
              </a:rPr>
              <a:t>Forvis</a:t>
            </a:r>
            <a:r>
              <a:rPr lang="en-GB" sz="1000" noProof="0" dirty="0">
                <a:solidFill>
                  <a:schemeClr val="tx1"/>
                </a:solidFill>
              </a:rPr>
              <a:t> Mazars 2024. All rights reserved.</a:t>
            </a:r>
          </a:p>
        </p:txBody>
      </p:sp>
      <p:sp>
        <p:nvSpPr>
          <p:cNvPr id="5" name="Text Placeholder 35">
            <a:extLst>
              <a:ext uri="{FF2B5EF4-FFF2-40B4-BE49-F238E27FC236}">
                <a16:creationId xmlns:a16="http://schemas.microsoft.com/office/drawing/2014/main" id="{9C6042AF-CA98-5D4F-3D53-833BF69333E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7FEB549-0F87-A538-F4B9-811388A1BED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tx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71E355-0B80-FC55-839B-E1D00403BB83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tx1"/>
                </a:solidFill>
              </a:rPr>
              <a:t>Follow us</a:t>
            </a:r>
          </a:p>
        </p:txBody>
      </p:sp>
      <p:pic>
        <p:nvPicPr>
          <p:cNvPr id="8" name="Grafik 11">
            <a:extLst>
              <a:ext uri="{FF2B5EF4-FFF2-40B4-BE49-F238E27FC236}">
                <a16:creationId xmlns:a16="http://schemas.microsoft.com/office/drawing/2014/main" id="{40D8D18D-A576-7317-B790-8565F1D3C2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997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>
                <a:solidFill>
                  <a:schemeClr val="bg1"/>
                </a:solidFill>
              </a:rPr>
              <a:t>Forvis</a:t>
            </a:r>
            <a:r>
              <a:rPr lang="en-US" b="1" noProof="0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8B826133-DF9C-4AE4-3625-4928FA7CBA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5C88522-8DF1-4607-A4E2-5B0EF73CC98B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4" name="Text Placeholder 35">
            <a:extLst>
              <a:ext uri="{FF2B5EF4-FFF2-40B4-BE49-F238E27FC236}">
                <a16:creationId xmlns:a16="http://schemas.microsoft.com/office/drawing/2014/main" id="{77766A40-38EE-605E-12B8-98AD84EC9B3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F7842F13-7A60-C31D-02FB-801B693F412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528E0C-2539-CDDA-14D5-AA97D0855030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045705-66B2-0DDE-4848-EEA835B279B1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10" name="Gruppieren 4">
            <a:extLst>
              <a:ext uri="{FF2B5EF4-FFF2-40B4-BE49-F238E27FC236}">
                <a16:creationId xmlns:a16="http://schemas.microsoft.com/office/drawing/2014/main" id="{6444DCA7-76AE-14E4-AF09-3364A3F6CFA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B9D8ED99-1B8A-6735-55C2-A2E01099915D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86CF0E44-319A-A96A-8F98-F9330823D206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1D128114-D3B9-CED8-2772-5305726980D2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2C085591-FBE0-3310-9EA1-8CC0F8BDC0B6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3FD9891E-D3E1-39A4-3C13-6AF8943A0C9A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07FD17DD-F205-786D-9BDD-2D2B5EEF8F11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BFC3790-5B7F-850F-4D0E-38003DA8849A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9F8B4662-4C4C-5441-631A-2B748DD246EB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FA9E71A6-99D3-2CFF-B1B1-2DE2FE197219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FF276700-0687-3895-59A6-B37CED253D2D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2FF2C670-6F23-F064-6229-E6522A83EE6B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63A41A46-F49E-4D5E-0193-A951BA1C431A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84471584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>
                <a:solidFill>
                  <a:schemeClr val="bg1"/>
                </a:solidFill>
              </a:rPr>
              <a:t>Forvis</a:t>
            </a:r>
            <a:r>
              <a:rPr lang="en-US" b="1" noProof="0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CB522F6C-316E-F8B1-1069-3B105F27FB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C07936C-48E7-A507-69B6-73F81D1F42D9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5" name="Text Placeholder 35">
            <a:extLst>
              <a:ext uri="{FF2B5EF4-FFF2-40B4-BE49-F238E27FC236}">
                <a16:creationId xmlns:a16="http://schemas.microsoft.com/office/drawing/2014/main" id="{A8A47AE8-EFAE-D657-385A-BF9D41DD418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3C2BE14-477C-CB4E-A14A-DB75AA774A4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50E025-404D-9536-6D0C-2042221ADC94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5F9192-CCBE-5DB9-4308-24B0D5F5F9EA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10" name="Gruppieren 4">
            <a:extLst>
              <a:ext uri="{FF2B5EF4-FFF2-40B4-BE49-F238E27FC236}">
                <a16:creationId xmlns:a16="http://schemas.microsoft.com/office/drawing/2014/main" id="{6600858C-044E-D467-95FF-4D8702D7C8F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237FBE9F-E7E5-89E1-10BE-42983AEE81BF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70A2A876-9809-F9A0-5ADE-28D9E0D28834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7F50DE31-FF8B-006A-E904-FA745BF901F5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B9DA3AA6-8787-DF83-A9CD-2F9339325CDF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9D5B26A0-988D-ADD7-264F-4F69CAA40C47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9087F793-6FDA-9216-562F-CAFC24DC20B6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CA1A4E37-00E5-A4AB-295B-0F1B1CABAA38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671143A7-E075-AF6C-DC5D-F6F0B9323E48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1701761A-D466-6836-3FE0-86BEBC1A08DF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3D5720FA-7265-0A9E-2775-EAA29B79B711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BBDE3CED-D985-A5AF-3BB8-5EA739C8381A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F949835D-3EFE-A7B4-098A-0AC2790E7CD3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852762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6AF8A-8016-BCC9-12B5-1D618C6DB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57783F-3B5D-FBBC-3B86-107F7D8E6E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87315" y="6465600"/>
            <a:ext cx="2743200" cy="270000"/>
          </a:xfrm>
        </p:spPr>
        <p:txBody>
          <a:bodyPr lIns="0" tIns="0" rIns="0" bIns="0"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FEF2F1-42E8-46F7-31D5-40F93D392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61472" y="6465600"/>
            <a:ext cx="4114800" cy="270000"/>
          </a:xfrm>
        </p:spPr>
        <p:txBody>
          <a:bodyPr lIns="0" tIns="0" rIns="0" bIns="0"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E9ECC4-62F2-CD50-B09C-2AA803749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4800" y="6465600"/>
            <a:ext cx="1945629" cy="270000"/>
          </a:xfrm>
        </p:spPr>
        <p:txBody>
          <a:bodyPr lIns="0" tIns="0" rIns="0" bIns="0"/>
          <a:lstStyle>
            <a:lvl1pPr algn="l">
              <a:defRPr/>
            </a:lvl1pPr>
          </a:lstStyle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4C624DD-685D-7847-6014-2018E3CA64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ctr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774514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74" Type="http://schemas.openxmlformats.org/officeDocument/2006/relationships/slideLayout" Target="../slideLayouts/slideLayout74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image" Target="../media/image1.w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FE9FD2-6995-74C6-059B-87A19EAFB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306000"/>
            <a:ext cx="11581200" cy="36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C34D3-7536-C818-EFDA-AFF20251F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6000" y="1620000"/>
            <a:ext cx="11581200" cy="432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22941-1361-6E63-B12A-06C77F5C0F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560582" y="6417000"/>
            <a:ext cx="1260000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Date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9E4D8-93A5-6C78-B5B9-150B83256C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00036" y="6417000"/>
            <a:ext cx="6069127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14A89-CC20-0ECB-B7C5-296A21ECF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00037" y="6417000"/>
            <a:ext cx="900000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90955-4EF9-42DC-2545-2A78687F80FE}"/>
              </a:ext>
            </a:extLst>
          </p:cNvPr>
          <p:cNvSpPr txBox="1"/>
          <p:nvPr userDrawn="1"/>
        </p:nvSpPr>
        <p:spPr>
          <a:xfrm>
            <a:off x="-763351" y="378278"/>
            <a:ext cx="76335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Title position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CA7508-55FC-E080-04D3-FAB46B4F6DCE}"/>
              </a:ext>
            </a:extLst>
          </p:cNvPr>
          <p:cNvSpPr txBox="1"/>
          <p:nvPr userDrawn="1"/>
        </p:nvSpPr>
        <p:spPr>
          <a:xfrm>
            <a:off x="-1885453" y="1041381"/>
            <a:ext cx="188545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Maximum vertical position for content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4E1C66-75FC-0179-2386-75B484CB4966}"/>
              </a:ext>
            </a:extLst>
          </p:cNvPr>
          <p:cNvSpPr txBox="1"/>
          <p:nvPr userDrawn="1"/>
        </p:nvSpPr>
        <p:spPr>
          <a:xfrm>
            <a:off x="-1856598" y="5734506"/>
            <a:ext cx="18565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Minimum vertical position for content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4C75A6-3E07-FB50-DCC7-0EA23683196A}"/>
              </a:ext>
            </a:extLst>
          </p:cNvPr>
          <p:cNvSpPr txBox="1"/>
          <p:nvPr userDrawn="1"/>
        </p:nvSpPr>
        <p:spPr>
          <a:xfrm>
            <a:off x="-914033" y="727528"/>
            <a:ext cx="9140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Subtitle position</a:t>
            </a:r>
          </a:p>
        </p:txBody>
      </p:sp>
      <p:pic>
        <p:nvPicPr>
          <p:cNvPr id="8" name="Grafik 11">
            <a:extLst>
              <a:ext uri="{FF2B5EF4-FFF2-40B4-BE49-F238E27FC236}">
                <a16:creationId xmlns:a16="http://schemas.microsoft.com/office/drawing/2014/main" id="{5469F5F3-C99F-2E93-A1EB-1758A92F8191}"/>
              </a:ext>
            </a:extLst>
          </p:cNvPr>
          <p:cNvPicPr>
            <a:picLocks noChangeAspect="1"/>
          </p:cNvPicPr>
          <p:nvPr userDrawn="1"/>
        </p:nvPicPr>
        <p:blipFill>
          <a:blip r:embed="rId7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936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09" r:id="rId3"/>
    <p:sldLayoutId id="2147483710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651" r:id="rId10"/>
    <p:sldLayoutId id="2147483652" r:id="rId11"/>
    <p:sldLayoutId id="2147483653" r:id="rId12"/>
    <p:sldLayoutId id="2147483740" r:id="rId13"/>
    <p:sldLayoutId id="2147483741" r:id="rId14"/>
    <p:sldLayoutId id="2147483742" r:id="rId15"/>
    <p:sldLayoutId id="2147483657" r:id="rId16"/>
    <p:sldLayoutId id="2147483658" r:id="rId17"/>
    <p:sldLayoutId id="2147483659" r:id="rId18"/>
    <p:sldLayoutId id="2147483660" r:id="rId19"/>
    <p:sldLayoutId id="2147483661" r:id="rId20"/>
    <p:sldLayoutId id="2147483662" r:id="rId21"/>
    <p:sldLayoutId id="2147483663" r:id="rId22"/>
    <p:sldLayoutId id="2147483664" r:id="rId23"/>
    <p:sldLayoutId id="2147483665" r:id="rId24"/>
    <p:sldLayoutId id="2147483666" r:id="rId25"/>
    <p:sldLayoutId id="2147483731" r:id="rId26"/>
    <p:sldLayoutId id="2147483667" r:id="rId27"/>
    <p:sldLayoutId id="2147483669" r:id="rId28"/>
    <p:sldLayoutId id="2147483668" r:id="rId29"/>
    <p:sldLayoutId id="2147483670" r:id="rId30"/>
    <p:sldLayoutId id="2147483672" r:id="rId31"/>
    <p:sldLayoutId id="2147483673" r:id="rId32"/>
    <p:sldLayoutId id="2147483674" r:id="rId33"/>
    <p:sldLayoutId id="2147483676" r:id="rId34"/>
    <p:sldLayoutId id="2147483677" r:id="rId35"/>
    <p:sldLayoutId id="2147483678" r:id="rId36"/>
    <p:sldLayoutId id="2147483679" r:id="rId37"/>
    <p:sldLayoutId id="2147483680" r:id="rId38"/>
    <p:sldLayoutId id="2147483681" r:id="rId39"/>
    <p:sldLayoutId id="2147483682" r:id="rId40"/>
    <p:sldLayoutId id="2147483683" r:id="rId41"/>
    <p:sldLayoutId id="2147483720" r:id="rId42"/>
    <p:sldLayoutId id="2147483721" r:id="rId43"/>
    <p:sldLayoutId id="2147483722" r:id="rId44"/>
    <p:sldLayoutId id="2147483723" r:id="rId45"/>
    <p:sldLayoutId id="2147483718" r:id="rId46"/>
    <p:sldLayoutId id="2147483719" r:id="rId47"/>
    <p:sldLayoutId id="2147483688" r:id="rId48"/>
    <p:sldLayoutId id="2147483689" r:id="rId49"/>
    <p:sldLayoutId id="2147483690" r:id="rId50"/>
    <p:sldLayoutId id="2147483713" r:id="rId51"/>
    <p:sldLayoutId id="2147483712" r:id="rId52"/>
    <p:sldLayoutId id="2147483691" r:id="rId53"/>
    <p:sldLayoutId id="2147483707" r:id="rId54"/>
    <p:sldLayoutId id="2147483708" r:id="rId55"/>
    <p:sldLayoutId id="2147483714" r:id="rId56"/>
    <p:sldLayoutId id="2147483715" r:id="rId57"/>
    <p:sldLayoutId id="2147483695" r:id="rId58"/>
    <p:sldLayoutId id="2147483696" r:id="rId59"/>
    <p:sldLayoutId id="2147483697" r:id="rId60"/>
    <p:sldLayoutId id="2147483698" r:id="rId61"/>
    <p:sldLayoutId id="2147483699" r:id="rId62"/>
    <p:sldLayoutId id="2147483700" r:id="rId63"/>
    <p:sldLayoutId id="2147483701" r:id="rId64"/>
    <p:sldLayoutId id="2147483702" r:id="rId65"/>
    <p:sldLayoutId id="2147483703" r:id="rId66"/>
    <p:sldLayoutId id="2147483704" r:id="rId67"/>
    <p:sldLayoutId id="2147483705" r:id="rId68"/>
    <p:sldLayoutId id="2147483706" r:id="rId69"/>
    <p:sldLayoutId id="2147483743" r:id="rId70"/>
    <p:sldLayoutId id="2147483744" r:id="rId71"/>
    <p:sldLayoutId id="2147483745" r:id="rId72"/>
    <p:sldLayoutId id="2147483746" r:id="rId73"/>
    <p:sldLayoutId id="2147483747" r:id="rId74"/>
    <p:sldLayoutId id="2147483748" r:id="rId75"/>
    <p:sldLayoutId id="2147483711" r:id="rId76"/>
  </p:sldLayoutIdLst>
  <p:transition>
    <p:fade/>
  </p:transition>
  <p:hf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975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57188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8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8163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5963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6938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orient="horz" pos="192" userDrawn="1">
          <p15:clr>
            <a:srgbClr val="F26B43"/>
          </p15:clr>
        </p15:guide>
        <p15:guide id="5" orient="horz" pos="420" userDrawn="1">
          <p15:clr>
            <a:srgbClr val="F26B43"/>
          </p15:clr>
        </p15:guide>
        <p15:guide id="7" orient="horz" pos="3748" userDrawn="1">
          <p15:clr>
            <a:srgbClr val="F26B43"/>
          </p15:clr>
        </p15:guide>
        <p15:guide id="9" pos="7491" userDrawn="1">
          <p15:clr>
            <a:srgbClr val="F26B43"/>
          </p15:clr>
        </p15:guide>
        <p15:guide id="10" orient="horz" pos="650" userDrawn="1">
          <p15:clr>
            <a:srgbClr val="F26B43"/>
          </p15:clr>
        </p15:guide>
        <p15:guide id="12" pos="192" userDrawn="1">
          <p15:clr>
            <a:srgbClr val="F26B43"/>
          </p15:clr>
        </p15:guide>
        <p15:guide id="13" orient="horz" pos="79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4CE10-79AD-26BA-41DC-8049F38D70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68C1A-150F-D860-04D8-67EBFC0925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FY2026 – 중간감사 클로징</a:t>
            </a:r>
          </a:p>
        </p:txBody>
      </p:sp>
      <p:pic>
        <p:nvPicPr>
          <p:cNvPr id="7" name="그림 개체 틀 6">
            <a:extLst>
              <a:ext uri="{FF2B5EF4-FFF2-40B4-BE49-F238E27FC236}">
                <a16:creationId xmlns:a16="http://schemas.microsoft.com/office/drawing/2014/main" id="{D41D58CD-77CE-7E65-2172-521287701E1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2" b="40436"/>
          <a:stretch>
            <a:fillRect/>
          </a:stretch>
        </p:blipFill>
        <p:spPr>
          <a:xfrm>
            <a:off x="305400" y="304800"/>
            <a:ext cx="11581200" cy="3880800"/>
          </a:xfrm>
          <a:prstGeom prst="rect">
            <a:avLst/>
          </a:prstGeom>
          <a:solidFill>
            <a:srgbClr val="FFFFFF">
              <a:lumMod val="95000"/>
            </a:srgbClr>
          </a:solidFill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097BCA-DBD1-222E-9951-4B522670D8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10월 2</a:t>
            </a:r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8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</a:p>
        </p:txBody>
      </p:sp>
    </p:spTree>
    <p:extLst>
      <p:ext uri="{BB962C8B-B14F-4D97-AF65-F5344CB8AC3E}">
        <p14:creationId xmlns:p14="http://schemas.microsoft.com/office/powerpoint/2010/main" val="3355258635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C76F8E-415A-FAB6-D611-26F88E3E4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306000"/>
            <a:ext cx="56484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목차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ECEA13A-71B7-C5DE-BF90-4B7FA22F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0037" y="6417000"/>
            <a:ext cx="900000" cy="270000"/>
          </a:xfrm>
        </p:spPr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2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7" name="Espace réservé pour une image  8">
            <a:extLst>
              <a:ext uri="{FF2B5EF4-FFF2-40B4-BE49-F238E27FC236}">
                <a16:creationId xmlns:a16="http://schemas.microsoft.com/office/drawing/2014/main" id="{356BE567-A5C8-9F66-5D36-0C0B86B71D0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53" r="21853"/>
          <a:stretch/>
        </p:blipFill>
        <p:spPr>
          <a:xfrm>
            <a:off x="6237601" y="305999"/>
            <a:ext cx="5648400" cy="5643951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6A64C6-FD9B-6620-ACC1-98F12B3352A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388" y="1268413"/>
            <a:ext cx="5648325" cy="4681537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 일정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WTT 및 TOC 진행결과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및 기말감사 준비사항</a:t>
            </a:r>
          </a:p>
        </p:txBody>
      </p:sp>
    </p:spTree>
    <p:extLst>
      <p:ext uri="{BB962C8B-B14F-4D97-AF65-F5344CB8AC3E}">
        <p14:creationId xmlns:p14="http://schemas.microsoft.com/office/powerpoint/2010/main" val="2031370532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 일정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01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4">
            <a:extLst>
              <a:ext uri="{FF2B5EF4-FFF2-40B4-BE49-F238E27FC236}">
                <a16:creationId xmlns:a16="http://schemas.microsoft.com/office/drawing/2014/main" id="{30FF76B2-23BB-F23D-5A03-1AB5147D2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578F4448-CE93-81F2-77BC-2E76CBA5C5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 일정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76C6D597-8D20-5D51-9532-4BD1D7F7C5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중간감사</a:t>
            </a:r>
          </a:p>
        </p:txBody>
      </p:sp>
      <p:sp>
        <p:nvSpPr>
          <p:cNvPr id="18" name="내용 개체 틀 17">
            <a:extLst>
              <a:ext uri="{FF2B5EF4-FFF2-40B4-BE49-F238E27FC236}">
                <a16:creationId xmlns:a16="http://schemas.microsoft.com/office/drawing/2014/main" id="{F9497090-6619-6BCF-D6F5-AAC98A6DDE24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SAK 본사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및 원격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10월 19일~23일 (5일)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업무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프로세스 및 내부통제 이해 (Walkthrough test)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통제의 운영효과성 테스트 (TOC)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9월 중간재무제표 분석적 검토 및 statutory(K-GAAP) 조정 검토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유의적 거래 분석 (Taxotere 사업양도, 구조조정 등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위험평가 및 기말 감사절차 계획</a:t>
            </a:r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8788F2E1-0703-8FE7-AD3B-7777CB634C6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재고실사</a:t>
            </a:r>
          </a:p>
        </p:txBody>
      </p:sp>
      <p:sp>
        <p:nvSpPr>
          <p:cNvPr id="20" name="내용 개체 틀 19">
            <a:extLst>
              <a:ext uri="{FF2B5EF4-FFF2-40B4-BE49-F238E27FC236}">
                <a16:creationId xmlns:a16="http://schemas.microsoft.com/office/drawing/2014/main" id="{40F7342D-7B38-E4F7-FB0E-601171281FC2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군포 물류센터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12월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29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업무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회사 기말 재고실사 입회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표본 품목 독립적 재실사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반품·유효기간 경과·양도 품목 재고 확인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6FF46CB-4837-4BAE-A586-05760A65B7E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기말감사</a:t>
            </a:r>
          </a:p>
        </p:txBody>
      </p:sp>
      <p:sp>
        <p:nvSpPr>
          <p:cNvPr id="22" name="내용 개체 틀 21">
            <a:extLst>
              <a:ext uri="{FF2B5EF4-FFF2-40B4-BE49-F238E27FC236}">
                <a16:creationId xmlns:a16="http://schemas.microsoft.com/office/drawing/2014/main" id="{92381973-E2E0-8BF5-80DC-B909AA1C9B62}"/>
              </a:ext>
            </a:extLst>
          </p:cNvPr>
          <p:cNvSpPr>
            <a:spLocks noGrp="1"/>
          </p:cNvSpPr>
          <p:nvPr>
            <p:ph sz="quarter" idx="22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SAK 본사 및 원격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2027년 2월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10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~16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</a:t>
            </a: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업무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중간감사 발견사항 및 미결사항 Follow-up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계정과목별 실증절차 수행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금융기관 조회 및 변호사 조회</a:t>
            </a:r>
          </a:p>
          <a:p>
            <a:pPr lvl="1"/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채권·채무 조회 및 후속절차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CE08BE2-C19B-446C-6396-B9980B9285C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ko-KR" altLang="en-US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5215810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WTT 및 TOC 진행결과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02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107E5-9A92-C926-60AB-C08F17D9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77376-9F2C-7B83-B3A4-46E2A58E3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E68D4-DD01-DF6C-0EAA-B9859C5F3E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WTT 및 TOC 진행결과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D207A9C-6D3C-3B5C-37B9-66BA4C43FD8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6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4A40072-9CD5-749A-912B-BED81473E8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프로세스별 요약</a:t>
            </a:r>
          </a:p>
        </p:txBody>
      </p:sp>
      <p:graphicFrame>
        <p:nvGraphicFramePr>
          <p:cNvPr id="90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0129069"/>
              </p:ext>
            </p:extLst>
          </p:nvPr>
        </p:nvGraphicFramePr>
        <p:xfrm>
          <a:off x="301752" y="2011680"/>
          <a:ext cx="11585448" cy="4038120"/>
        </p:xfrm>
        <a:graphic>
          <a:graphicData uri="http://schemas.openxmlformats.org/drawingml/2006/table">
            <a:tbl>
              <a:tblPr firstRow="1" bandRow="1"/>
              <a:tblGrid>
                <a:gridCol w="182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7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35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35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059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프로세스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주요 통제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WTT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TOC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결과 / 관련 발견사항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매출채권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월별 매출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Recon(SD–FI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대사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(*12</a:t>
                      </a:r>
                      <a:r>
                        <a:rPr lang="ko-KR" altLang="en-US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월분 후속검토 필요</a:t>
                      </a: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12</a:t>
                      </a:r>
                      <a:r>
                        <a:rPr lang="ko-KR" altLang="en-US" sz="11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월분은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기말감사 시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Test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예정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매출채권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인보이스 생성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주문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출고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인보이스 대사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완료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Pending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11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월말까지 증빙 제공받아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Test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예정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</a:t>
                      </a: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매출채권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64B4B"/>
                        </a:solidFill>
                        <a:effectLst/>
                        <a:uLnTx/>
                        <a:uFillTx/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대손충당금 설정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(Credit report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검토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kumimoji="0" lang="ko-KR" alt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완료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/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매출채권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반품 승인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64B4B"/>
                          </a:solidFill>
                          <a:effectLst/>
                          <a:uLnTx/>
                          <a:uFillTx/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완료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매입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매입 재고 입고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 증빙 대사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Pending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월말까지 증빙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입고확인서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제공받아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Test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예정 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재고자산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월별 재고수량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Recon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(SAP-WMS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대사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자금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자금 지출 승인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Effective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급여 지급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급여대장 작성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~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급여 지급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완료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N/A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38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고정자산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고정자산 취득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구매요청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~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자산등록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Pending</a:t>
                      </a:r>
                      <a:endParaRPr lang="ko-KR" altLang="en-US" sz="1100" dirty="0">
                        <a:solidFill>
                          <a:srgbClr val="FF000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N/A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WTT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증빙 일부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미수령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5755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98672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설정분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이월 잔액 3,545백만원 중 근거가 확인되는 금액은 9/30 퇴사자분 645백만원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(10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 지급 완료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뿐이며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나머지 2,901백만원은 후속 사용 계획이 없는 경우 환입이 필요함.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신규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설정분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총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970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에 대해서는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9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월말 이후 퇴직예정자 2인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총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808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의 사직서를 확인하였으며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퇴직 합의 완료되어 충당부채 인식요건(일반기업회계기준 제14장)을 충족함.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다만 당기 신규 설정은 총 4건(970백만원)으로 퇴직예정자 2인 산정액(808백만원)과 162백만원 차이가 있으며, </a:t>
            </a:r>
            <a:r>
              <a:rPr lang="ko-KR" altLang="en-US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구조조정 충당부채의 인식 기준</a:t>
            </a:r>
            <a:r>
              <a:rPr lang="en-US" altLang="ko-KR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공식적이며 구체적인 계획 수립 및 공표</a:t>
            </a:r>
            <a:r>
              <a:rPr lang="en-US" altLang="ko-KR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을 충족하는 부분에 대해서만 인식 가능함</a:t>
            </a:r>
            <a:r>
              <a:rPr lang="en-US" altLang="ko-KR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highlight>
                <a:srgbClr val="FFFF00"/>
              </a:highlight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8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구조조정 (희망퇴직 프로그램, VRP)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1752" y="2587752"/>
            <a:ext cx="5650992" cy="3314448"/>
          </a:xfrm>
        </p:spPr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전기말 구조조정 충당부채 잔액은 170억원(이 중 90억원은 2025.12.31 퇴사자 19명분)이며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구조조정은 2026년에도 계속될 예정이었음(계획 총 29명).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 구조조정 충당부채의 변동내역은 다음과 같음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90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816847"/>
              </p:ext>
            </p:extLst>
          </p:nvPr>
        </p:nvGraphicFramePr>
        <p:xfrm>
          <a:off x="658888" y="3384810"/>
          <a:ext cx="5289548" cy="2602992"/>
        </p:xfrm>
        <a:graphic>
          <a:graphicData uri="http://schemas.openxmlformats.org/drawingml/2006/table">
            <a:tbl>
              <a:tblPr firstRow="1" bandRow="1"/>
              <a:tblGrid>
                <a:gridCol w="1833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18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당기 변동내역 (백만원)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기초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설정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환입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사용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9월말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전기 설정분 ('25 Drive 2 등)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16,996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(2,352)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(11,099)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3,545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Key market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390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390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B1B3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</a:t>
                      </a:r>
                      <a:r>
                        <a:rPr lang="ko-KR" altLang="en-US" sz="11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Procurement</a:t>
                      </a: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ko-KR" altLang="en-US" sz="1100" dirty="0" err="1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transformation</a:t>
                      </a:r>
                      <a:endParaRPr lang="ko-KR" altLang="en-US" sz="1100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294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294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DD&amp;O footprint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249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249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'26 Argos 추가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1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합계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16,996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970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(2,352)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(11,099)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00" b="1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4,515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임차기간 연장은 다시 회계추정의 변경에 해당함(일반기업회계기준 제5장). 복구자산과 임차시설물의 잔여 장부금액은 2027년 5월(사용기간)까지 전진적으로 상각해야 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복구충당부채는 기말 결산 시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재측정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필요함. 기존 추정(3,780.6㎡ × 242,000원 = 915백만원, 할인율 2%, 복구시점 2026.12)을 최신 공사 견적과 복구시점(2027.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5)으로 갱신 필요함. 복구시점 연기에 따른 할인금액 변동 효과는 약 9백만원으로 미미할 것으로 예상됨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보증금은 1년 이내 반환 예정이므로 유동자산으로 재분류해야 함(1,181백만원).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9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반포 사무실 임차 – 내용연수, 복구충당부채, 보증금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전기에 반포 사무실 시설물의 내용연수를 잔여 임차기간(2026년 11월까지)으로 단축하여 감가상각비 340백만원이 추가 인식됨.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6.15 회사가 임차기간 연장권을 행사하였고, 임대인이 2026.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6.28 회신하여 2027.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5.31까지 임차기간 연장을 승인함(보증금·임대료 동일).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임대인은 2027.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1자로 신규 임차인과 계약하였으므로, 회사는 2027.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5.31까지 원상복구 공사를 마치고 반환해야 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9월말 잔액 현황: 복구충당부채 912백만원, 복구자산 취득원가 844백만원, 감가상각누계액 815백만원(감가상각대장 상 2026년 11월까지 상각 예정), 임차보증금 1,181</a:t>
            </a:r>
            <a:r>
              <a:rPr lang="ko-KR" altLang="en-US" sz="1300">
                <a:latin typeface="Noto Sans KR" panose="020B0200000000000000" pitchFamily="50" charset="-127"/>
                <a:ea typeface="Noto Sans KR" panose="020B0200000000000000" pitchFamily="50" charset="-127"/>
              </a:rPr>
              <a:t>백만원(비유동자산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분류).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배경: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10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관세조사 (FY2020~2025)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심사 대상기간 2020.12.1~2025.11.30, 실시기간 2025.12.1~2026.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7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인천세관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으로 관세조사가 완료되었으며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전기말에는 조사 진행 중이어서 우발부채로 주석 공시하였음.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7.23 관세조사 결과 통지서 상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조사기간 중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보정·수정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19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백만원(관세 13, 부가세 14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가산세 39백만원)으로 종결되었음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법규 위반 사항은 없음.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쟁점별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추납액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구분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Rezurock 로열티 과세가격 가산누락(부가세 109, 가산세 22), 임상의약품 R&amp;D 단가 오류(관세 12, 부가세 24, 가산세 14), Commercial TP(부가세 7, 가산세 3).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4월 수정신고와 납부를 완료함.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360C5747-CF92-616A-A101-37B11D9CECC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감사인 검토의견:</a:t>
            </a: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AB8AD063-1277-368B-D922-FDC36709273B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결과가 확정되고 납부가 완료되었으므로 9월말 관련 부채 잔액은 없음.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관세와 가산세 5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백만원이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PL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상 법인세비용(Other tax based on income)으로 인식되었으며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법인세 성격이 아니므로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세금과공과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등 판매관리비로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재분류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필요함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부가세 141백만원은 매입세액 공제 대상이므로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BS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상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부가세대급금으로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처리되었고 실제로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분기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부가세 신고 시 공제되어 특이사항 없음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04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12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T</a:t>
            </a:r>
            <a:r>
              <a:rPr lang="en-US" altLang="ko-KR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axotere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사업양도에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따른 재고 이전 및 정산</a:t>
            </a:r>
          </a:p>
        </p:txBody>
      </p:sp>
      <p:graphicFrame>
        <p:nvGraphicFramePr>
          <p:cNvPr id="23" name="Table 90">
            <a:extLst>
              <a:ext uri="{FF2B5EF4-FFF2-40B4-BE49-F238E27FC236}">
                <a16:creationId xmlns:a16="http://schemas.microsoft.com/office/drawing/2014/main" id="{127FBFCC-F30B-562D-460A-C06D2413FA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5741141"/>
              </p:ext>
            </p:extLst>
          </p:nvPr>
        </p:nvGraphicFramePr>
        <p:xfrm>
          <a:off x="301752" y="1965960"/>
          <a:ext cx="11585445" cy="4178832"/>
        </p:xfrm>
        <a:graphic>
          <a:graphicData uri="http://schemas.openxmlformats.org/drawingml/2006/table">
            <a:tbl>
              <a:tblPr firstRow="1" bandRow="1"/>
              <a:tblGrid>
                <a:gridCol w="2568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1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46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40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409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71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#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거래 (근거·시점)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금액 (백만원)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회사 처리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감사인 판단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후속 조치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 재고 매각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APA, 2026.5.29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처분손실 1,372백만원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장부가 3,247 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- 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처분대가 1,875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0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영업외비용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‘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투자자산처분손실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’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사업양도 자산의 처분이므로 </a:t>
                      </a:r>
                      <a:r>
                        <a:rPr lang="ko-KR" altLang="en-US" sz="11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영업외손익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분류 적정. 처분 대상은 투자자산이 아닌 재고자산이므로 계정과목을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‘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재고자산처분손실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’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등으로 변경 필요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계정과목 재분류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(손익 영향 없음)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2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 재고 재매입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TDA 잠정가, 2026.5.29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재매입가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3,718백만원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상품 매입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재고자산은 표준원가 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+ 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원가차이조정으로 인식됨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6~8월 전량 판매되었으므로 BS의 원가차이 잔액은 매출원가로 비용 처리 필요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BS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상 원가차이 잔액의 매출원가 인식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보령 재매입분 외부판매</a:t>
                      </a:r>
                      <a:endParaRPr lang="ko-KR" altLang="en-US" sz="1100" b="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6~8월 판매 완료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순매출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3,642백만원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*TDA 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상 정산 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credit 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약 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368~395 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예상</a:t>
                      </a:r>
                      <a:endParaRPr lang="en-US" altLang="ko-KR" sz="10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0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재매입가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− </a:t>
                      </a:r>
                      <a:r>
                        <a:rPr lang="ko-KR" altLang="en-US" sz="10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순매출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92%, 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SWI–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보령 간 정산대상으로 이해됨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000" dirty="0">
                        <a:solidFill>
                          <a:srgbClr val="464B4B"/>
                        </a:solidFill>
                        <a:highlight>
                          <a:srgbClr val="FFFF00"/>
                        </a:highlight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 총액 인식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매출: SAK 명의 판매, 신용위험 부담 → 매출 총액 인식 수용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정산: 그룹 지침과 본사 확인에 따라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재고분의 매출 정산도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SWI–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보령 간 진행되는 것으로 판단됨 →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SAK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FS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에 반영할 정산금액 없음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-</a:t>
                      </a:r>
                      <a:endParaRPr lang="ko-KR" altLang="en-US" sz="1100" dirty="0">
                        <a:solidFill>
                          <a:srgbClr val="464B4B"/>
                        </a:solidFill>
                        <a:highlight>
                          <a:srgbClr val="FFFF00"/>
                        </a:highlight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싱가포르 매입분 외부판매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</a:t>
                      </a:r>
                      <a:r>
                        <a:rPr lang="ko-KR" altLang="en-US" sz="1000" b="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</a:t>
                      </a: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이후, Sanofi-Aventis Singapore에서 TP로 매입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7~9월 매입 19,540백만원</a:t>
                      </a:r>
                      <a:endParaRPr lang="en-US" altLang="ko-KR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외부판매 약 5,800백만원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 총액 인식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SAK가 TP로 매입하여 가격·재고 위험 부담 → 매출 총액 인식 적정.</a:t>
                      </a:r>
                      <a:endParaRPr lang="en-US" altLang="ko-KR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본사 확인 결과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TDA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대상 기간 중 </a:t>
                      </a:r>
                      <a:r>
                        <a:rPr lang="ko-KR" altLang="en-US" sz="1100" dirty="0" err="1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SAK는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기존과 동일하게 </a:t>
                      </a:r>
                      <a:r>
                        <a:rPr lang="ko-KR" altLang="en-US" sz="1100" dirty="0" err="1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SAS에서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매입하여 판매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-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5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b="1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잔여재고 보령 이전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*91,992</a:t>
                      </a: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개</a:t>
                      </a:r>
                      <a:r>
                        <a:rPr lang="en-US" altLang="ko-KR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(2026.10.19, </a:t>
                      </a:r>
                      <a:r>
                        <a:rPr lang="ko-KR" altLang="en-US" sz="1000" b="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MA 이전 완료)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이전가액 약 15,270~17,350백만원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재고원가 약 12,960~14,740백만원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(이익 약 2,310~2,600</a:t>
                      </a:r>
                      <a:r>
                        <a:rPr lang="ko-KR" altLang="en-US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백만원</a:t>
                      </a:r>
                      <a:r>
                        <a:rPr lang="en-US" altLang="ko-KR" sz="10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예상)</a:t>
                      </a:r>
                      <a:endParaRPr lang="ko-KR" altLang="en-US" sz="1100" dirty="0">
                        <a:solidFill>
                          <a:srgbClr val="46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4분기 처리 예정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Closing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이후 매입한 상품을 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TDA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상 정해진 가격으로 보령에 판매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현지 법인 간 인보이스 거래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FCA). 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근거 계약이 사업양도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(APA)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가 아니라 유통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공급계약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(TDA)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이고 대상이 재판매 목적 상품이므로 매출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매출원가 인식이 적정함</a:t>
                      </a:r>
                      <a:r>
                        <a:rPr lang="en-US" altLang="ko-KR" sz="1100" dirty="0">
                          <a:solidFill>
                            <a:srgbClr val="464B4B"/>
                          </a:solidFill>
                          <a:highlight>
                            <a:srgbClr val="FFFF00"/>
                          </a:highlight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  <a:endParaRPr lang="ko-KR" altLang="en-US" sz="1100" dirty="0">
                        <a:solidFill>
                          <a:srgbClr val="464B4B"/>
                        </a:solidFill>
                        <a:highlight>
                          <a:srgbClr val="FFFF00"/>
                        </a:highlight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00" dirty="0" err="1">
                          <a:solidFill>
                            <a:srgbClr val="46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인보이스·인도 증빙·환율, 그룹 재청구 여부 확인</a:t>
                      </a:r>
                    </a:p>
                  </a:txBody>
                  <a:tcPr marL="45720" marR="45720" marT="22860" marB="2286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Caprelsa: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Rodogyl: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en-US" altLang="ko-KR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Rodogyl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은 국내 판매를 중단하고 2026년 8월 품목허가를 자진 취하함. 2026년 매출은 없고 반품 16,166개(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순매출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−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37.2백만원)만 있음.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9월말 재고 7,214개(1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백만원)는 모두 반품재고로 판매할 수 없으므로 전액 </a:t>
            </a:r>
            <a:r>
              <a:rPr lang="ko-KR" altLang="en-US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평가손실 또는 폐기 대상이며</a:t>
            </a:r>
            <a:r>
              <a:rPr lang="en-US" altLang="ko-KR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회사는 </a:t>
            </a:r>
            <a:r>
              <a:rPr lang="en-US" altLang="ko-KR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100% </a:t>
            </a:r>
            <a:r>
              <a:rPr lang="ko-KR" altLang="en-US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평가충당금을 인식하고 있음</a:t>
            </a:r>
            <a:r>
              <a:rPr lang="en-US" altLang="ko-KR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highlight>
                <a:srgbClr val="FFFF00"/>
              </a:highlight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향후 시장 반품은 50백만원에 미달할 것으로 추정됨: 1~9월 반품 추세(월평균 약 1,800개 × 개당 매출차감 약 2,300원 = 월 약 4백만원)가 6~12개월 더 이어진다고 가정함. 이는 중요한 금액에 해당하지는 않으며, 기말 반품충당부채 반영 여부를 확인 예정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13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기타 글로벌 양도 품목 – </a:t>
            </a: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Caprelsa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Rodogyl</a:t>
            </a:r>
            <a:endParaRPr lang="ko-KR" altLang="en-US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en-US" altLang="ko-KR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Caprelsa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는 글로벌에서 Esteve에 양도되었고, 국내 판권은 KIMS Pharma에 부여될 예정임. 국내 허가 이전은 2027년 4월 예정이며, 회사는 아직 본사 가이드를 받지 못함.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회사는 여전히 그룹 이전가격으로 매입해 자기 계산으로 판매함: 1~9월 순매출 1,488백만원, 매출원가 986백만원, 9월말 재고 782백만원.</a:t>
            </a:r>
          </a:p>
          <a:p>
            <a:pPr lvl="1"/>
            <a:r>
              <a:rPr lang="ko-KR" altLang="en-US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Taxotere 본사 확인 결과(과도기 정산은 그룹(SWI)과 매수인 간 진행, SAK는 기존 관계사 매입 유지)를 고려하면 Caprelsa도 같은 구조일 가능성이 높아 과도기 판매분에 대한 SAK의 정산 부담은 없을 것으로 예상됨.</a:t>
            </a:r>
          </a:p>
          <a:p>
            <a:pPr lvl="1"/>
            <a:r>
              <a:rPr lang="ko-KR" altLang="en-US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다만 국내 허가 이전 시(2027년 4월 예정) 잔여재고를 매수인에게 이전하는 거래는 SAK 손익에 영향을 미치므로(Taxotere 10월 이전과 유사) 이전 조건 확인 필요함.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요청: APA, Closing 기준일, TDA, 본사 회계 가이드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신규 사무실 임차 (역삼 센터필드):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주식기준보상 (</a:t>
            </a:r>
            <a:r>
              <a:rPr lang="ko-KR" altLang="en-US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Action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share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):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지배기업(Sanofi)이 SAK 등 그룹사 임직원의 본사 주식 구매 시, 참고가격(직전 20거래일 평균 시초가) 대비 20% 할인과 무상주를 제공하고 있으며, 관련 보상원가는 SAK에 재청구하지 않음.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일반기업회계기준 19.3, 19.A60(사례 14): 종속기업은 보상원가 전액을 비용으로 인식하고 같은 금액을 지배기업의 자본 출자(자본잉여금)로 처리함. 후속 근무조건이 없어 청약일에 전액 인식함.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그룹은 연결재무제표에서 청약일에 IFRS 2에 따른 주식보상비용을 인식하고 있으나, SAK 장부에는 배분되지 않아 관련 회계처리가 없음.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그룹 공시 단가 기준 </a:t>
            </a:r>
            <a:r>
              <a:rPr lang="en-US" altLang="ko-KR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SAK</a:t>
            </a:r>
            <a:r>
              <a:rPr lang="ko-KR" altLang="en-US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가 인식할 보상원가는 373백만원(2024), 303백만원(2025), 185백만원(2026)으로 추정되며</a:t>
            </a:r>
            <a:r>
              <a:rPr lang="en-US" altLang="ko-KR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 자본 총계에 미치는 영향은 없음.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그룹의 회계처리 정책 및 </a:t>
            </a:r>
            <a:r>
              <a:rPr lang="en-US" altLang="ko-KR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SAK</a:t>
            </a:r>
            <a:r>
              <a:rPr lang="ko-KR" altLang="en-US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 귀속분의 보상원가 인식 내역을 확인하여 전체 누적 금액효과를 검토 예정임</a:t>
            </a:r>
            <a:r>
              <a:rPr lang="en-US" altLang="ko-KR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highlight>
                <a:srgbClr val="FFFF00"/>
              </a:highlight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14</a:t>
            </a:fld>
            <a:endParaRPr lang="en-GB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신규 사무실 임차 및 주식기준보상(</a:t>
            </a: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Action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share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회사는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2027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년 상반기에 본사 사무실을 이전할 예정이며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신규 사무실에 대한 임차계약을 체결하였음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5.29 계약 체결: 역삼 센터필드 WEST 12층. 임차기간 2026.12.16~2033.12.15(84개월, 최소 의무사용기간). 월 임대료 240백만원, 고정관리비 61백만원이며 매년 3%와 소비자물가상승률 중 높은 쪽으로 인상됨.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보증금 2,402백만원: 30%(721백만원)는 6월 지급 완료, 잔금 1,681백만원은 2026.12.15 지급 예정.</a:t>
            </a:r>
          </a:p>
          <a:p>
            <a:pPr lvl="1"/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약정사항 주석 공시: 운용리스의 미래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최소리스료를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기간별로 공시 필요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일반기업회계기준 제13장). 연 3% 최저 인상률 가정 적용 및 부가세 제외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lvl="1"/>
            <a:r>
              <a:rPr lang="ko-KR" altLang="en-US" sz="1300" dirty="0">
                <a:highlight>
                  <a:srgbClr val="FFFF00"/>
                </a:highlight>
                <a:latin typeface="Noto Sans KR" panose="020B0200000000000000" pitchFamily="50" charset="-127"/>
                <a:ea typeface="Noto Sans KR" panose="020B0200000000000000" pitchFamily="50" charset="-127"/>
              </a:rPr>
              <a:t>입주공사 관련 시설자산을 설치 완료하는 시점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(2027년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 이후 예상)에 복구충당부채를 새로 인식해야 함. 렌트프리 조항이 없으므로 공사기간 임대료는 비용 처리 필요함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및 기말감사 준비사항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05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및 기말감사 준비사항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미결사항 (회사 요청 자료):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기말감사 준비사항: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 재고실사 – 12월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29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 (실사 이후 물류 이동시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roll-forward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절차 수행)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금융기관 조회 및 변호사 조회 – 1월 초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채권·채무 조회 – 1월 초 (표본 추출용 상세 명세 준비)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재무제표 및 주석 – 기말감사 현장 투입 전(2027년 2월)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z="1300" smtClean="0">
                <a:latin typeface="Noto Sans KR" panose="020B0200000000000000" pitchFamily="50" charset="-127"/>
                <a:ea typeface="Noto Sans KR" panose="020B0200000000000000" pitchFamily="50" charset="-127"/>
              </a:rPr>
              <a:pPr/>
              <a:t>16</a:t>
            </a:fld>
            <a:endParaRPr lang="en-GB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2026년 10월 2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8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일 현재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Taxotere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 보령 재고 이전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인보이스·인도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증빙 – 기말감사 시 제공 요청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Caprelsa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APA,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Closing일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TDA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본사 가이드 등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–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그룹에서 입수되면 제공 요청</a:t>
            </a:r>
          </a:p>
          <a:p>
            <a:pPr lvl="1">
              <a:lnSpc>
                <a:spcPct val="100000"/>
              </a:lnSpc>
            </a:pP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Action share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관련 그룹 회계처리 현황 및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SAK </a:t>
            </a:r>
            <a:r>
              <a:rPr lang="ko-KR" altLang="en-US" sz="13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귀속분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계산내역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–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기말감사 시 제공 요청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반포 사무실 원상복구 공사 견적(최신)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–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기말감사 시 제공 요청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매출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TOC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및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TOD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샘플 증빙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- 11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월말까지 제공 요청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매입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TOC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증빙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- 10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월말까지 제공 요청</a:t>
            </a:r>
            <a:endParaRPr lang="en-US" altLang="ko-KR"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고정자산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(FA) 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취득 프로세스 </a:t>
            </a:r>
            <a:r>
              <a:rPr lang="en-US" altLang="ko-KR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WTT</a:t>
            </a:r>
            <a:r>
              <a:rPr lang="ko-KR" altLang="en-US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증빙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테마">
  <a:themeElements>
    <a:clrScheme name="Forvis_Mazars">
      <a:dk1>
        <a:srgbClr val="464B4B"/>
      </a:dk1>
      <a:lt1>
        <a:srgbClr val="FFFFFF"/>
      </a:lt1>
      <a:dk2>
        <a:srgbClr val="0072CE"/>
      </a:dk2>
      <a:lt2>
        <a:srgbClr val="F4F4F4"/>
      </a:lt2>
      <a:accent1>
        <a:srgbClr val="0072CE"/>
      </a:accent1>
      <a:accent2>
        <a:srgbClr val="4AA7B7"/>
      </a:accent2>
      <a:accent3>
        <a:srgbClr val="171C8F"/>
      </a:accent3>
      <a:accent4>
        <a:srgbClr val="27B093"/>
      </a:accent4>
      <a:accent5>
        <a:srgbClr val="B1B3B3"/>
      </a:accent5>
      <a:accent6>
        <a:srgbClr val="5D93CD"/>
      </a:accent6>
      <a:hlink>
        <a:srgbClr val="5D93CD"/>
      </a:hlink>
      <a:folHlink>
        <a:srgbClr val="84ADD8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orvis Mazars_PPT Template_UK English.potx" id="{6D392853-B240-4CF1-B1E1-5559495C50FB}" vid="{2DE677F1-7F75-4A9D-B31D-2D526B3DAE9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0D6FC144151734F9C09BAEAD681CF33" ma:contentTypeVersion="14" ma:contentTypeDescription="Crée un document." ma:contentTypeScope="" ma:versionID="b9348d5c7bbb5715e1290f92a42e35d3">
  <xsd:schema xmlns:xsd="http://www.w3.org/2001/XMLSchema" xmlns:xs="http://www.w3.org/2001/XMLSchema" xmlns:p="http://schemas.microsoft.com/office/2006/metadata/properties" xmlns:ns2="6d13eecd-2e28-48af-b09a-eabd145800b6" xmlns:ns3="7704eb4b-7b49-41f0-8d03-7eb2706c8b88" targetNamespace="http://schemas.microsoft.com/office/2006/metadata/properties" ma:root="true" ma:fieldsID="ff07f6dce96a60f65dbd9b9356491132" ns2:_="" ns3:_="">
    <xsd:import namespace="6d13eecd-2e28-48af-b09a-eabd145800b6"/>
    <xsd:import namespace="7704eb4b-7b49-41f0-8d03-7eb2706c8b8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13eecd-2e28-48af-b09a-eabd145800b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4ae0aa21-f092-4d7c-8480-48d435008a8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04eb4b-7b49-41f0-8d03-7eb2706c8b8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96d6f2df-ddfc-49eb-966c-b6e2e2089bda}" ma:internalName="TaxCatchAll" ma:showField="CatchAllData" ma:web="7704eb4b-7b49-41f0-8d03-7eb2706c8b8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d13eecd-2e28-48af-b09a-eabd145800b6">
      <Terms xmlns="http://schemas.microsoft.com/office/infopath/2007/PartnerControls"/>
    </lcf76f155ced4ddcb4097134ff3c332f>
    <TaxCatchAll xmlns="7704eb4b-7b49-41f0-8d03-7eb2706c8b8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EFA218E-6FCD-4D4D-BFE1-A86DC6AF18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d13eecd-2e28-48af-b09a-eabd145800b6"/>
    <ds:schemaRef ds:uri="7704eb4b-7b49-41f0-8d03-7eb2706c8b8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E82A6A5-3555-4A44-A5D6-9A2B831D9C99}">
  <ds:schemaRefs>
    <ds:schemaRef ds:uri="http://schemas.microsoft.com/office/2006/metadata/properties"/>
    <ds:schemaRef ds:uri="http://purl.org/dc/dcmitype/"/>
    <ds:schemaRef ds:uri="http://schemas.microsoft.com/office/2006/documentManagement/types"/>
    <ds:schemaRef ds:uri="7704eb4b-7b49-41f0-8d03-7eb2706c8b88"/>
    <ds:schemaRef ds:uri="http://purl.org/dc/elements/1.1/"/>
    <ds:schemaRef ds:uri="http://schemas.microsoft.com/office/infopath/2007/PartnerControls"/>
    <ds:schemaRef ds:uri="http://www.w3.org/XML/1998/namespace"/>
    <ds:schemaRef ds:uri="6d13eecd-2e28-48af-b09a-eabd145800b6"/>
    <ds:schemaRef ds:uri="http://schemas.openxmlformats.org/package/2006/metadata/core-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9C01069B-F8A4-4E57-8EF1-B6D8C1D287C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b9e9ed43-edf4-4755-925b-76f18f50dbe7}" enabled="0" method="" siteId="{b9e9ed43-edf4-4755-925b-76f18f50dbe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Forvis Mazars_PPT Template_UK English</Template>
  <TotalTime>2011</TotalTime>
  <Words>2075</Words>
  <Application>Microsoft Office PowerPoint</Application>
  <PresentationFormat>와이드스크린</PresentationFormat>
  <Paragraphs>278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Noto Sans KR</vt:lpstr>
      <vt:lpstr>Aptos</vt:lpstr>
      <vt:lpstr>Arial</vt:lpstr>
      <vt:lpstr>Calibri</vt:lpstr>
      <vt:lpstr>Office 테마</vt:lpstr>
      <vt:lpstr>사노피-아벤티스 코리아</vt:lpstr>
      <vt:lpstr>목차</vt:lpstr>
      <vt:lpstr>감사 일정</vt:lpstr>
      <vt:lpstr>사노피-아벤티스 코리아</vt:lpstr>
      <vt:lpstr>프로세스별 WTT 및 TOC 진행결과</vt:lpstr>
      <vt:lpstr>사노피-아벤티스 코리아</vt:lpstr>
      <vt:lpstr>전기 기말감사 발견사항 Follow-up</vt:lpstr>
      <vt:lpstr>사노피-아벤티스 코리아</vt:lpstr>
      <vt:lpstr>사노피-아벤티스 코리아</vt:lpstr>
      <vt:lpstr>사노피-아벤티스 코리아</vt:lpstr>
      <vt:lpstr>당기 중간감사 발견사항</vt:lpstr>
      <vt:lpstr>사노피-아벤티스 코리아</vt:lpstr>
      <vt:lpstr>사노피-아벤티스 코리아</vt:lpstr>
      <vt:lpstr>사노피-아벤티스 코리아</vt:lpstr>
      <vt:lpstr>미결사항 및 기말감사 준비사항</vt:lpstr>
      <vt:lpstr>사노피-아벤티스 코리아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Se-Hoon Han</dc:creator>
  <cp:lastModifiedBy>Se-Hoon Han</cp:lastModifiedBy>
  <cp:revision>7</cp:revision>
  <dcterms:created xsi:type="dcterms:W3CDTF">2025-10-15T06:15:58Z</dcterms:created>
  <dcterms:modified xsi:type="dcterms:W3CDTF">2026-10-27T12:24:58Z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0x01010070D6FC144151734F9C09BAEAD681CF33</vt:lpwstr>
  </property>
  <property fmtid="{D5CDD505-2E9C-101B-9397-08002B2CF9AE}" pid="3" name="MediaServiceImageTags">
    <vt:lpwstr/>
  </property>
</Properties>
</file>