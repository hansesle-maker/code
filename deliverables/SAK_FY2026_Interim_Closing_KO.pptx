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23"/>
  </p:notesMasterIdLst>
  <p:handoutMasterIdLst>
    <p:handoutMasterId r:id="rId24"/>
  </p:handoutMasterIdLst>
  <p:sldIdLst>
    <p:sldId id="427" r:id="rId5"/>
    <p:sldId id="428" r:id="rId6"/>
    <p:sldId id="429" r:id="rId7"/>
    <p:sldId id="430" r:id="rId8"/>
    <p:sldId id="431" r:id="rId9"/>
    <p:sldId id="432" r:id="rId10"/>
    <p:sldId id="433" r:id="rId11"/>
    <p:sldId id="434" r:id="rId12"/>
    <p:sldId id="436" r:id="rId13"/>
    <p:sldId id="437" r:id="rId14"/>
    <p:sldId id="438" r:id="rId15"/>
    <p:sldId id="439" r:id="rId16"/>
    <p:sldId id="441" r:id="rId17"/>
    <p:sldId id="442" r:id="rId18"/>
    <p:sldId id="444" r:id="rId19"/>
    <p:sldId id="447" r:id="rId20"/>
    <p:sldId id="451" r:id="rId21"/>
    <p:sldId id="45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5282A"/>
    <a:srgbClr val="FFFFFF"/>
    <a:srgbClr val="B1B3B3"/>
    <a:srgbClr val="E1E7E9"/>
    <a:srgbClr val="F4F4F4"/>
    <a:srgbClr val="994878"/>
    <a:srgbClr val="E66C73"/>
    <a:srgbClr val="4AA7B7"/>
    <a:srgbClr val="27B093"/>
    <a:srgbClr val="71132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86410" autoAdjust="0"/>
  </p:normalViewPr>
  <p:slideViewPr>
    <p:cSldViewPr snapToGrid="0" showGuides="1">
      <p:cViewPr varScale="1">
        <p:scale>
          <a:sx n="95" d="100"/>
          <a:sy n="95" d="100"/>
        </p:scale>
        <p:origin x="1194" y="90"/>
      </p:cViewPr>
      <p:guideLst>
        <p:guide pos="3840"/>
        <p:guide orient="horz" pos="2160"/>
      </p:guideLst>
    </p:cSldViewPr>
  </p:slideViewPr>
  <p:outlineViewPr>
    <p:cViewPr>
      <p:scale>
        <a:sx n="33" d="100"/>
        <a:sy n="33" d="100"/>
      </p:scale>
      <p:origin x="0" y="-132500"/>
    </p:cViewPr>
  </p:outlineViewPr>
  <p:notesTextViewPr>
    <p:cViewPr>
      <p:scale>
        <a:sx n="1" d="1"/>
        <a:sy n="1" d="1"/>
      </p:scale>
      <p:origin x="0" y="0"/>
    </p:cViewPr>
  </p:notesTextViewPr>
  <p:sorterViewPr>
    <p:cViewPr varScale="1">
      <p:scale>
        <a:sx n="1" d="1"/>
        <a:sy n="1" d="1"/>
      </p:scale>
      <p:origin x="0" y="-19376"/>
    </p:cViewPr>
  </p:sorterViewPr>
  <p:notesViewPr>
    <p:cSldViewPr snapToGrid="0" showGuides="1">
      <p:cViewPr varScale="1">
        <p:scale>
          <a:sx n="117" d="100"/>
          <a:sy n="117" d="100"/>
        </p:scale>
        <p:origin x="4184" y="8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Hoon Han" userId="70263205-781f-48f0-a54e-469ab1d08896" providerId="ADAL" clId="{99A44C34-6DB4-4D28-A878-85AFF787F6DF}"/>
    <pc:docChg chg="undo custSel delSld modSld">
      <pc:chgData name="Se-Hoon Han" userId="70263205-781f-48f0-a54e-469ab1d08896" providerId="ADAL" clId="{99A44C34-6DB4-4D28-A878-85AFF787F6DF}" dt="2026-10-23T04:11:21.586" v="1341" actId="47"/>
      <pc:docMkLst>
        <pc:docMk/>
      </pc:docMkLst>
      <pc:sldChg chg="modSp mod">
        <pc:chgData name="Se-Hoon Han" userId="70263205-781f-48f0-a54e-469ab1d08896" providerId="ADAL" clId="{99A44C34-6DB4-4D28-A878-85AFF787F6DF}" dt="2026-10-23T03:58:15.134" v="1242" actId="20577"/>
        <pc:sldMkLst>
          <pc:docMk/>
          <pc:sldMk cId="3355258635" sldId="427"/>
        </pc:sldMkLst>
        <pc:spChg chg="mod">
          <ac:chgData name="Se-Hoon Han" userId="70263205-781f-48f0-a54e-469ab1d08896" providerId="ADAL" clId="{99A44C34-6DB4-4D28-A878-85AFF787F6DF}" dt="2026-10-23T03:58:15.134" v="1242" actId="20577"/>
          <ac:spMkLst>
            <pc:docMk/>
            <pc:sldMk cId="3355258635" sldId="427"/>
            <ac:spMk id="4" creationId="{1A097BCA-DBD1-222E-9951-4B522670D864}"/>
          </ac:spMkLst>
        </pc:spChg>
      </pc:sldChg>
      <pc:sldChg chg="modSp mod">
        <pc:chgData name="Se-Hoon Han" userId="70263205-781f-48f0-a54e-469ab1d08896" providerId="ADAL" clId="{99A44C34-6DB4-4D28-A878-85AFF787F6DF}" dt="2026-10-23T03:58:23.894" v="1260" actId="20577"/>
        <pc:sldMkLst>
          <pc:docMk/>
          <pc:sldMk cId="2031370532" sldId="428"/>
        </pc:sldMkLst>
        <pc:spChg chg="mod">
          <ac:chgData name="Se-Hoon Han" userId="70263205-781f-48f0-a54e-469ab1d08896" providerId="ADAL" clId="{99A44C34-6DB4-4D28-A878-85AFF787F6DF}" dt="2026-10-23T03:58:23.894" v="1260" actId="20577"/>
          <ac:spMkLst>
            <pc:docMk/>
            <pc:sldMk cId="2031370532" sldId="428"/>
            <ac:spMk id="5" creationId="{286A64C6-FD9B-6620-ACC1-98F12B3352A4}"/>
          </ac:spMkLst>
        </pc:spChg>
      </pc:sldChg>
      <pc:sldChg chg="modSp mod">
        <pc:chgData name="Se-Hoon Han" userId="70263205-781f-48f0-a54e-469ab1d08896" providerId="ADAL" clId="{99A44C34-6DB4-4D28-A878-85AFF787F6DF}" dt="2026-10-23T02:01:29.735" v="173" actId="20577"/>
        <pc:sldMkLst>
          <pc:docMk/>
          <pc:sldMk cId="3552158108" sldId="430"/>
        </pc:sldMkLst>
        <pc:spChg chg="mod">
          <ac:chgData name="Se-Hoon Han" userId="70263205-781f-48f0-a54e-469ab1d08896" providerId="ADAL" clId="{99A44C34-6DB4-4D28-A878-85AFF787F6DF}" dt="2026-10-23T02:01:05.726" v="138" actId="20577"/>
          <ac:spMkLst>
            <pc:docMk/>
            <pc:sldMk cId="3552158108" sldId="430"/>
            <ac:spMk id="18" creationId="{F9497090-6619-6BCF-D6F5-AAC98A6DDE24}"/>
          </ac:spMkLst>
        </pc:spChg>
        <pc:spChg chg="mod">
          <ac:chgData name="Se-Hoon Han" userId="70263205-781f-48f0-a54e-469ab1d08896" providerId="ADAL" clId="{99A44C34-6DB4-4D28-A878-85AFF787F6DF}" dt="2026-10-23T02:00:23.646" v="60" actId="20577"/>
          <ac:spMkLst>
            <pc:docMk/>
            <pc:sldMk cId="3552158108" sldId="430"/>
            <ac:spMk id="20" creationId="{40F7342D-7B38-E4F7-FB0E-601171281FC2}"/>
          </ac:spMkLst>
        </pc:spChg>
        <pc:spChg chg="mod">
          <ac:chgData name="Se-Hoon Han" userId="70263205-781f-48f0-a54e-469ab1d08896" providerId="ADAL" clId="{99A44C34-6DB4-4D28-A878-85AFF787F6DF}" dt="2026-10-23T02:01:29.735" v="173" actId="20577"/>
          <ac:spMkLst>
            <pc:docMk/>
            <pc:sldMk cId="3552158108" sldId="430"/>
            <ac:spMk id="22" creationId="{92381973-E2E0-8BF5-80DC-B909AA1C9B62}"/>
          </ac:spMkLst>
        </pc:spChg>
      </pc:sldChg>
      <pc:sldChg chg="modSp mod">
        <pc:chgData name="Se-Hoon Han" userId="70263205-781f-48f0-a54e-469ab1d08896" providerId="ADAL" clId="{99A44C34-6DB4-4D28-A878-85AFF787F6DF}" dt="2026-10-23T02:01:54.154" v="174" actId="1076"/>
        <pc:sldMkLst>
          <pc:docMk/>
          <pc:sldMk cId="426986721" sldId="432"/>
        </pc:sldMkLst>
        <pc:spChg chg="mod">
          <ac:chgData name="Se-Hoon Han" userId="70263205-781f-48f0-a54e-469ab1d08896" providerId="ADAL" clId="{99A44C34-6DB4-4D28-A878-85AFF787F6DF}" dt="2026-10-23T02:01:54.154" v="174" actId="1076"/>
          <ac:spMkLst>
            <pc:docMk/>
            <pc:sldMk cId="426986721" sldId="432"/>
            <ac:spMk id="91" creationId="{00000000-0000-0000-0000-000000000000}"/>
          </ac:spMkLst>
        </pc:spChg>
      </pc:sldChg>
      <pc:sldChg chg="modSp mod">
        <pc:chgData name="Se-Hoon Han" userId="70263205-781f-48f0-a54e-469ab1d08896" providerId="ADAL" clId="{99A44C34-6DB4-4D28-A878-85AFF787F6DF}" dt="2026-10-23T03:58:55.602" v="1271" actId="20577"/>
        <pc:sldMkLst>
          <pc:docMk/>
          <pc:sldMk cId="488768465" sldId="434"/>
        </pc:sldMkLst>
        <pc:spChg chg="mod">
          <ac:chgData name="Se-Hoon Han" userId="70263205-781f-48f0-a54e-469ab1d08896" providerId="ADAL" clId="{99A44C34-6DB4-4D28-A878-85AFF787F6DF}" dt="2026-10-23T03:58:55.602" v="1271" actId="20577"/>
          <ac:spMkLst>
            <pc:docMk/>
            <pc:sldMk cId="488768465" sldId="434"/>
            <ac:spMk id="2" creationId="{AE6E3353-3227-9D17-17DE-056494B55360}"/>
          </ac:spMkLst>
        </pc:spChg>
      </pc:sldChg>
      <pc:sldChg chg="delSp modSp del mod">
        <pc:chgData name="Se-Hoon Han" userId="70263205-781f-48f0-a54e-469ab1d08896" providerId="ADAL" clId="{99A44C34-6DB4-4D28-A878-85AFF787F6DF}" dt="2026-10-23T03:57:45.428" v="1240" actId="47"/>
        <pc:sldMkLst>
          <pc:docMk/>
          <pc:sldMk cId="426986721" sldId="435"/>
        </pc:sldMkLst>
        <pc:spChg chg="del">
          <ac:chgData name="Se-Hoon Han" userId="70263205-781f-48f0-a54e-469ab1d08896" providerId="ADAL" clId="{99A44C34-6DB4-4D28-A878-85AFF787F6DF}" dt="2026-10-23T02:06:26.008" v="176" actId="478"/>
          <ac:spMkLst>
            <pc:docMk/>
            <pc:sldMk cId="426986721" sldId="435"/>
            <ac:spMk id="91" creationId="{00000000-0000-0000-0000-000000000000}"/>
          </ac:spMkLst>
        </pc:spChg>
        <pc:graphicFrameChg chg="modGraphic">
          <ac:chgData name="Se-Hoon Han" userId="70263205-781f-48f0-a54e-469ab1d08896" providerId="ADAL" clId="{99A44C34-6DB4-4D28-A878-85AFF787F6DF}" dt="2026-10-23T02:05:34.926" v="175" actId="2165"/>
          <ac:graphicFrameMkLst>
            <pc:docMk/>
            <pc:sldMk cId="426986721" sldId="435"/>
            <ac:graphicFrameMk id="90" creationId="{00000000-0000-0000-0000-000000000000}"/>
          </ac:graphicFrameMkLst>
        </pc:graphicFrameChg>
      </pc:sldChg>
      <pc:sldChg chg="modSp mod">
        <pc:chgData name="Se-Hoon Han" userId="70263205-781f-48f0-a54e-469ab1d08896" providerId="ADAL" clId="{99A44C34-6DB4-4D28-A878-85AFF787F6DF}" dt="2026-10-23T04:03:51.608" v="1340" actId="20577"/>
        <pc:sldMkLst>
          <pc:docMk/>
          <pc:sldMk cId="614940156" sldId="436"/>
        </pc:sldMkLst>
        <pc:spChg chg="mod">
          <ac:chgData name="Se-Hoon Han" userId="70263205-781f-48f0-a54e-469ab1d08896" providerId="ADAL" clId="{99A44C34-6DB4-4D28-A878-85AFF787F6DF}" dt="2026-10-23T03:58:59.695" v="1282" actId="20577"/>
          <ac:spMkLst>
            <pc:docMk/>
            <pc:sldMk cId="614940156" sldId="436"/>
            <ac:spMk id="3" creationId="{7B3E529F-5328-DC5D-FAB1-63A89A50A4F6}"/>
          </ac:spMkLst>
        </pc:spChg>
        <pc:spChg chg="mod">
          <ac:chgData name="Se-Hoon Han" userId="70263205-781f-48f0-a54e-469ab1d08896" providerId="ADAL" clId="{99A44C34-6DB4-4D28-A878-85AFF787F6DF}" dt="2026-10-23T04:03:51.608" v="1340" actId="20577"/>
          <ac:spMkLst>
            <pc:docMk/>
            <pc:sldMk cId="614940156" sldId="436"/>
            <ac:spMk id="7" creationId="{9DA851A3-E7A5-741E-9E9C-6C2730DC0EC1}"/>
          </ac:spMkLst>
        </pc:spChg>
        <pc:spChg chg="mod">
          <ac:chgData name="Se-Hoon Han" userId="70263205-781f-48f0-a54e-469ab1d08896" providerId="ADAL" clId="{99A44C34-6DB4-4D28-A878-85AFF787F6DF}" dt="2026-10-23T02:16:58.137" v="409" actId="20577"/>
          <ac:spMkLst>
            <pc:docMk/>
            <pc:sldMk cId="614940156" sldId="436"/>
            <ac:spMk id="8" creationId="{ABF4674E-9223-31E3-9C4E-FE8C39BF3D03}"/>
          </ac:spMkLst>
        </pc:spChg>
      </pc:sldChg>
      <pc:sldChg chg="modSp mod">
        <pc:chgData name="Se-Hoon Han" userId="70263205-781f-48f0-a54e-469ab1d08896" providerId="ADAL" clId="{99A44C34-6DB4-4D28-A878-85AFF787F6DF}" dt="2026-10-23T03:59:07.774" v="1306" actId="20577"/>
        <pc:sldMkLst>
          <pc:docMk/>
          <pc:sldMk cId="614940156" sldId="437"/>
        </pc:sldMkLst>
        <pc:spChg chg="mod">
          <ac:chgData name="Se-Hoon Han" userId="70263205-781f-48f0-a54e-469ab1d08896" providerId="ADAL" clId="{99A44C34-6DB4-4D28-A878-85AFF787F6DF}" dt="2026-10-23T03:59:07.774" v="1306" actId="20577"/>
          <ac:spMkLst>
            <pc:docMk/>
            <pc:sldMk cId="614940156" sldId="437"/>
            <ac:spMk id="3" creationId="{7B3E529F-5328-DC5D-FAB1-63A89A50A4F6}"/>
          </ac:spMkLst>
        </pc:spChg>
        <pc:spChg chg="mod">
          <ac:chgData name="Se-Hoon Han" userId="70263205-781f-48f0-a54e-469ab1d08896" providerId="ADAL" clId="{99A44C34-6DB4-4D28-A878-85AFF787F6DF}" dt="2026-10-23T02:20:26.228" v="501" actId="13926"/>
          <ac:spMkLst>
            <pc:docMk/>
            <pc:sldMk cId="614940156" sldId="437"/>
            <ac:spMk id="7" creationId="{9DA851A3-E7A5-741E-9E9C-6C2730DC0EC1}"/>
          </ac:spMkLst>
        </pc:spChg>
        <pc:spChg chg="mod">
          <ac:chgData name="Se-Hoon Han" userId="70263205-781f-48f0-a54e-469ab1d08896" providerId="ADAL" clId="{99A44C34-6DB4-4D28-A878-85AFF787F6DF}" dt="2026-10-23T02:19:38.085" v="476" actId="13926"/>
          <ac:spMkLst>
            <pc:docMk/>
            <pc:sldMk cId="614940156" sldId="437"/>
            <ac:spMk id="8" creationId="{ABF4674E-9223-31E3-9C4E-FE8C39BF3D03}"/>
          </ac:spMkLst>
        </pc:spChg>
      </pc:sldChg>
      <pc:sldChg chg="addSp delSp modSp mod">
        <pc:chgData name="Se-Hoon Han" userId="70263205-781f-48f0-a54e-469ab1d08896" providerId="ADAL" clId="{99A44C34-6DB4-4D28-A878-85AFF787F6DF}" dt="2026-10-23T03:59:12.370" v="1318" actId="20577"/>
        <pc:sldMkLst>
          <pc:docMk/>
          <pc:sldMk cId="614940156" sldId="438"/>
        </pc:sldMkLst>
        <pc:spChg chg="mod">
          <ac:chgData name="Se-Hoon Han" userId="70263205-781f-48f0-a54e-469ab1d08896" providerId="ADAL" clId="{99A44C34-6DB4-4D28-A878-85AFF787F6DF}" dt="2026-10-23T03:59:12.370" v="1318" actId="20577"/>
          <ac:spMkLst>
            <pc:docMk/>
            <pc:sldMk cId="614940156" sldId="438"/>
            <ac:spMk id="3" creationId="{7B3E529F-5328-DC5D-FAB1-63A89A50A4F6}"/>
          </ac:spMkLst>
        </pc:spChg>
        <pc:spChg chg="del">
          <ac:chgData name="Se-Hoon Han" userId="70263205-781f-48f0-a54e-469ab1d08896" providerId="ADAL" clId="{99A44C34-6DB4-4D28-A878-85AFF787F6DF}" dt="2026-10-23T02:21:00.197" v="504" actId="478"/>
          <ac:spMkLst>
            <pc:docMk/>
            <pc:sldMk cId="614940156" sldId="438"/>
            <ac:spMk id="6" creationId="{F93B12F7-0974-78C5-8F4E-DBAA82EF2891}"/>
          </ac:spMkLst>
        </pc:spChg>
        <pc:spChg chg="del">
          <ac:chgData name="Se-Hoon Han" userId="70263205-781f-48f0-a54e-469ab1d08896" providerId="ADAL" clId="{99A44C34-6DB4-4D28-A878-85AFF787F6DF}" dt="2026-10-23T02:21:00.197" v="504" actId="478"/>
          <ac:spMkLst>
            <pc:docMk/>
            <pc:sldMk cId="614940156" sldId="438"/>
            <ac:spMk id="7" creationId="{9DA851A3-E7A5-741E-9E9C-6C2730DC0EC1}"/>
          </ac:spMkLst>
        </pc:spChg>
        <pc:spChg chg="mod">
          <ac:chgData name="Se-Hoon Han" userId="70263205-781f-48f0-a54e-469ab1d08896" providerId="ADAL" clId="{99A44C34-6DB4-4D28-A878-85AFF787F6DF}" dt="2026-10-23T02:20:42.618" v="503" actId="13926"/>
          <ac:spMkLst>
            <pc:docMk/>
            <pc:sldMk cId="614940156" sldId="438"/>
            <ac:spMk id="8" creationId="{ABF4674E-9223-31E3-9C4E-FE8C39BF3D03}"/>
          </ac:spMkLst>
        </pc:spChg>
        <pc:spChg chg="add mod">
          <ac:chgData name="Se-Hoon Han" userId="70263205-781f-48f0-a54e-469ab1d08896" providerId="ADAL" clId="{99A44C34-6DB4-4D28-A878-85AFF787F6DF}" dt="2026-10-23T02:21:00.197" v="504" actId="478"/>
          <ac:spMkLst>
            <pc:docMk/>
            <pc:sldMk cId="614940156" sldId="438"/>
            <ac:spMk id="9" creationId="{360C5747-CF92-616A-A101-37B11D9CECC7}"/>
          </ac:spMkLst>
        </pc:spChg>
        <pc:spChg chg="mod">
          <ac:chgData name="Se-Hoon Han" userId="70263205-781f-48f0-a54e-469ab1d08896" providerId="ADAL" clId="{99A44C34-6DB4-4D28-A878-85AFF787F6DF}" dt="2026-10-23T02:21:05.167" v="511" actId="20577"/>
          <ac:spMkLst>
            <pc:docMk/>
            <pc:sldMk cId="614940156" sldId="438"/>
            <ac:spMk id="11" creationId="{825A1EA7-C8F5-E1F1-FC57-E4F1FE778ED1}"/>
          </ac:spMkLst>
        </pc:spChg>
        <pc:spChg chg="add mod">
          <ac:chgData name="Se-Hoon Han" userId="70263205-781f-48f0-a54e-469ab1d08896" providerId="ADAL" clId="{99A44C34-6DB4-4D28-A878-85AFF787F6DF}" dt="2026-10-23T02:21:00.197" v="504" actId="478"/>
          <ac:spMkLst>
            <pc:docMk/>
            <pc:sldMk cId="614940156" sldId="438"/>
            <ac:spMk id="13" creationId="{AB8AD063-1277-368B-D922-FDC36709273B}"/>
          </ac:spMkLst>
        </pc:spChg>
      </pc:sldChg>
      <pc:sldChg chg="modSp del mod">
        <pc:chgData name="Se-Hoon Han" userId="70263205-781f-48f0-a54e-469ab1d08896" providerId="ADAL" clId="{99A44C34-6DB4-4D28-A878-85AFF787F6DF}" dt="2026-10-23T04:11:21.586" v="1341" actId="47"/>
        <pc:sldMkLst>
          <pc:docMk/>
          <pc:sldMk cId="426986721" sldId="440"/>
        </pc:sldMkLst>
        <pc:graphicFrameChg chg="modGraphic">
          <ac:chgData name="Se-Hoon Han" userId="70263205-781f-48f0-a54e-469ab1d08896" providerId="ADAL" clId="{99A44C34-6DB4-4D28-A878-85AFF787F6DF}" dt="2026-10-23T03:19:29.285" v="529" actId="20577"/>
          <ac:graphicFrameMkLst>
            <pc:docMk/>
            <pc:sldMk cId="426986721" sldId="440"/>
            <ac:graphicFrameMk id="90" creationId="{00000000-0000-0000-0000-000000000000}"/>
          </ac:graphicFrameMkLst>
        </pc:graphicFrameChg>
      </pc:sldChg>
      <pc:sldChg chg="modSp mod">
        <pc:chgData name="Se-Hoon Han" userId="70263205-781f-48f0-a54e-469ab1d08896" providerId="ADAL" clId="{99A44C34-6DB4-4D28-A878-85AFF787F6DF}" dt="2026-10-23T03:36:25.885" v="832" actId="20577"/>
        <pc:sldMkLst>
          <pc:docMk/>
          <pc:sldMk cId="614940156" sldId="441"/>
        </pc:sldMkLst>
        <pc:spChg chg="mod">
          <ac:chgData name="Se-Hoon Han" userId="70263205-781f-48f0-a54e-469ab1d08896" providerId="ADAL" clId="{99A44C34-6DB4-4D28-A878-85AFF787F6DF}" dt="2026-10-23T03:36:25.885" v="832" actId="20577"/>
          <ac:spMkLst>
            <pc:docMk/>
            <pc:sldMk cId="614940156" sldId="441"/>
            <ac:spMk id="7" creationId="{9DA851A3-E7A5-741E-9E9C-6C2730DC0EC1}"/>
          </ac:spMkLst>
        </pc:spChg>
        <pc:spChg chg="mod">
          <ac:chgData name="Se-Hoon Han" userId="70263205-781f-48f0-a54e-469ab1d08896" providerId="ADAL" clId="{99A44C34-6DB4-4D28-A878-85AFF787F6DF}" dt="2026-10-23T03:25:19.479" v="772" actId="20577"/>
          <ac:spMkLst>
            <pc:docMk/>
            <pc:sldMk cId="614940156" sldId="441"/>
            <ac:spMk id="8" creationId="{ABF4674E-9223-31E3-9C4E-FE8C39BF3D03}"/>
          </ac:spMkLst>
        </pc:spChg>
      </pc:sldChg>
      <pc:sldChg chg="modSp mod">
        <pc:chgData name="Se-Hoon Han" userId="70263205-781f-48f0-a54e-469ab1d08896" providerId="ADAL" clId="{99A44C34-6DB4-4D28-A878-85AFF787F6DF}" dt="2026-10-23T03:39:25.507" v="892" actId="20577"/>
        <pc:sldMkLst>
          <pc:docMk/>
          <pc:sldMk cId="614940156" sldId="442"/>
        </pc:sldMkLst>
        <pc:spChg chg="mod">
          <ac:chgData name="Se-Hoon Han" userId="70263205-781f-48f0-a54e-469ab1d08896" providerId="ADAL" clId="{99A44C34-6DB4-4D28-A878-85AFF787F6DF}" dt="2026-10-23T03:39:25.507" v="892" actId="20577"/>
          <ac:spMkLst>
            <pc:docMk/>
            <pc:sldMk cId="614940156" sldId="442"/>
            <ac:spMk id="7" creationId="{9DA851A3-E7A5-741E-9E9C-6C2730DC0EC1}"/>
          </ac:spMkLst>
        </pc:spChg>
        <pc:spChg chg="mod">
          <ac:chgData name="Se-Hoon Han" userId="70263205-781f-48f0-a54e-469ab1d08896" providerId="ADAL" clId="{99A44C34-6DB4-4D28-A878-85AFF787F6DF}" dt="2026-10-23T03:37:53.465" v="850" actId="20577"/>
          <ac:spMkLst>
            <pc:docMk/>
            <pc:sldMk cId="614940156" sldId="442"/>
            <ac:spMk id="8" creationId="{ABF4674E-9223-31E3-9C4E-FE8C39BF3D03}"/>
          </ac:spMkLst>
        </pc:spChg>
      </pc:sldChg>
      <pc:sldChg chg="del">
        <pc:chgData name="Se-Hoon Han" userId="70263205-781f-48f0-a54e-469ab1d08896" providerId="ADAL" clId="{99A44C34-6DB4-4D28-A878-85AFF787F6DF}" dt="2026-10-23T03:40:00.993" v="893" actId="47"/>
        <pc:sldMkLst>
          <pc:docMk/>
          <pc:sldMk cId="614940156" sldId="443"/>
        </pc:sldMkLst>
      </pc:sldChg>
      <pc:sldChg chg="modSp mod">
        <pc:chgData name="Se-Hoon Han" userId="70263205-781f-48f0-a54e-469ab1d08896" providerId="ADAL" clId="{99A44C34-6DB4-4D28-A878-85AFF787F6DF}" dt="2026-10-23T03:43:02.034" v="1004" actId="20577"/>
        <pc:sldMkLst>
          <pc:docMk/>
          <pc:sldMk cId="614940156" sldId="444"/>
        </pc:sldMkLst>
        <pc:spChg chg="mod">
          <ac:chgData name="Se-Hoon Han" userId="70263205-781f-48f0-a54e-469ab1d08896" providerId="ADAL" clId="{99A44C34-6DB4-4D28-A878-85AFF787F6DF}" dt="2026-10-23T03:43:02.034" v="1004" actId="20577"/>
          <ac:spMkLst>
            <pc:docMk/>
            <pc:sldMk cId="614940156" sldId="444"/>
            <ac:spMk id="7" creationId="{9DA851A3-E7A5-741E-9E9C-6C2730DC0EC1}"/>
          </ac:spMkLst>
        </pc:spChg>
        <pc:spChg chg="mod">
          <ac:chgData name="Se-Hoon Han" userId="70263205-781f-48f0-a54e-469ab1d08896" providerId="ADAL" clId="{99A44C34-6DB4-4D28-A878-85AFF787F6DF}" dt="2026-10-23T03:42:40.463" v="1003" actId="20577"/>
          <ac:spMkLst>
            <pc:docMk/>
            <pc:sldMk cId="614940156" sldId="444"/>
            <ac:spMk id="8" creationId="{ABF4674E-9223-31E3-9C4E-FE8C39BF3D03}"/>
          </ac:spMkLst>
        </pc:spChg>
        <pc:spChg chg="mod">
          <ac:chgData name="Se-Hoon Han" userId="70263205-781f-48f0-a54e-469ab1d08896" providerId="ADAL" clId="{99A44C34-6DB4-4D28-A878-85AFF787F6DF}" dt="2026-10-23T03:40:30.840" v="901" actId="20577"/>
          <ac:spMkLst>
            <pc:docMk/>
            <pc:sldMk cId="614940156" sldId="444"/>
            <ac:spMk id="11" creationId="{825A1EA7-C8F5-E1F1-FC57-E4F1FE778ED1}"/>
          </ac:spMkLst>
        </pc:spChg>
      </pc:sldChg>
      <pc:sldChg chg="del">
        <pc:chgData name="Se-Hoon Han" userId="70263205-781f-48f0-a54e-469ab1d08896" providerId="ADAL" clId="{99A44C34-6DB4-4D28-A878-85AFF787F6DF}" dt="2026-10-23T03:43:12.792" v="1005" actId="47"/>
        <pc:sldMkLst>
          <pc:docMk/>
          <pc:sldMk cId="614940156" sldId="445"/>
        </pc:sldMkLst>
      </pc:sldChg>
      <pc:sldChg chg="del">
        <pc:chgData name="Se-Hoon Han" userId="70263205-781f-48f0-a54e-469ab1d08896" providerId="ADAL" clId="{99A44C34-6DB4-4D28-A878-85AFF787F6DF}" dt="2026-10-23T03:43:20" v="1006" actId="47"/>
        <pc:sldMkLst>
          <pc:docMk/>
          <pc:sldMk cId="614940156" sldId="446"/>
        </pc:sldMkLst>
      </pc:sldChg>
      <pc:sldChg chg="modSp mod">
        <pc:chgData name="Se-Hoon Han" userId="70263205-781f-48f0-a54e-469ab1d08896" providerId="ADAL" clId="{99A44C34-6DB4-4D28-A878-85AFF787F6DF}" dt="2026-10-23T03:48:20.007" v="1239" actId="20577"/>
        <pc:sldMkLst>
          <pc:docMk/>
          <pc:sldMk cId="614940156" sldId="447"/>
        </pc:sldMkLst>
        <pc:spChg chg="mod">
          <ac:chgData name="Se-Hoon Han" userId="70263205-781f-48f0-a54e-469ab1d08896" providerId="ADAL" clId="{99A44C34-6DB4-4D28-A878-85AFF787F6DF}" dt="2026-10-23T03:45:07.589" v="1041" actId="20577"/>
          <ac:spMkLst>
            <pc:docMk/>
            <pc:sldMk cId="614940156" sldId="447"/>
            <ac:spMk id="4" creationId="{F9779939-DF27-B8B3-8AD1-3CF4A0173945}"/>
          </ac:spMkLst>
        </pc:spChg>
        <pc:spChg chg="mod">
          <ac:chgData name="Se-Hoon Han" userId="70263205-781f-48f0-a54e-469ab1d08896" providerId="ADAL" clId="{99A44C34-6DB4-4D28-A878-85AFF787F6DF}" dt="2026-10-23T03:45:04.117" v="1030" actId="20577"/>
          <ac:spMkLst>
            <pc:docMk/>
            <pc:sldMk cId="614940156" sldId="447"/>
            <ac:spMk id="6" creationId="{F93B12F7-0974-78C5-8F4E-DBAA82EF2891}"/>
          </ac:spMkLst>
        </pc:spChg>
        <pc:spChg chg="mod">
          <ac:chgData name="Se-Hoon Han" userId="70263205-781f-48f0-a54e-469ab1d08896" providerId="ADAL" clId="{99A44C34-6DB4-4D28-A878-85AFF787F6DF}" dt="2026-10-23T03:48:20.007" v="1239" actId="20577"/>
          <ac:spMkLst>
            <pc:docMk/>
            <pc:sldMk cId="614940156" sldId="447"/>
            <ac:spMk id="7" creationId="{9DA851A3-E7A5-741E-9E9C-6C2730DC0EC1}"/>
          </ac:spMkLst>
        </pc:spChg>
        <pc:spChg chg="mod">
          <ac:chgData name="Se-Hoon Han" userId="70263205-781f-48f0-a54e-469ab1d08896" providerId="ADAL" clId="{99A44C34-6DB4-4D28-A878-85AFF787F6DF}" dt="2026-10-23T03:45:57.340" v="1076" actId="20577"/>
          <ac:spMkLst>
            <pc:docMk/>
            <pc:sldMk cId="614940156" sldId="447"/>
            <ac:spMk id="8" creationId="{ABF4674E-9223-31E3-9C4E-FE8C39BF3D03}"/>
          </ac:spMkLst>
        </pc:spChg>
        <pc:spChg chg="mod">
          <ac:chgData name="Se-Hoon Han" userId="70263205-781f-48f0-a54e-469ab1d08896" providerId="ADAL" clId="{99A44C34-6DB4-4D28-A878-85AFF787F6DF}" dt="2026-10-23T03:44:59.628" v="1023" actId="6549"/>
          <ac:spMkLst>
            <pc:docMk/>
            <pc:sldMk cId="614940156" sldId="447"/>
            <ac:spMk id="11" creationId="{825A1EA7-C8F5-E1F1-FC57-E4F1FE778ED1}"/>
          </ac:spMkLst>
        </pc:spChg>
      </pc:sldChg>
      <pc:sldChg chg="del">
        <pc:chgData name="Se-Hoon Han" userId="70263205-781f-48f0-a54e-469ab1d08896" providerId="ADAL" clId="{99A44C34-6DB4-4D28-A878-85AFF787F6DF}" dt="2026-10-23T03:44:29.815" v="1009" actId="47"/>
        <pc:sldMkLst>
          <pc:docMk/>
          <pc:sldMk cId="614940156" sldId="448"/>
        </pc:sldMkLst>
      </pc:sldChg>
      <pc:sldChg chg="del">
        <pc:chgData name="Se-Hoon Han" userId="70263205-781f-48f0-a54e-469ab1d08896" providerId="ADAL" clId="{99A44C34-6DB4-4D28-A878-85AFF787F6DF}" dt="2026-10-23T03:43:34.059" v="1007" actId="47"/>
        <pc:sldMkLst>
          <pc:docMk/>
          <pc:sldMk cId="426986721" sldId="449"/>
        </pc:sldMkLst>
      </pc:sldChg>
      <pc:sldChg chg="del">
        <pc:chgData name="Se-Hoon Han" userId="70263205-781f-48f0-a54e-469ab1d08896" providerId="ADAL" clId="{99A44C34-6DB4-4D28-A878-85AFF787F6DF}" dt="2026-10-23T03:43:39.131" v="1008" actId="47"/>
        <pc:sldMkLst>
          <pc:docMk/>
          <pc:sldMk cId="426986721" sldId="450"/>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29AAD27-AF1E-3276-F64C-E24DD3C9D69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DC106297-72C7-0612-7611-0739473673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371FD7E-7453-412A-9D9A-67248BEACEC8}" type="datetimeFigureOut">
              <a:rPr lang="en-GB" smtClean="0"/>
              <a:t>23/10/2026</a:t>
            </a:fld>
            <a:endParaRPr lang="en-GB"/>
          </a:p>
        </p:txBody>
      </p:sp>
      <p:sp>
        <p:nvSpPr>
          <p:cNvPr id="4" name="Footer Placeholder 3">
            <a:extLst>
              <a:ext uri="{FF2B5EF4-FFF2-40B4-BE49-F238E27FC236}">
                <a16:creationId xmlns:a16="http://schemas.microsoft.com/office/drawing/2014/main" id="{657DE446-DCD2-634E-6E7D-2B6CC9FA702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96E7209B-478D-FE16-8BB2-A67423D4E2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D9B360-C774-49CA-835F-5A4EA981ED5F}" type="slidenum">
              <a:rPr lang="en-GB" smtClean="0"/>
              <a:t>‹#›</a:t>
            </a:fld>
            <a:endParaRPr lang="en-GB"/>
          </a:p>
        </p:txBody>
      </p:sp>
    </p:spTree>
    <p:extLst>
      <p:ext uri="{BB962C8B-B14F-4D97-AF65-F5344CB8AC3E}">
        <p14:creationId xmlns:p14="http://schemas.microsoft.com/office/powerpoint/2010/main" val="3705006220"/>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735BF1-9CEA-4069-8947-4F338367F244}"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5652C4-8DDB-4486-9682-2F893AB472AD}" type="slidenum">
              <a:rPr lang="en-GB" smtClean="0"/>
              <a:t>‹#›</a:t>
            </a:fld>
            <a:endParaRPr lang="en-GB"/>
          </a:p>
        </p:txBody>
      </p:sp>
    </p:spTree>
    <p:extLst>
      <p:ext uri="{BB962C8B-B14F-4D97-AF65-F5344CB8AC3E}">
        <p14:creationId xmlns:p14="http://schemas.microsoft.com/office/powerpoint/2010/main" val="15925224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7" Type="http://schemas.openxmlformats.org/officeDocument/2006/relationships/image" Target="../media/image1.wmf"/><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1.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2.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B710B25-B2C0-3F46-B52E-75BA79935CD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65792447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true blu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6" name="TextBox 5">
            <a:extLst>
              <a:ext uri="{FF2B5EF4-FFF2-40B4-BE49-F238E27FC236}">
                <a16:creationId xmlns:a16="http://schemas.microsoft.com/office/drawing/2014/main" id="{26222313-E3E8-84C6-CDEF-E7A032ED39D8}"/>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60F69E8D-6EAC-C523-6D4F-3094B23E4F76}"/>
              </a:ext>
            </a:extLst>
          </p:cNvPr>
          <p:cNvGrpSpPr>
            <a:grpSpLocks noChangeAspect="1"/>
          </p:cNvGrpSpPr>
          <p:nvPr userDrawn="1"/>
        </p:nvGrpSpPr>
        <p:grpSpPr>
          <a:xfrm>
            <a:off x="10811963" y="6165234"/>
            <a:ext cx="1080000" cy="453765"/>
            <a:chOff x="1721984" y="2257682"/>
            <a:chExt cx="7247953" cy="3045250"/>
          </a:xfrm>
        </p:grpSpPr>
        <p:sp>
          <p:nvSpPr>
            <p:cNvPr id="5" name="Freihandform: Form 5">
              <a:extLst>
                <a:ext uri="{FF2B5EF4-FFF2-40B4-BE49-F238E27FC236}">
                  <a16:creationId xmlns:a16="http://schemas.microsoft.com/office/drawing/2014/main" id="{D8CCB833-4D26-6E84-CE0F-C6BDD9B360C0}"/>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7" name="Freihandform: Form 7">
              <a:extLst>
                <a:ext uri="{FF2B5EF4-FFF2-40B4-BE49-F238E27FC236}">
                  <a16:creationId xmlns:a16="http://schemas.microsoft.com/office/drawing/2014/main" id="{9D8EF2C9-8044-BF09-7BD5-FC217FC1C36E}"/>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0" name="Freihandform: Form 9">
              <a:extLst>
                <a:ext uri="{FF2B5EF4-FFF2-40B4-BE49-F238E27FC236}">
                  <a16:creationId xmlns:a16="http://schemas.microsoft.com/office/drawing/2014/main" id="{75FFCF2B-36B1-E9E1-6454-DB5E5126A9E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00229647-D500-1E99-3780-98C950CF9967}"/>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DDE1FB26-5287-29DD-E7CC-ABE2C5D8018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42DD437E-E732-01DD-B08A-1341F623BBD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59FA363-CC0C-311C-EA78-2108E0955EE7}"/>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3B195A27-C87C-7EC1-7C14-C3570A80454C}"/>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6BE52C14-7F20-D492-16F6-2D84936494E8}"/>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626B4A82-B6AC-8F7D-83D9-176D53BF040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B8292199-BEAB-8239-63A7-61A652179638}"/>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D53D3ECF-A5D3-63EF-497C-800A752A791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360976100"/>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variant - white backgroun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pic>
        <p:nvPicPr>
          <p:cNvPr id="3" name="Grafik 11">
            <a:extLst>
              <a:ext uri="{FF2B5EF4-FFF2-40B4-BE49-F238E27FC236}">
                <a16:creationId xmlns:a16="http://schemas.microsoft.com/office/drawing/2014/main" id="{DA62EBDD-3F1D-BDF5-7D5C-3E151E11F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76670873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variant - true blue">
    <p:bg>
      <p:bgPr>
        <a:solidFill>
          <a:schemeClr val="tx2"/>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3" name="TextBox 2">
            <a:extLst>
              <a:ext uri="{FF2B5EF4-FFF2-40B4-BE49-F238E27FC236}">
                <a16:creationId xmlns:a16="http://schemas.microsoft.com/office/drawing/2014/main" id="{4924260D-B98A-A7AC-8629-E5E4D4C12FBE}"/>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1AF32F02-02F7-7E2F-5EB2-8AB49F02BAA2}"/>
              </a:ext>
            </a:extLst>
          </p:cNvPr>
          <p:cNvGrpSpPr>
            <a:grpSpLocks noChangeAspect="1"/>
          </p:cNvGrpSpPr>
          <p:nvPr userDrawn="1"/>
        </p:nvGrpSpPr>
        <p:grpSpPr>
          <a:xfrm>
            <a:off x="10811963" y="6165234"/>
            <a:ext cx="1080000" cy="453765"/>
            <a:chOff x="1721984" y="2257682"/>
            <a:chExt cx="7247953" cy="3045250"/>
          </a:xfrm>
        </p:grpSpPr>
        <p:sp>
          <p:nvSpPr>
            <p:cNvPr id="6" name="Freihandform: Form 5">
              <a:extLst>
                <a:ext uri="{FF2B5EF4-FFF2-40B4-BE49-F238E27FC236}">
                  <a16:creationId xmlns:a16="http://schemas.microsoft.com/office/drawing/2014/main" id="{A82DF783-91BE-0B1F-594A-9BDE3AF2DF72}"/>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8" name="Freihandform: Form 7">
              <a:extLst>
                <a:ext uri="{FF2B5EF4-FFF2-40B4-BE49-F238E27FC236}">
                  <a16:creationId xmlns:a16="http://schemas.microsoft.com/office/drawing/2014/main" id="{1AE181C6-DF38-3B6A-29DC-0514335710F2}"/>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1" name="Freihandform: Form 9">
              <a:extLst>
                <a:ext uri="{FF2B5EF4-FFF2-40B4-BE49-F238E27FC236}">
                  <a16:creationId xmlns:a16="http://schemas.microsoft.com/office/drawing/2014/main" id="{E556F98D-CF46-F45C-E725-39D4E969D18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DCF7744F-4013-AE3D-AB78-30AC2E721431}"/>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6A8A9A34-FDAA-EC87-ACBD-70DC545FFE68}"/>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F21FE68C-6E55-1882-29D0-5AD972D282CF}"/>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AF80BBB-B267-E2A9-3663-7BD9FF7A9BAE}"/>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F1986D68-2438-502E-D769-1DE90DD71CE3}"/>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72F092E1-B34B-E0A7-83B2-6614DDCDA1D6}"/>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FE398BD6-EEC5-437E-E55B-C14762FB717A}"/>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31917980-0094-58C0-0C63-F1A3B14E61A7}"/>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03E446E7-776A-D674-727D-F1DC674B357D}"/>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30310002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1 (shape)">
    <p:spTree>
      <p:nvGrpSpPr>
        <p:cNvPr id="1" name=""/>
        <p:cNvGrpSpPr/>
        <p:nvPr/>
      </p:nvGrpSpPr>
      <p:grpSpPr>
        <a:xfrm>
          <a:off x="0" y="0"/>
          <a:ext cx="0" cy="0"/>
          <a:chOff x="0" y="0"/>
          <a:chExt cx="0" cy="0"/>
        </a:xfrm>
      </p:grpSpPr>
      <p:pic>
        <p:nvPicPr>
          <p:cNvPr id="9" name="Picture 8" descr="A city skyline at night&#10;&#10;Description automatically generated">
            <a:extLst>
              <a:ext uri="{FF2B5EF4-FFF2-40B4-BE49-F238E27FC236}">
                <a16:creationId xmlns:a16="http://schemas.microsoft.com/office/drawing/2014/main" id="{8023B119-BF14-0762-F3EF-63C9E5A9C2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3FAD8840-041F-A3D8-1509-F5EADE485C8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BAB0110-FF2C-8EE6-125B-57AD0A5D3266}"/>
              </a:ext>
            </a:extLst>
          </p:cNvPr>
          <p:cNvSpPr/>
          <p:nvPr userDrawn="1"/>
        </p:nvSpPr>
        <p:spPr>
          <a:xfrm>
            <a:off x="25215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6321216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2 (shape)">
    <p:spTree>
      <p:nvGrpSpPr>
        <p:cNvPr id="1" name=""/>
        <p:cNvGrpSpPr/>
        <p:nvPr/>
      </p:nvGrpSpPr>
      <p:grpSpPr>
        <a:xfrm>
          <a:off x="0" y="0"/>
          <a:ext cx="0" cy="0"/>
          <a:chOff x="0" y="0"/>
          <a:chExt cx="0" cy="0"/>
        </a:xfrm>
      </p:grpSpPr>
      <p:pic>
        <p:nvPicPr>
          <p:cNvPr id="9" name="Picture 8" descr="A road with a yellow car on it&#10;&#10;Description automatically generated">
            <a:extLst>
              <a:ext uri="{FF2B5EF4-FFF2-40B4-BE49-F238E27FC236}">
                <a16:creationId xmlns:a16="http://schemas.microsoft.com/office/drawing/2014/main" id="{6DD5C5F7-2A1C-8F92-7E7A-AD378379D6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13235"/>
            <a:ext cx="11581200" cy="3877165"/>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6BDED7B-DD3A-263E-B8E2-C2EEEA63C33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14" name="Supergraphic - shape">
            <a:extLst>
              <a:ext uri="{FF2B5EF4-FFF2-40B4-BE49-F238E27FC236}">
                <a16:creationId xmlns:a16="http://schemas.microsoft.com/office/drawing/2014/main" id="{13D132C5-29D3-C65F-52CB-42679B23D596}"/>
              </a:ext>
            </a:extLst>
          </p:cNvPr>
          <p:cNvSpPr/>
          <p:nvPr userDrawn="1"/>
        </p:nvSpPr>
        <p:spPr>
          <a:xfrm>
            <a:off x="29736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849648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3 (shape)">
    <p:spTree>
      <p:nvGrpSpPr>
        <p:cNvPr id="1" name=""/>
        <p:cNvGrpSpPr/>
        <p:nvPr/>
      </p:nvGrpSpPr>
      <p:grpSpPr>
        <a:xfrm>
          <a:off x="0" y="0"/>
          <a:ext cx="0" cy="0"/>
          <a:chOff x="0" y="0"/>
          <a:chExt cx="0" cy="0"/>
        </a:xfrm>
      </p:grpSpPr>
      <p:pic>
        <p:nvPicPr>
          <p:cNvPr id="12" name="Picture 11" descr="A close up of a building&#10;&#10;Description automatically generated">
            <a:extLst>
              <a:ext uri="{FF2B5EF4-FFF2-40B4-BE49-F238E27FC236}">
                <a16:creationId xmlns:a16="http://schemas.microsoft.com/office/drawing/2014/main" id="{4B64D943-7426-9A0C-37E7-D0300DE75A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2004A3E1-9766-D2A9-53F4-1AEC39F0809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CF91860-6C86-705F-9C02-E037FF5EF9E3}"/>
              </a:ext>
            </a:extLst>
          </p:cNvPr>
          <p:cNvSpPr/>
          <p:nvPr userDrawn="1"/>
        </p:nvSpPr>
        <p:spPr>
          <a:xfrm>
            <a:off x="5941209" y="314369"/>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7002677"/>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4 (shape)">
    <p:spTree>
      <p:nvGrpSpPr>
        <p:cNvPr id="1" name=""/>
        <p:cNvGrpSpPr/>
        <p:nvPr/>
      </p:nvGrpSpPr>
      <p:grpSpPr>
        <a:xfrm>
          <a:off x="0" y="0"/>
          <a:ext cx="0" cy="0"/>
          <a:chOff x="0" y="0"/>
          <a:chExt cx="0" cy="0"/>
        </a:xfrm>
      </p:grpSpPr>
      <p:pic>
        <p:nvPicPr>
          <p:cNvPr id="9" name="Picture 8" descr="A person looking up to the sky&#10;&#10;Description automatically generated">
            <a:extLst>
              <a:ext uri="{FF2B5EF4-FFF2-40B4-BE49-F238E27FC236}">
                <a16:creationId xmlns:a16="http://schemas.microsoft.com/office/drawing/2014/main" id="{41C57A33-9F00-B0BB-DC5D-FF8CB1EBE9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5954B60F-7996-FE11-B73E-1414D95F6F8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5" name="Supergraphic - shape">
            <a:extLst>
              <a:ext uri="{FF2B5EF4-FFF2-40B4-BE49-F238E27FC236}">
                <a16:creationId xmlns:a16="http://schemas.microsoft.com/office/drawing/2014/main" id="{C45D0F22-A111-12FA-7F9B-384BF395E0A1}"/>
              </a:ext>
            </a:extLst>
          </p:cNvPr>
          <p:cNvSpPr/>
          <p:nvPr userDrawn="1"/>
        </p:nvSpPr>
        <p:spPr>
          <a:xfrm>
            <a:off x="3360601" y="306000"/>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1614494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5 (image)">
    <p:bg>
      <p:bgPr>
        <a:solidFill>
          <a:schemeClr val="tx2"/>
        </a:solidFill>
        <a:effectLst/>
      </p:bgPr>
    </p:bg>
    <p:spTree>
      <p:nvGrpSpPr>
        <p:cNvPr id="1" name=""/>
        <p:cNvGrpSpPr/>
        <p:nvPr/>
      </p:nvGrpSpPr>
      <p:grpSpPr>
        <a:xfrm>
          <a:off x="0" y="0"/>
          <a:ext cx="0" cy="0"/>
          <a:chOff x="0" y="0"/>
          <a:chExt cx="0" cy="0"/>
        </a:xfrm>
      </p:grpSpPr>
      <p:pic>
        <p:nvPicPr>
          <p:cNvPr id="10" name="Picture 9" descr="A bridge with arches and a body of water&#10;&#10;Description automatically generated">
            <a:extLst>
              <a:ext uri="{FF2B5EF4-FFF2-40B4-BE49-F238E27FC236}">
                <a16:creationId xmlns:a16="http://schemas.microsoft.com/office/drawing/2014/main" id="{9A13D504-A754-8469-21D4-BBB2BAB76E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bg1"/>
                </a:solidFill>
              </a:defRPr>
            </a:lvl1pPr>
          </a:lstStyle>
          <a:p>
            <a:pPr lvl="0"/>
            <a:r>
              <a:rPr lang="en-US" dirty="0"/>
              <a:t>Name, Date, Year</a:t>
            </a:r>
            <a:endParaRPr lang="en-GB" dirty="0"/>
          </a:p>
        </p:txBody>
      </p:sp>
      <p:grpSp>
        <p:nvGrpSpPr>
          <p:cNvPr id="7" name="Gruppieren 4">
            <a:extLst>
              <a:ext uri="{FF2B5EF4-FFF2-40B4-BE49-F238E27FC236}">
                <a16:creationId xmlns:a16="http://schemas.microsoft.com/office/drawing/2014/main" id="{896058C6-59EF-7FF4-FC6F-F9FED024BB3C}"/>
              </a:ext>
            </a:extLst>
          </p:cNvPr>
          <p:cNvGrpSpPr>
            <a:grpSpLocks noChangeAspect="1"/>
          </p:cNvGrpSpPr>
          <p:nvPr userDrawn="1"/>
        </p:nvGrpSpPr>
        <p:grpSpPr>
          <a:xfrm>
            <a:off x="10811963" y="6165234"/>
            <a:ext cx="1080000" cy="453765"/>
            <a:chOff x="1721984" y="2257682"/>
            <a:chExt cx="7247953" cy="3045250"/>
          </a:xfrm>
        </p:grpSpPr>
        <p:sp>
          <p:nvSpPr>
            <p:cNvPr id="8" name="Freihandform: Form 5">
              <a:extLst>
                <a:ext uri="{FF2B5EF4-FFF2-40B4-BE49-F238E27FC236}">
                  <a16:creationId xmlns:a16="http://schemas.microsoft.com/office/drawing/2014/main" id="{F35D3F7C-1E2A-5E1C-BA59-85AFEE7607AB}"/>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9" name="Freihandform: Form 7">
              <a:extLst>
                <a:ext uri="{FF2B5EF4-FFF2-40B4-BE49-F238E27FC236}">
                  <a16:creationId xmlns:a16="http://schemas.microsoft.com/office/drawing/2014/main" id="{602E3AA9-808E-E0E7-18A3-6A189D961178}"/>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2" name="Freihandform: Form 9">
              <a:extLst>
                <a:ext uri="{FF2B5EF4-FFF2-40B4-BE49-F238E27FC236}">
                  <a16:creationId xmlns:a16="http://schemas.microsoft.com/office/drawing/2014/main" id="{C9123806-AB4B-2C2A-0F3E-0E4F98D85578}"/>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3" name="Freihandform: Form 11">
              <a:extLst>
                <a:ext uri="{FF2B5EF4-FFF2-40B4-BE49-F238E27FC236}">
                  <a16:creationId xmlns:a16="http://schemas.microsoft.com/office/drawing/2014/main" id="{41EB2DAB-ACE6-3BBC-F02D-B4945BF49558}"/>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4" name="Freihandform: Form 12">
              <a:extLst>
                <a:ext uri="{FF2B5EF4-FFF2-40B4-BE49-F238E27FC236}">
                  <a16:creationId xmlns:a16="http://schemas.microsoft.com/office/drawing/2014/main" id="{3167F366-62F3-9735-481A-A36AAB4B15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5" name="Freihandform: Form 13">
              <a:extLst>
                <a:ext uri="{FF2B5EF4-FFF2-40B4-BE49-F238E27FC236}">
                  <a16:creationId xmlns:a16="http://schemas.microsoft.com/office/drawing/2014/main" id="{69C920B0-3C6C-3B11-32FC-23FDC2AF68E7}"/>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6" name="Freihandform: Form 14">
              <a:extLst>
                <a:ext uri="{FF2B5EF4-FFF2-40B4-BE49-F238E27FC236}">
                  <a16:creationId xmlns:a16="http://schemas.microsoft.com/office/drawing/2014/main" id="{5B10CF88-A1EA-15AA-8393-69A61075AD9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7" name="Freihandform: Form 15">
              <a:extLst>
                <a:ext uri="{FF2B5EF4-FFF2-40B4-BE49-F238E27FC236}">
                  <a16:creationId xmlns:a16="http://schemas.microsoft.com/office/drawing/2014/main" id="{37DBDD91-7C71-5295-6FBE-4C5334A4C49F}"/>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8" name="Freihandform: Form 16">
              <a:extLst>
                <a:ext uri="{FF2B5EF4-FFF2-40B4-BE49-F238E27FC236}">
                  <a16:creationId xmlns:a16="http://schemas.microsoft.com/office/drawing/2014/main" id="{0C951265-3EB5-5C9C-2173-84E38E5047C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9" name="Freihandform: Form 17">
              <a:extLst>
                <a:ext uri="{FF2B5EF4-FFF2-40B4-BE49-F238E27FC236}">
                  <a16:creationId xmlns:a16="http://schemas.microsoft.com/office/drawing/2014/main" id="{9D70ADE5-F2C3-1B51-8E1C-3F1218919A63}"/>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0" name="Freihandform: Form 18">
              <a:extLst>
                <a:ext uri="{FF2B5EF4-FFF2-40B4-BE49-F238E27FC236}">
                  <a16:creationId xmlns:a16="http://schemas.microsoft.com/office/drawing/2014/main" id="{7C7AB827-C0F9-7C59-1EBB-9EF0B644976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1" name="Freihandform: Form 19">
              <a:extLst>
                <a:ext uri="{FF2B5EF4-FFF2-40B4-BE49-F238E27FC236}">
                  <a16:creationId xmlns:a16="http://schemas.microsoft.com/office/drawing/2014/main" id="{9C59B2AB-0A92-431C-3EBD-0C2A4A6C091E}"/>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4" name="TextBox 3">
            <a:extLst>
              <a:ext uri="{FF2B5EF4-FFF2-40B4-BE49-F238E27FC236}">
                <a16:creationId xmlns:a16="http://schemas.microsoft.com/office/drawing/2014/main" id="{2F23C315-E9D3-E85D-FDA8-A4722F106C10}"/>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6" name="Supergraphic - shape">
            <a:extLst>
              <a:ext uri="{FF2B5EF4-FFF2-40B4-BE49-F238E27FC236}">
                <a16:creationId xmlns:a16="http://schemas.microsoft.com/office/drawing/2014/main" id="{9728FCA0-32CC-388D-0770-807193532C2B}"/>
              </a:ext>
            </a:extLst>
          </p:cNvPr>
          <p:cNvSpPr/>
          <p:nvPr userDrawn="1"/>
        </p:nvSpPr>
        <p:spPr>
          <a:xfrm>
            <a:off x="5770929" y="304800"/>
            <a:ext cx="4138546" cy="3871608"/>
          </a:xfrm>
          <a:prstGeom prst="parallelogram">
            <a:avLst>
              <a:gd name="adj" fmla="val 36136"/>
            </a:avLst>
          </a:prstGeom>
          <a:solidFill>
            <a:schemeClr val="bg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79606491"/>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4361FFC-8E96-EE12-9B5A-F30BC84A0A47}"/>
              </a:ext>
            </a:extLst>
          </p:cNvPr>
          <p:cNvSpPr>
            <a:spLocks noGrp="1"/>
          </p:cNvSpPr>
          <p:nvPr>
            <p:ph type="body" sz="quarter" idx="14"/>
          </p:nvPr>
        </p:nvSpPr>
        <p:spPr>
          <a:xfrm>
            <a:off x="305998" y="1268413"/>
            <a:ext cx="11581199"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419264031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6000" y="306000"/>
            <a:ext cx="56484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6237601" y="305999"/>
            <a:ext cx="5648400" cy="564395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Text Placeholder 6">
            <a:extLst>
              <a:ext uri="{FF2B5EF4-FFF2-40B4-BE49-F238E27FC236}">
                <a16:creationId xmlns:a16="http://schemas.microsoft.com/office/drawing/2014/main" id="{2C271A1C-536E-3E60-3582-8E73B02B9B84}"/>
              </a:ext>
            </a:extLst>
          </p:cNvPr>
          <p:cNvSpPr>
            <a:spLocks noGrp="1"/>
          </p:cNvSpPr>
          <p:nvPr>
            <p:ph type="body" sz="quarter" idx="13"/>
          </p:nvPr>
        </p:nvSpPr>
        <p:spPr>
          <a:xfrm>
            <a:off x="305999" y="1268413"/>
            <a:ext cx="5648400"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70573303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layou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5999" y="306000"/>
            <a:ext cx="115812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dirty="0"/>
              <a:t>Title</a:t>
            </a:r>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D6E4DFDC-8584-AECD-0F9B-87A8C0C63B40}"/>
              </a:ext>
            </a:extLst>
          </p:cNvPr>
          <p:cNvSpPr>
            <a:spLocks noGrp="1"/>
          </p:cNvSpPr>
          <p:nvPr>
            <p:ph type="body" sz="quarter" idx="13"/>
          </p:nvPr>
        </p:nvSpPr>
        <p:spPr>
          <a:xfrm>
            <a:off x="305999" y="3688080"/>
            <a:ext cx="11581200" cy="2261870"/>
          </a:xfrm>
        </p:spPr>
        <p:txBody>
          <a:bodyPr numCol="2" spcCol="288000"/>
          <a:lstStyle>
            <a:lvl1pPr marL="271463" indent="-271463">
              <a:spcAft>
                <a:spcPts val="1200"/>
              </a:spcAft>
              <a:buClr>
                <a:schemeClr val="tx2"/>
              </a:buClr>
              <a:buFont typeface="+mj-lt"/>
              <a:buAutoNum type="arabicPeriod"/>
              <a:defRPr sz="1800"/>
            </a:lvl1pPr>
            <a:lvl2pPr marL="717550" indent="-361950">
              <a:buClr>
                <a:schemeClr val="tx2"/>
              </a:buClr>
              <a:buFont typeface="+mj-lt"/>
              <a:buAutoNum type="arabicPeriod"/>
              <a:defRPr sz="2400"/>
            </a:lvl2pPr>
            <a:lvl3pPr marL="717550" indent="-361950">
              <a:buClr>
                <a:schemeClr val="tx2"/>
              </a:buClr>
              <a:buFont typeface="+mj-lt"/>
              <a:buAutoNum type="arabicPeriod"/>
              <a:defRPr sz="2400"/>
            </a:lvl3pPr>
            <a:lvl4pPr marL="717550" indent="-361950">
              <a:buClr>
                <a:schemeClr val="tx2"/>
              </a:buClr>
              <a:buFont typeface="+mj-lt"/>
              <a:buAutoNum type="arabicPeriod"/>
              <a:defRPr sz="2400"/>
            </a:lvl4pPr>
            <a:lvl5pPr marL="717550" indent="-361950">
              <a:buClr>
                <a:schemeClr val="tx2"/>
              </a:buClr>
              <a:buFont typeface="+mj-lt"/>
              <a:buAutoNum type="arabicPeriod"/>
              <a:defRPr sz="2400"/>
            </a:lvl5pPr>
          </a:lstStyle>
          <a:p>
            <a:pPr lvl="0"/>
            <a:r>
              <a:rPr lang="ko-KR" altLang="en-US"/>
              <a:t>마스터 텍스트 스타일을 편집하려면 클릭</a:t>
            </a:r>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0" y="1260000"/>
            <a:ext cx="12192000" cy="2160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1532990685"/>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 supergraphic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Espace réservé pour une image  29">
            <a:extLst>
              <a:ext uri="{FF2B5EF4-FFF2-40B4-BE49-F238E27FC236}">
                <a16:creationId xmlns:a16="http://schemas.microsoft.com/office/drawing/2014/main" id="{1F249D4B-1559-45BB-AF54-7D7EB4A9C65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01931976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86EB2104-720E-E8DA-5ACF-98ECE73EA2D9}"/>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3" name="Espace réservé pour une image  29">
            <a:extLst>
              <a:ext uri="{FF2B5EF4-FFF2-40B4-BE49-F238E27FC236}">
                <a16:creationId xmlns:a16="http://schemas.microsoft.com/office/drawing/2014/main" id="{A2053CF4-0553-4808-5E7B-D60BF81A0C9F}"/>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250534878"/>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944686F2-C507-5C4F-D374-7015F44493E8}"/>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5" name="Espace réservé pour une image  29">
            <a:extLst>
              <a:ext uri="{FF2B5EF4-FFF2-40B4-BE49-F238E27FC236}">
                <a16:creationId xmlns:a16="http://schemas.microsoft.com/office/drawing/2014/main" id="{FA749186-1327-A026-901C-A8DCF556218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370563462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white background">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Tree>
    <p:extLst>
      <p:ext uri="{BB962C8B-B14F-4D97-AF65-F5344CB8AC3E}">
        <p14:creationId xmlns:p14="http://schemas.microsoft.com/office/powerpoint/2010/main" val="21467387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indigo background">
    <p:bg>
      <p:bgPr>
        <a:solidFill>
          <a:schemeClr val="accent3"/>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5D9433A1-C798-63C5-0F11-736B090717E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105653365"/>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true blue background">
    <p:bg>
      <p:bgPr>
        <a:solidFill>
          <a:schemeClr val="tx2"/>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7EEB3325-FA9F-F961-C408-CA2D663ECC82}"/>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30296227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lvl1pPr>
            <a:lvl2pPr>
              <a:defRPr sz="2400"/>
            </a:lvl2pPr>
            <a:lvl3pPr>
              <a:defRPr sz="2400"/>
            </a:lvl3pPr>
            <a:lvl4pPr>
              <a:defRPr sz="2400"/>
            </a:lvl4pPr>
            <a:lvl5pPr>
              <a:defRPr sz="2400"/>
            </a:lvl5pPr>
          </a:lstStyle>
          <a:p>
            <a:pPr lvl="0"/>
            <a:r>
              <a:rPr lang="en-US" dirty="0"/>
              <a:t>Section XX</a:t>
            </a:r>
            <a:endParaRPr lang="en-GB" dirty="0"/>
          </a:p>
        </p:txBody>
      </p:sp>
    </p:spTree>
    <p:extLst>
      <p:ext uri="{BB962C8B-B14F-4D97-AF65-F5344CB8AC3E}">
        <p14:creationId xmlns:p14="http://schemas.microsoft.com/office/powerpoint/2010/main" val="746372785"/>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155FDC82-2799-FF42-DE43-87A47E4814D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4282966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30F88A7D-E20D-9C04-1C87-655FE2CB09F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632303633"/>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3203442184"/>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ternative content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1999"/>
            <a:ext cx="11581200" cy="205836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3930364"/>
            <a:ext cx="12193200" cy="2019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Freeform 15">
            <a:extLst>
              <a:ext uri="{FF2B5EF4-FFF2-40B4-BE49-F238E27FC236}">
                <a16:creationId xmlns:a16="http://schemas.microsoft.com/office/drawing/2014/main" id="{29C4CBDD-B2F4-6DA2-44F3-F538A967B265}"/>
              </a:ext>
            </a:extLst>
          </p:cNvPr>
          <p:cNvSpPr/>
          <p:nvPr userDrawn="1"/>
        </p:nvSpPr>
        <p:spPr>
          <a:xfrm>
            <a:off x="7999036" y="3930364"/>
            <a:ext cx="3019540" cy="2019586"/>
          </a:xfrm>
          <a:custGeom>
            <a:avLst/>
            <a:gdLst>
              <a:gd name="connsiteX0" fmla="*/ 742160 w 3019540"/>
              <a:gd name="connsiteY0" fmla="*/ 0 h 2019586"/>
              <a:gd name="connsiteX1" fmla="*/ 3019540 w 3019540"/>
              <a:gd name="connsiteY1" fmla="*/ 0 h 2019586"/>
              <a:gd name="connsiteX2" fmla="*/ 2277379 w 3019540"/>
              <a:gd name="connsiteY2" fmla="*/ 2019586 h 2019586"/>
              <a:gd name="connsiteX3" fmla="*/ 0 w 3019540"/>
              <a:gd name="connsiteY3" fmla="*/ 2019586 h 2019586"/>
            </a:gdLst>
            <a:ahLst/>
            <a:cxnLst>
              <a:cxn ang="0">
                <a:pos x="connsiteX0" y="connsiteY0"/>
              </a:cxn>
              <a:cxn ang="0">
                <a:pos x="connsiteX1" y="connsiteY1"/>
              </a:cxn>
              <a:cxn ang="0">
                <a:pos x="connsiteX2" y="connsiteY2"/>
              </a:cxn>
              <a:cxn ang="0">
                <a:pos x="connsiteX3" y="connsiteY3"/>
              </a:cxn>
            </a:cxnLst>
            <a:rect l="l" t="t" r="r" b="b"/>
            <a:pathLst>
              <a:path w="3019540" h="2019586">
                <a:moveTo>
                  <a:pt x="742160" y="0"/>
                </a:moveTo>
                <a:lnTo>
                  <a:pt x="3019540" y="0"/>
                </a:lnTo>
                <a:lnTo>
                  <a:pt x="2277379" y="2019586"/>
                </a:lnTo>
                <a:lnTo>
                  <a:pt x="0" y="2019586"/>
                </a:lnTo>
                <a:close/>
              </a:path>
            </a:pathLst>
          </a:custGeom>
          <a:solidFill>
            <a:schemeClr val="bg1">
              <a:alpha val="2451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Tree>
    <p:extLst>
      <p:ext uri="{BB962C8B-B14F-4D97-AF65-F5344CB8AC3E}">
        <p14:creationId xmlns:p14="http://schemas.microsoft.com/office/powerpoint/2010/main" val="82416022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ternative content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61621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4035136"/>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1258888"/>
            <a:ext cx="12193200" cy="216570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39613820"/>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1260000"/>
            <a:ext cx="12192000" cy="2169000"/>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428355"/>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860355"/>
            <a:ext cx="11581200" cy="137052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380792561"/>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3429000"/>
            <a:ext cx="12192000" cy="2526512"/>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156864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342509005"/>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wo columns - basic">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3"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37168096"/>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58888"/>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1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16" name="Text Placeholder 15">
            <a:extLst>
              <a:ext uri="{FF2B5EF4-FFF2-40B4-BE49-F238E27FC236}">
                <a16:creationId xmlns:a16="http://schemas.microsoft.com/office/drawing/2014/main" id="{37F87247-C211-9AF7-A6A0-806395C2060A}"/>
              </a:ext>
            </a:extLst>
          </p:cNvPr>
          <p:cNvSpPr>
            <a:spLocks noGrp="1"/>
          </p:cNvSpPr>
          <p:nvPr>
            <p:ph type="body" sz="quarter" idx="21"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82309636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lumns -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Picture Placeholder 11">
            <a:extLst>
              <a:ext uri="{FF2B5EF4-FFF2-40B4-BE49-F238E27FC236}">
                <a16:creationId xmlns:a16="http://schemas.microsoft.com/office/drawing/2014/main" id="{3C8821C5-A6FB-D49F-DDED-113327453D83}"/>
              </a:ext>
            </a:extLst>
          </p:cNvPr>
          <p:cNvSpPr>
            <a:spLocks noGrp="1"/>
          </p:cNvSpPr>
          <p:nvPr>
            <p:ph type="pic" sz="quarter" idx="18"/>
          </p:nvPr>
        </p:nvSpPr>
        <p:spPr>
          <a:xfrm>
            <a:off x="305999"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4" name="Picture Placeholder 11">
            <a:extLst>
              <a:ext uri="{FF2B5EF4-FFF2-40B4-BE49-F238E27FC236}">
                <a16:creationId xmlns:a16="http://schemas.microsoft.com/office/drawing/2014/main" id="{1137409A-77D2-E7C9-7EDA-FC9F06F8DB9E}"/>
              </a:ext>
            </a:extLst>
          </p:cNvPr>
          <p:cNvSpPr>
            <a:spLocks noGrp="1"/>
          </p:cNvSpPr>
          <p:nvPr>
            <p:ph type="pic" sz="quarter" idx="19"/>
          </p:nvPr>
        </p:nvSpPr>
        <p:spPr>
          <a:xfrm>
            <a:off x="6237601"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244590453"/>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4264781"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8223563"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30645141"/>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57718173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hree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165029375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our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440006690"/>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Four columns with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13019745"/>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our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2919984231"/>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66112710"/>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11584794"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115848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9" name="Content Placeholder 10">
            <a:extLst>
              <a:ext uri="{FF2B5EF4-FFF2-40B4-BE49-F238E27FC236}">
                <a16:creationId xmlns:a16="http://schemas.microsoft.com/office/drawing/2014/main" id="{635868A0-C8FD-A3D7-C412-F83A19CD08B3}"/>
              </a:ext>
            </a:extLst>
          </p:cNvPr>
          <p:cNvSpPr>
            <a:spLocks noGrp="1"/>
          </p:cNvSpPr>
          <p:nvPr>
            <p:ph sz="quarter" idx="15"/>
          </p:nvPr>
        </p:nvSpPr>
        <p:spPr>
          <a:xfrm>
            <a:off x="305999" y="2592000"/>
            <a:ext cx="5648399"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1260000"/>
            <a:ext cx="5648400" cy="46899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29038357"/>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304800"/>
            <a:ext cx="5648400" cy="56451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Tree>
    <p:extLst>
      <p:ext uri="{BB962C8B-B14F-4D97-AF65-F5344CB8AC3E}">
        <p14:creationId xmlns:p14="http://schemas.microsoft.com/office/powerpoint/2010/main" val="342458644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9" name="Espace réservé pour une image  29">
            <a:extLst>
              <a:ext uri="{FF2B5EF4-FFF2-40B4-BE49-F238E27FC236}">
                <a16:creationId xmlns:a16="http://schemas.microsoft.com/office/drawing/2014/main" id="{ED358CFF-706E-64A6-81F1-82F7B43F79A4}"/>
              </a:ext>
            </a:extLst>
          </p:cNvPr>
          <p:cNvSpPr>
            <a:spLocks noGrp="1" noChangeAspect="1"/>
          </p:cNvSpPr>
          <p:nvPr>
            <p:ph type="pic" sz="quarter" idx="21"/>
          </p:nvPr>
        </p:nvSpPr>
        <p:spPr>
          <a:xfrm>
            <a:off x="6387206" y="304800"/>
            <a:ext cx="5498794" cy="5645150"/>
          </a:xfrm>
          <a:prstGeom prst="parallelogram">
            <a:avLst>
              <a:gd name="adj" fmla="val 34601"/>
            </a:avLst>
          </a:prstGeom>
          <a:solidFill>
            <a:schemeClr val="bg1">
              <a:lumMod val="95000"/>
            </a:schemeClr>
          </a:solidFill>
          <a:ln>
            <a:noFill/>
          </a:ln>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336214639"/>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ix block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4221137537"/>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ix block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080330976"/>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hree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09634"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09635"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68416"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68417"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271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27199"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D13B656-6467-C073-C26F-9B2F8CE5D052}"/>
              </a:ext>
            </a:extLst>
          </p:cNvPr>
          <p:cNvSpPr>
            <a:spLocks noGrp="1"/>
          </p:cNvSpPr>
          <p:nvPr>
            <p:ph type="pic" sz="quarter" idx="24"/>
          </p:nvPr>
        </p:nvSpPr>
        <p:spPr>
          <a:xfrm>
            <a:off x="304801" y="19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16" name="Picture Placeholder 14">
            <a:extLst>
              <a:ext uri="{FF2B5EF4-FFF2-40B4-BE49-F238E27FC236}">
                <a16:creationId xmlns:a16="http://schemas.microsoft.com/office/drawing/2014/main" id="{730BD01E-9314-90AA-551D-128BC858C47A}"/>
              </a:ext>
            </a:extLst>
          </p:cNvPr>
          <p:cNvSpPr>
            <a:spLocks noGrp="1"/>
          </p:cNvSpPr>
          <p:nvPr>
            <p:ph type="pic" sz="quarter" idx="25"/>
          </p:nvPr>
        </p:nvSpPr>
        <p:spPr>
          <a:xfrm>
            <a:off x="42635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85CF624A-A380-99FE-C23C-D960C6B51AC7}"/>
              </a:ext>
            </a:extLst>
          </p:cNvPr>
          <p:cNvSpPr>
            <a:spLocks noGrp="1"/>
          </p:cNvSpPr>
          <p:nvPr>
            <p:ph type="pic" sz="quarter" idx="26"/>
          </p:nvPr>
        </p:nvSpPr>
        <p:spPr>
          <a:xfrm>
            <a:off x="822236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4191792385"/>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ree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F0581416-50E1-E82F-8528-2CE457CD0CB0}"/>
              </a:ext>
            </a:extLst>
          </p:cNvPr>
          <p:cNvSpPr>
            <a:spLocks noGrp="1"/>
          </p:cNvSpPr>
          <p:nvPr>
            <p:ph type="pic" sz="quarter" idx="24"/>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8" name="Picture Placeholder 14">
            <a:extLst>
              <a:ext uri="{FF2B5EF4-FFF2-40B4-BE49-F238E27FC236}">
                <a16:creationId xmlns:a16="http://schemas.microsoft.com/office/drawing/2014/main" id="{5E2DCBAF-B731-246B-C848-100C8423D66B}"/>
              </a:ext>
            </a:extLst>
          </p:cNvPr>
          <p:cNvSpPr>
            <a:spLocks noGrp="1"/>
          </p:cNvSpPr>
          <p:nvPr>
            <p:ph type="pic" sz="quarter" idx="25"/>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5" name="Picture Placeholder 14">
            <a:extLst>
              <a:ext uri="{FF2B5EF4-FFF2-40B4-BE49-F238E27FC236}">
                <a16:creationId xmlns:a16="http://schemas.microsoft.com/office/drawing/2014/main" id="{DA4814D1-B27E-08F8-FDF9-168771E12799}"/>
              </a:ext>
            </a:extLst>
          </p:cNvPr>
          <p:cNvSpPr>
            <a:spLocks noGrp="1"/>
          </p:cNvSpPr>
          <p:nvPr>
            <p:ph type="pic" sz="quarter" idx="26"/>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40221564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our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3831"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3832"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849"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850"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386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386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86439A7-3822-1290-CAC9-BD96F35F8684}"/>
              </a:ext>
            </a:extLst>
          </p:cNvPr>
          <p:cNvSpPr>
            <a:spLocks noGrp="1"/>
          </p:cNvSpPr>
          <p:nvPr>
            <p:ph type="pic" sz="quarter" idx="24"/>
          </p:nvPr>
        </p:nvSpPr>
        <p:spPr>
          <a:xfrm>
            <a:off x="304800"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8881FA82-625B-3A61-C9A7-4B9BB4F3F6E0}"/>
              </a:ext>
            </a:extLst>
          </p:cNvPr>
          <p:cNvSpPr>
            <a:spLocks noGrp="1"/>
          </p:cNvSpPr>
          <p:nvPr>
            <p:ph type="pic" sz="quarter" idx="25"/>
          </p:nvPr>
        </p:nvSpPr>
        <p:spPr>
          <a:xfrm>
            <a:off x="32311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8288754-EC19-10D6-B558-74DB97EA1BE7}"/>
              </a:ext>
            </a:extLst>
          </p:cNvPr>
          <p:cNvSpPr>
            <a:spLocks noGrp="1"/>
          </p:cNvSpPr>
          <p:nvPr>
            <p:ph type="pic" sz="quarter" idx="28"/>
          </p:nvPr>
        </p:nvSpPr>
        <p:spPr>
          <a:xfrm>
            <a:off x="6157886"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D44BD020-479D-FBFB-D346-B67666EB3AEE}"/>
              </a:ext>
            </a:extLst>
          </p:cNvPr>
          <p:cNvSpPr>
            <a:spLocks noGrp="1"/>
          </p:cNvSpPr>
          <p:nvPr>
            <p:ph type="pic" sz="quarter" idx="29"/>
          </p:nvPr>
        </p:nvSpPr>
        <p:spPr>
          <a:xfrm>
            <a:off x="908868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629189387"/>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our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4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4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12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12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0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0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4799"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48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FA82684E-299D-151D-AC01-7693B8AF2DFC}"/>
              </a:ext>
            </a:extLst>
          </p:cNvPr>
          <p:cNvSpPr>
            <a:spLocks noGrp="1"/>
          </p:cNvSpPr>
          <p:nvPr>
            <p:ph type="pic" sz="quarter" idx="24"/>
          </p:nvPr>
        </p:nvSpPr>
        <p:spPr>
          <a:xfrm>
            <a:off x="304800"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9A680C2D-DE0C-2BE6-C4C1-167AED08BBA8}"/>
              </a:ext>
            </a:extLst>
          </p:cNvPr>
          <p:cNvSpPr>
            <a:spLocks noGrp="1"/>
          </p:cNvSpPr>
          <p:nvPr>
            <p:ph type="pic" sz="quarter" idx="25"/>
          </p:nvPr>
        </p:nvSpPr>
        <p:spPr>
          <a:xfrm>
            <a:off x="32311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9DE299DF-DBF8-3F0A-5C70-620983CABF25}"/>
              </a:ext>
            </a:extLst>
          </p:cNvPr>
          <p:cNvSpPr>
            <a:spLocks noGrp="1"/>
          </p:cNvSpPr>
          <p:nvPr>
            <p:ph type="pic" sz="quarter" idx="28"/>
          </p:nvPr>
        </p:nvSpPr>
        <p:spPr>
          <a:xfrm>
            <a:off x="6157886"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328CB566-8AC7-665C-FAB0-976D393A95D7}"/>
              </a:ext>
            </a:extLst>
          </p:cNvPr>
          <p:cNvSpPr>
            <a:spLocks noGrp="1"/>
          </p:cNvSpPr>
          <p:nvPr>
            <p:ph type="pic" sz="quarter" idx="29"/>
          </p:nvPr>
        </p:nvSpPr>
        <p:spPr>
          <a:xfrm>
            <a:off x="9088687"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226575379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ix block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259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20" name="Picture Placeholder 14">
            <a:extLst>
              <a:ext uri="{FF2B5EF4-FFF2-40B4-BE49-F238E27FC236}">
                <a16:creationId xmlns:a16="http://schemas.microsoft.com/office/drawing/2014/main" id="{9591626B-58F0-DFE6-D291-D1F74A047BE7}"/>
              </a:ext>
            </a:extLst>
          </p:cNvPr>
          <p:cNvSpPr>
            <a:spLocks noGrp="1"/>
          </p:cNvSpPr>
          <p:nvPr>
            <p:ph type="pic" sz="quarter" idx="30"/>
          </p:nvPr>
        </p:nvSpPr>
        <p:spPr>
          <a:xfrm>
            <a:off x="304801" y="1991016"/>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1" name="Picture Placeholder 14">
            <a:extLst>
              <a:ext uri="{FF2B5EF4-FFF2-40B4-BE49-F238E27FC236}">
                <a16:creationId xmlns:a16="http://schemas.microsoft.com/office/drawing/2014/main" id="{419217D5-9389-E4D4-C7C1-076CA234E5B7}"/>
              </a:ext>
            </a:extLst>
          </p:cNvPr>
          <p:cNvSpPr>
            <a:spLocks noGrp="1"/>
          </p:cNvSpPr>
          <p:nvPr>
            <p:ph type="pic" sz="quarter" idx="31"/>
          </p:nvPr>
        </p:nvSpPr>
        <p:spPr>
          <a:xfrm>
            <a:off x="4263584"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ECD36A1E-7B2E-2134-533F-C023B8AFBE3A}"/>
              </a:ext>
            </a:extLst>
          </p:cNvPr>
          <p:cNvSpPr>
            <a:spLocks noGrp="1"/>
          </p:cNvSpPr>
          <p:nvPr>
            <p:ph type="pic" sz="quarter" idx="32"/>
          </p:nvPr>
        </p:nvSpPr>
        <p:spPr>
          <a:xfrm>
            <a:off x="8222367"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3" name="Picture Placeholder 14">
            <a:extLst>
              <a:ext uri="{FF2B5EF4-FFF2-40B4-BE49-F238E27FC236}">
                <a16:creationId xmlns:a16="http://schemas.microsoft.com/office/drawing/2014/main" id="{3AEC8FD1-28A6-3231-B7EC-2C76E3CBF03A}"/>
              </a:ext>
            </a:extLst>
          </p:cNvPr>
          <p:cNvSpPr>
            <a:spLocks noGrp="1"/>
          </p:cNvSpPr>
          <p:nvPr>
            <p:ph type="pic" sz="quarter" idx="33"/>
          </p:nvPr>
        </p:nvSpPr>
        <p:spPr>
          <a:xfrm>
            <a:off x="304801"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A67A67F9-C4E6-257B-32E3-A57F1190942C}"/>
              </a:ext>
            </a:extLst>
          </p:cNvPr>
          <p:cNvSpPr>
            <a:spLocks noGrp="1"/>
          </p:cNvSpPr>
          <p:nvPr>
            <p:ph type="pic" sz="quarter" idx="34"/>
          </p:nvPr>
        </p:nvSpPr>
        <p:spPr>
          <a:xfrm>
            <a:off x="4263584"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5" name="Picture Placeholder 14">
            <a:extLst>
              <a:ext uri="{FF2B5EF4-FFF2-40B4-BE49-F238E27FC236}">
                <a16:creationId xmlns:a16="http://schemas.microsoft.com/office/drawing/2014/main" id="{38AAB764-B8CC-20D4-676B-A928F053992B}"/>
              </a:ext>
            </a:extLst>
          </p:cNvPr>
          <p:cNvSpPr>
            <a:spLocks noGrp="1"/>
          </p:cNvSpPr>
          <p:nvPr>
            <p:ph type="pic" sz="quarter" idx="35"/>
          </p:nvPr>
        </p:nvSpPr>
        <p:spPr>
          <a:xfrm>
            <a:off x="8222367"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743880733"/>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ix block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2BF23F95-2673-FE84-66E7-82097451E463}"/>
              </a:ext>
            </a:extLst>
          </p:cNvPr>
          <p:cNvSpPr>
            <a:spLocks noGrp="1"/>
          </p:cNvSpPr>
          <p:nvPr>
            <p:ph type="pic" sz="quarter" idx="30"/>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0" name="Picture Placeholder 14">
            <a:extLst>
              <a:ext uri="{FF2B5EF4-FFF2-40B4-BE49-F238E27FC236}">
                <a16:creationId xmlns:a16="http://schemas.microsoft.com/office/drawing/2014/main" id="{C7CCFC2C-8E49-1CD8-E77D-05EC46161534}"/>
              </a:ext>
            </a:extLst>
          </p:cNvPr>
          <p:cNvSpPr>
            <a:spLocks noGrp="1"/>
          </p:cNvSpPr>
          <p:nvPr>
            <p:ph type="pic" sz="quarter" idx="31"/>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1" name="Picture Placeholder 14">
            <a:extLst>
              <a:ext uri="{FF2B5EF4-FFF2-40B4-BE49-F238E27FC236}">
                <a16:creationId xmlns:a16="http://schemas.microsoft.com/office/drawing/2014/main" id="{99383212-5E56-5076-CADC-AE74C2E23549}"/>
              </a:ext>
            </a:extLst>
          </p:cNvPr>
          <p:cNvSpPr>
            <a:spLocks noGrp="1"/>
          </p:cNvSpPr>
          <p:nvPr>
            <p:ph type="pic" sz="quarter" idx="32"/>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B23A623D-583C-7275-793F-72445CF17BC5}"/>
              </a:ext>
            </a:extLst>
          </p:cNvPr>
          <p:cNvSpPr>
            <a:spLocks noGrp="1"/>
          </p:cNvSpPr>
          <p:nvPr>
            <p:ph type="pic" sz="quarter" idx="33"/>
          </p:nvPr>
        </p:nvSpPr>
        <p:spPr>
          <a:xfrm>
            <a:off x="304801" y="3502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3" name="Picture Placeholder 14">
            <a:extLst>
              <a:ext uri="{FF2B5EF4-FFF2-40B4-BE49-F238E27FC236}">
                <a16:creationId xmlns:a16="http://schemas.microsoft.com/office/drawing/2014/main" id="{85ECF528-F4CD-11DE-C52B-74C6A0536CB6}"/>
              </a:ext>
            </a:extLst>
          </p:cNvPr>
          <p:cNvSpPr>
            <a:spLocks noGrp="1"/>
          </p:cNvSpPr>
          <p:nvPr>
            <p:ph type="pic" sz="quarter" idx="34"/>
          </p:nvPr>
        </p:nvSpPr>
        <p:spPr>
          <a:xfrm>
            <a:off x="4263584"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770DC091-DD84-E985-38FC-1D5ACA0845A1}"/>
              </a:ext>
            </a:extLst>
          </p:cNvPr>
          <p:cNvSpPr>
            <a:spLocks noGrp="1"/>
          </p:cNvSpPr>
          <p:nvPr>
            <p:ph type="pic" sz="quarter" idx="35"/>
          </p:nvPr>
        </p:nvSpPr>
        <p:spPr>
          <a:xfrm>
            <a:off x="8222367"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325756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AD6B1-3EFA-DC15-FA38-C5DFFE8BD92E}"/>
              </a:ext>
            </a:extLst>
          </p:cNvPr>
          <p:cNvSpPr>
            <a:spLocks noGrp="1"/>
          </p:cNvSpPr>
          <p:nvPr>
            <p:ph type="title"/>
          </p:nvPr>
        </p:nvSpPr>
        <p:spPr>
          <a:xfrm>
            <a:off x="306000" y="2422800"/>
            <a:ext cx="11581200" cy="360000"/>
          </a:xfrm>
        </p:spPr>
        <p:txBody>
          <a:bodyPr anchor="t"/>
          <a:lstStyle/>
          <a:p>
            <a:r>
              <a:rPr lang="ko-KR" altLang="en-US"/>
              <a:t>마스터 제목 스타일 편집</a:t>
            </a:r>
            <a:endParaRPr lang="en-GB" dirty="0"/>
          </a:p>
        </p:txBody>
      </p:sp>
      <p:sp>
        <p:nvSpPr>
          <p:cNvPr id="3" name="Date Placeholder 2">
            <a:extLst>
              <a:ext uri="{FF2B5EF4-FFF2-40B4-BE49-F238E27FC236}">
                <a16:creationId xmlns:a16="http://schemas.microsoft.com/office/drawing/2014/main" id="{84823C6B-F584-EFF0-D4B2-F50D4DEE6D6D}"/>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0E8608B-C9BE-0115-D98A-80D843DB3C2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C8BE60D8-D1AB-0B88-66B3-B28585C5AA28}"/>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A9594359-489A-D8EC-A63B-358473973D9E}"/>
              </a:ext>
            </a:extLst>
          </p:cNvPr>
          <p:cNvSpPr>
            <a:spLocks noGrp="1"/>
          </p:cNvSpPr>
          <p:nvPr>
            <p:ph type="body" sz="quarter" idx="13"/>
          </p:nvPr>
        </p:nvSpPr>
        <p:spPr>
          <a:xfrm>
            <a:off x="304800" y="2869248"/>
            <a:ext cx="11581200" cy="1590675"/>
          </a:xfrm>
        </p:spPr>
        <p:txBody>
          <a:bodyPr anchor="t"/>
          <a:lstStyle>
            <a:lvl1pPr marL="0" indent="0">
              <a:buNone/>
              <a:defRPr sz="3600" b="1"/>
            </a:lvl1pPr>
            <a:lvl2pPr marL="176213" indent="0">
              <a:buNone/>
              <a:defRPr sz="3600" b="1"/>
            </a:lvl2pPr>
            <a:lvl3pPr marL="357188" indent="0">
              <a:buNone/>
              <a:defRPr sz="3600" b="1"/>
            </a:lvl3pPr>
            <a:lvl4pPr marL="534988" indent="0">
              <a:buNone/>
              <a:defRPr sz="3600" b="1"/>
            </a:lvl4pPr>
            <a:lvl5pPr marL="715963" indent="0">
              <a:buNone/>
              <a:defRPr sz="3600" b="1"/>
            </a:lvl5pPr>
          </a:lstStyle>
          <a:p>
            <a:pPr lvl="0"/>
            <a:r>
              <a:rPr lang="ko-KR" altLang="en-US"/>
              <a:t>마스터 텍스트 스타일을 편집하려면 클릭</a:t>
            </a:r>
          </a:p>
        </p:txBody>
      </p:sp>
    </p:spTree>
    <p:extLst>
      <p:ext uri="{BB962C8B-B14F-4D97-AF65-F5344CB8AC3E}">
        <p14:creationId xmlns:p14="http://schemas.microsoft.com/office/powerpoint/2010/main" val="2124327087"/>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Quot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7">
            <a:extLst>
              <a:ext uri="{FF2B5EF4-FFF2-40B4-BE49-F238E27FC236}">
                <a16:creationId xmlns:a16="http://schemas.microsoft.com/office/drawing/2014/main" id="{7AC093CF-9094-42B3-E644-4B1D722C8086}"/>
              </a:ext>
            </a:extLst>
          </p:cNvPr>
          <p:cNvSpPr>
            <a:spLocks noGrp="1"/>
          </p:cNvSpPr>
          <p:nvPr>
            <p:ph type="pic" sz="quarter" idx="14"/>
          </p:nvPr>
        </p:nvSpPr>
        <p:spPr>
          <a:xfrm>
            <a:off x="306000" y="1258889"/>
            <a:ext cx="5648400" cy="4691062"/>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p:nvPr>
        </p:nvSpPr>
        <p:spPr>
          <a:xfrm>
            <a:off x="6243563" y="1258888"/>
            <a:ext cx="5648400" cy="4240212"/>
          </a:xfrm>
        </p:spPr>
        <p:txBody>
          <a:bodyPr anchor="t"/>
          <a:lstStyle>
            <a:lvl1pPr marL="157163" indent="-157163">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8" name="Text Placeholder 12">
            <a:extLst>
              <a:ext uri="{FF2B5EF4-FFF2-40B4-BE49-F238E27FC236}">
                <a16:creationId xmlns:a16="http://schemas.microsoft.com/office/drawing/2014/main" id="{DD79567B-BA61-21E3-EB1B-6B95C8E88DE1}"/>
              </a:ext>
            </a:extLst>
          </p:cNvPr>
          <p:cNvSpPr>
            <a:spLocks noGrp="1"/>
          </p:cNvSpPr>
          <p:nvPr>
            <p:ph type="body" sz="quarter" idx="19" hasCustomPrompt="1"/>
          </p:nvPr>
        </p:nvSpPr>
        <p:spPr>
          <a:xfrm>
            <a:off x="6237602" y="5499100"/>
            <a:ext cx="5648398"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40916460"/>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lternative_Quote layout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44ABC-A943-3ED6-C41B-5AFF1F1E01A8}"/>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hasCustomPrompt="1"/>
          </p:nvPr>
        </p:nvSpPr>
        <p:spPr>
          <a:xfrm>
            <a:off x="7997735" y="1260000"/>
            <a:ext cx="3748720" cy="4239100"/>
          </a:xfrm>
        </p:spPr>
        <p:txBody>
          <a:bodyPr/>
          <a:lstStyle>
            <a:lvl1pPr marL="120650" indent="-120650">
              <a:buNone/>
              <a:defRPr sz="2400" b="0"/>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en-US" dirty="0"/>
              <a:t>“Click to edit Master text styles</a:t>
            </a:r>
          </a:p>
        </p:txBody>
      </p:sp>
      <p:sp>
        <p:nvSpPr>
          <p:cNvPr id="8" name="Text Placeholder 8">
            <a:extLst>
              <a:ext uri="{FF2B5EF4-FFF2-40B4-BE49-F238E27FC236}">
                <a16:creationId xmlns:a16="http://schemas.microsoft.com/office/drawing/2014/main" id="{F8DBE469-FA96-A611-CE98-0F2F91BDD651}"/>
              </a:ext>
            </a:extLst>
          </p:cNvPr>
          <p:cNvSpPr>
            <a:spLocks noGrp="1"/>
          </p:cNvSpPr>
          <p:nvPr>
            <p:ph type="body" sz="quarter" idx="14" hasCustomPrompt="1"/>
          </p:nvPr>
        </p:nvSpPr>
        <p:spPr>
          <a:xfrm>
            <a:off x="305997" y="1260000"/>
            <a:ext cx="72000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F390D26B-A5B3-53AF-787D-CA185DA722E3}"/>
              </a:ext>
            </a:extLst>
          </p:cNvPr>
          <p:cNvSpPr>
            <a:spLocks noGrp="1"/>
          </p:cNvSpPr>
          <p:nvPr>
            <p:ph sz="quarter" idx="18"/>
          </p:nvPr>
        </p:nvSpPr>
        <p:spPr>
          <a:xfrm>
            <a:off x="305998" y="1692000"/>
            <a:ext cx="720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pic>
        <p:nvPicPr>
          <p:cNvPr id="10" name="Picture 9" descr="Blue letters on a black background&#10;&#10;Description automatically generated">
            <a:extLst>
              <a:ext uri="{FF2B5EF4-FFF2-40B4-BE49-F238E27FC236}">
                <a16:creationId xmlns:a16="http://schemas.microsoft.com/office/drawing/2014/main" id="{A695A264-93AA-CE06-BF63-CD04C406C7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2" name="Text Placeholder 12">
            <a:extLst>
              <a:ext uri="{FF2B5EF4-FFF2-40B4-BE49-F238E27FC236}">
                <a16:creationId xmlns:a16="http://schemas.microsoft.com/office/drawing/2014/main" id="{29C61118-65C4-E1C5-E036-604CF0B059E8}"/>
              </a:ext>
            </a:extLst>
          </p:cNvPr>
          <p:cNvSpPr>
            <a:spLocks noGrp="1"/>
          </p:cNvSpPr>
          <p:nvPr>
            <p:ph type="body" sz="quarter" idx="19" hasCustomPrompt="1"/>
          </p:nvPr>
        </p:nvSpPr>
        <p:spPr>
          <a:xfrm>
            <a:off x="7997735" y="5499100"/>
            <a:ext cx="3748720"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51509866"/>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lumns with right highligh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59F930D-35CB-01D0-4761-E9A6692624F6}"/>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2FAA43-049E-0EDB-73E3-7ED4429EAC2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BB65ECB-6708-A610-4029-A91BD50C7BF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E33E1FAB-C451-E465-8500-00AEE22D82F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EB4D2BA-FFC1-18C8-F9F3-DBECD87DE18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5F5A8C2-A4E5-0B25-09CD-E49B8737675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pic>
        <p:nvPicPr>
          <p:cNvPr id="8" name="Picture 7" descr="Blue letters on a black background&#10;&#10;Description automatically generated">
            <a:extLst>
              <a:ext uri="{FF2B5EF4-FFF2-40B4-BE49-F238E27FC236}">
                <a16:creationId xmlns:a16="http://schemas.microsoft.com/office/drawing/2014/main" id="{C31CD433-4D6D-8EAB-439A-3F97BE7866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1" name="Content Placeholder 9">
            <a:extLst>
              <a:ext uri="{FF2B5EF4-FFF2-40B4-BE49-F238E27FC236}">
                <a16:creationId xmlns:a16="http://schemas.microsoft.com/office/drawing/2014/main" id="{92E247C2-C9E4-83C5-F04A-E5EA50CF0DAD}"/>
              </a:ext>
            </a:extLst>
          </p:cNvPr>
          <p:cNvSpPr>
            <a:spLocks noGrp="1"/>
          </p:cNvSpPr>
          <p:nvPr>
            <p:ph sz="quarter" idx="15"/>
          </p:nvPr>
        </p:nvSpPr>
        <p:spPr>
          <a:xfrm>
            <a:off x="7876131" y="1258888"/>
            <a:ext cx="4011069" cy="4691062"/>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4" name="Text Placeholder 8">
            <a:extLst>
              <a:ext uri="{FF2B5EF4-FFF2-40B4-BE49-F238E27FC236}">
                <a16:creationId xmlns:a16="http://schemas.microsoft.com/office/drawing/2014/main" id="{DFC463AB-4BD2-49D5-767F-54FC8EA65B16}"/>
              </a:ext>
            </a:extLst>
          </p:cNvPr>
          <p:cNvSpPr>
            <a:spLocks noGrp="1"/>
          </p:cNvSpPr>
          <p:nvPr>
            <p:ph type="body" sz="quarter" idx="14" hasCustomPrompt="1"/>
          </p:nvPr>
        </p:nvSpPr>
        <p:spPr>
          <a:xfrm>
            <a:off x="305997" y="1260000"/>
            <a:ext cx="695840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271815FF-0161-8C49-AB75-C04614AA1BB6}"/>
              </a:ext>
            </a:extLst>
          </p:cNvPr>
          <p:cNvSpPr>
            <a:spLocks noGrp="1"/>
          </p:cNvSpPr>
          <p:nvPr>
            <p:ph sz="quarter" idx="18"/>
          </p:nvPr>
        </p:nvSpPr>
        <p:spPr>
          <a:xfrm>
            <a:off x="305998" y="1692000"/>
            <a:ext cx="6958402"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700108508"/>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6774D-425F-4BC0-2A89-D4FFAD2D27AF}"/>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ECD2A33-8FED-378E-7CD7-17B365A7EE5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4581165-1F65-1CE8-67D1-821449075D5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BEC5859-8CFE-67C8-1FC8-66D5E71B983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D3BA3C3-C7E2-5DDF-A5DF-F098DEE555F9}"/>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1330838445"/>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ac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15" name="Text Placeholder 14">
            <a:extLst>
              <a:ext uri="{FF2B5EF4-FFF2-40B4-BE49-F238E27FC236}">
                <a16:creationId xmlns:a16="http://schemas.microsoft.com/office/drawing/2014/main" id="{672A2661-F0D3-EA1A-1204-1F0DD202305C}"/>
              </a:ext>
            </a:extLst>
          </p:cNvPr>
          <p:cNvSpPr>
            <a:spLocks noGrp="1"/>
          </p:cNvSpPr>
          <p:nvPr>
            <p:ph type="body" sz="quarter" idx="14" hasCustomPrompt="1"/>
          </p:nvPr>
        </p:nvSpPr>
        <p:spPr>
          <a:xfrm>
            <a:off x="306000" y="1260000"/>
            <a:ext cx="3276128" cy="360000"/>
          </a:xfrm>
        </p:spPr>
        <p:txBody>
          <a:bodyPr anchor="t"/>
          <a:lstStyle>
            <a:lvl1pPr marL="0" indent="0">
              <a:buNone/>
              <a:defRPr/>
            </a:lvl1pPr>
          </a:lstStyle>
          <a:p>
            <a:pPr lvl="0"/>
            <a:r>
              <a:rPr lang="en-US" dirty="0"/>
              <a:t>Our team</a:t>
            </a:r>
            <a:endParaRPr lang="en-GB" dirty="0"/>
          </a:p>
        </p:txBody>
      </p:sp>
      <p:sp>
        <p:nvSpPr>
          <p:cNvPr id="17" name="Text Placeholder 16">
            <a:extLst>
              <a:ext uri="{FF2B5EF4-FFF2-40B4-BE49-F238E27FC236}">
                <a16:creationId xmlns:a16="http://schemas.microsoft.com/office/drawing/2014/main" id="{06AAF7BD-B690-19AE-85DD-D64C07178B94}"/>
              </a:ext>
            </a:extLst>
          </p:cNvPr>
          <p:cNvSpPr>
            <a:spLocks noGrp="1"/>
          </p:cNvSpPr>
          <p:nvPr>
            <p:ph type="body" sz="quarter" idx="15"/>
          </p:nvPr>
        </p:nvSpPr>
        <p:spPr>
          <a:xfrm>
            <a:off x="304800" y="1692000"/>
            <a:ext cx="3277200" cy="1501775"/>
          </a:xfrm>
        </p:spPr>
        <p:txBody>
          <a:bodyPr anchor="t"/>
          <a:lstStyle>
            <a:lvl1pPr marL="0" indent="0">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20" name="Picture Placeholder 19">
            <a:extLst>
              <a:ext uri="{FF2B5EF4-FFF2-40B4-BE49-F238E27FC236}">
                <a16:creationId xmlns:a16="http://schemas.microsoft.com/office/drawing/2014/main" id="{8D23521A-6BFC-0413-2BE0-68637565C490}"/>
              </a:ext>
            </a:extLst>
          </p:cNvPr>
          <p:cNvSpPr>
            <a:spLocks noGrp="1"/>
          </p:cNvSpPr>
          <p:nvPr>
            <p:ph type="pic" sz="quarter" idx="16"/>
          </p:nvPr>
        </p:nvSpPr>
        <p:spPr>
          <a:xfrm>
            <a:off x="3821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1" name="Picture Placeholder 19">
            <a:extLst>
              <a:ext uri="{FF2B5EF4-FFF2-40B4-BE49-F238E27FC236}">
                <a16:creationId xmlns:a16="http://schemas.microsoft.com/office/drawing/2014/main" id="{777DA299-DF9F-AA0B-EBD9-B89A2B27B94D}"/>
              </a:ext>
            </a:extLst>
          </p:cNvPr>
          <p:cNvSpPr>
            <a:spLocks noGrp="1"/>
          </p:cNvSpPr>
          <p:nvPr>
            <p:ph type="pic" sz="quarter" idx="17"/>
          </p:nvPr>
        </p:nvSpPr>
        <p:spPr>
          <a:xfrm>
            <a:off x="7973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Picture Placeholder 19">
            <a:extLst>
              <a:ext uri="{FF2B5EF4-FFF2-40B4-BE49-F238E27FC236}">
                <a16:creationId xmlns:a16="http://schemas.microsoft.com/office/drawing/2014/main" id="{9EDEE6B0-32AE-5C3F-B6C7-53332D9C70E4}"/>
              </a:ext>
            </a:extLst>
          </p:cNvPr>
          <p:cNvSpPr>
            <a:spLocks noGrp="1"/>
          </p:cNvSpPr>
          <p:nvPr>
            <p:ph type="pic" sz="quarter" idx="18"/>
          </p:nvPr>
        </p:nvSpPr>
        <p:spPr>
          <a:xfrm>
            <a:off x="3821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3" name="Picture Placeholder 19">
            <a:extLst>
              <a:ext uri="{FF2B5EF4-FFF2-40B4-BE49-F238E27FC236}">
                <a16:creationId xmlns:a16="http://schemas.microsoft.com/office/drawing/2014/main" id="{62F9F762-D9F9-DA71-29D1-C79016D1A8D0}"/>
              </a:ext>
            </a:extLst>
          </p:cNvPr>
          <p:cNvSpPr>
            <a:spLocks noGrp="1"/>
          </p:cNvSpPr>
          <p:nvPr>
            <p:ph type="pic" sz="quarter" idx="19"/>
          </p:nvPr>
        </p:nvSpPr>
        <p:spPr>
          <a:xfrm>
            <a:off x="7973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24">
            <a:extLst>
              <a:ext uri="{FF2B5EF4-FFF2-40B4-BE49-F238E27FC236}">
                <a16:creationId xmlns:a16="http://schemas.microsoft.com/office/drawing/2014/main" id="{E33872C5-04BF-F8E7-4D24-9D0D57B1BB24}"/>
              </a:ext>
            </a:extLst>
          </p:cNvPr>
          <p:cNvSpPr>
            <a:spLocks noGrp="1"/>
          </p:cNvSpPr>
          <p:nvPr>
            <p:ph type="body" sz="quarter" idx="20" hasCustomPrompt="1"/>
          </p:nvPr>
        </p:nvSpPr>
        <p:spPr>
          <a:xfrm>
            <a:off x="5706949" y="2117664"/>
            <a:ext cx="2027051" cy="360000"/>
          </a:xfrm>
        </p:spPr>
        <p:txBody>
          <a:bodyPr/>
          <a:lstStyle>
            <a:lvl1pPr marL="0" indent="0">
              <a:buNone/>
              <a:defRPr b="1"/>
            </a:lvl1pPr>
          </a:lstStyle>
          <a:p>
            <a:pPr lvl="0"/>
            <a:r>
              <a:rPr lang="en-US" dirty="0"/>
              <a:t>Name surname</a:t>
            </a:r>
            <a:endParaRPr lang="en-GB" dirty="0"/>
          </a:p>
        </p:txBody>
      </p:sp>
      <p:sp>
        <p:nvSpPr>
          <p:cNvPr id="26" name="Text Placeholder 24">
            <a:extLst>
              <a:ext uri="{FF2B5EF4-FFF2-40B4-BE49-F238E27FC236}">
                <a16:creationId xmlns:a16="http://schemas.microsoft.com/office/drawing/2014/main" id="{FBD4C676-D3A0-7C78-8E0C-1156D9E4EFC2}"/>
              </a:ext>
            </a:extLst>
          </p:cNvPr>
          <p:cNvSpPr>
            <a:spLocks noGrp="1"/>
          </p:cNvSpPr>
          <p:nvPr>
            <p:ph type="body" sz="quarter" idx="21" hasCustomPrompt="1"/>
          </p:nvPr>
        </p:nvSpPr>
        <p:spPr>
          <a:xfrm>
            <a:off x="5706949" y="2538000"/>
            <a:ext cx="2027051" cy="360000"/>
          </a:xfrm>
        </p:spPr>
        <p:txBody>
          <a:bodyPr/>
          <a:lstStyle>
            <a:lvl1pPr marL="0" indent="0">
              <a:buNone/>
              <a:defRPr b="0"/>
            </a:lvl1pPr>
          </a:lstStyle>
          <a:p>
            <a:pPr lvl="0"/>
            <a:r>
              <a:rPr lang="en-US" dirty="0"/>
              <a:t>Job title</a:t>
            </a:r>
            <a:endParaRPr lang="en-GB" dirty="0"/>
          </a:p>
        </p:txBody>
      </p:sp>
      <p:sp>
        <p:nvSpPr>
          <p:cNvPr id="27" name="Text Placeholder 24">
            <a:extLst>
              <a:ext uri="{FF2B5EF4-FFF2-40B4-BE49-F238E27FC236}">
                <a16:creationId xmlns:a16="http://schemas.microsoft.com/office/drawing/2014/main" id="{5A2D47DF-6C80-9D62-8F40-BED8626C265A}"/>
              </a:ext>
            </a:extLst>
          </p:cNvPr>
          <p:cNvSpPr>
            <a:spLocks noGrp="1"/>
          </p:cNvSpPr>
          <p:nvPr>
            <p:ph type="body" sz="quarter" idx="22" hasCustomPrompt="1"/>
          </p:nvPr>
        </p:nvSpPr>
        <p:spPr>
          <a:xfrm>
            <a:off x="9858949" y="2117664"/>
            <a:ext cx="2027051" cy="360000"/>
          </a:xfrm>
        </p:spPr>
        <p:txBody>
          <a:bodyPr/>
          <a:lstStyle>
            <a:lvl1pPr marL="0" indent="0">
              <a:buNone/>
              <a:defRPr b="1"/>
            </a:lvl1pPr>
          </a:lstStyle>
          <a:p>
            <a:pPr lvl="0"/>
            <a:r>
              <a:rPr lang="en-US" dirty="0"/>
              <a:t>Name surname</a:t>
            </a:r>
            <a:endParaRPr lang="en-GB" dirty="0"/>
          </a:p>
        </p:txBody>
      </p:sp>
      <p:sp>
        <p:nvSpPr>
          <p:cNvPr id="28" name="Text Placeholder 24">
            <a:extLst>
              <a:ext uri="{FF2B5EF4-FFF2-40B4-BE49-F238E27FC236}">
                <a16:creationId xmlns:a16="http://schemas.microsoft.com/office/drawing/2014/main" id="{124E0AA2-5A10-C4F8-7FF7-3331E936DA95}"/>
              </a:ext>
            </a:extLst>
          </p:cNvPr>
          <p:cNvSpPr>
            <a:spLocks noGrp="1"/>
          </p:cNvSpPr>
          <p:nvPr>
            <p:ph type="body" sz="quarter" idx="23" hasCustomPrompt="1"/>
          </p:nvPr>
        </p:nvSpPr>
        <p:spPr>
          <a:xfrm>
            <a:off x="9858949" y="2538000"/>
            <a:ext cx="2027051" cy="360000"/>
          </a:xfrm>
        </p:spPr>
        <p:txBody>
          <a:bodyPr/>
          <a:lstStyle>
            <a:lvl1pPr marL="0" indent="0">
              <a:buNone/>
              <a:defRPr b="0"/>
            </a:lvl1pPr>
          </a:lstStyle>
          <a:p>
            <a:pPr lvl="0"/>
            <a:r>
              <a:rPr lang="en-US" dirty="0"/>
              <a:t>Job title</a:t>
            </a:r>
            <a:endParaRPr lang="en-GB" dirty="0"/>
          </a:p>
        </p:txBody>
      </p:sp>
      <p:sp>
        <p:nvSpPr>
          <p:cNvPr id="29" name="Text Placeholder 24">
            <a:extLst>
              <a:ext uri="{FF2B5EF4-FFF2-40B4-BE49-F238E27FC236}">
                <a16:creationId xmlns:a16="http://schemas.microsoft.com/office/drawing/2014/main" id="{8BDB34A3-36A9-DFDC-3C94-2120F1A7EB46}"/>
              </a:ext>
            </a:extLst>
          </p:cNvPr>
          <p:cNvSpPr>
            <a:spLocks noGrp="1"/>
          </p:cNvSpPr>
          <p:nvPr>
            <p:ph type="body" sz="quarter" idx="24" hasCustomPrompt="1"/>
          </p:nvPr>
        </p:nvSpPr>
        <p:spPr>
          <a:xfrm>
            <a:off x="5706949" y="4510188"/>
            <a:ext cx="2027051" cy="360000"/>
          </a:xfrm>
        </p:spPr>
        <p:txBody>
          <a:bodyPr/>
          <a:lstStyle>
            <a:lvl1pPr marL="0" indent="0">
              <a:buNone/>
              <a:defRPr b="1"/>
            </a:lvl1pPr>
          </a:lstStyle>
          <a:p>
            <a:pPr lvl="0"/>
            <a:r>
              <a:rPr lang="en-US" dirty="0"/>
              <a:t>Name surname</a:t>
            </a:r>
            <a:endParaRPr lang="en-GB" dirty="0"/>
          </a:p>
        </p:txBody>
      </p:sp>
      <p:sp>
        <p:nvSpPr>
          <p:cNvPr id="30" name="Text Placeholder 24">
            <a:extLst>
              <a:ext uri="{FF2B5EF4-FFF2-40B4-BE49-F238E27FC236}">
                <a16:creationId xmlns:a16="http://schemas.microsoft.com/office/drawing/2014/main" id="{A3717ED6-BDEA-E997-D0EF-C7FC7E6B0A2F}"/>
              </a:ext>
            </a:extLst>
          </p:cNvPr>
          <p:cNvSpPr>
            <a:spLocks noGrp="1"/>
          </p:cNvSpPr>
          <p:nvPr>
            <p:ph type="body" sz="quarter" idx="25" hasCustomPrompt="1"/>
          </p:nvPr>
        </p:nvSpPr>
        <p:spPr>
          <a:xfrm>
            <a:off x="5706949" y="4930524"/>
            <a:ext cx="2027051" cy="360000"/>
          </a:xfrm>
        </p:spPr>
        <p:txBody>
          <a:bodyPr/>
          <a:lstStyle>
            <a:lvl1pPr marL="0" indent="0">
              <a:buNone/>
              <a:defRPr b="0"/>
            </a:lvl1pPr>
          </a:lstStyle>
          <a:p>
            <a:pPr lvl="0"/>
            <a:r>
              <a:rPr lang="en-US" dirty="0"/>
              <a:t>Job title</a:t>
            </a:r>
            <a:endParaRPr lang="en-GB" dirty="0"/>
          </a:p>
        </p:txBody>
      </p:sp>
      <p:sp>
        <p:nvSpPr>
          <p:cNvPr id="31" name="Text Placeholder 24">
            <a:extLst>
              <a:ext uri="{FF2B5EF4-FFF2-40B4-BE49-F238E27FC236}">
                <a16:creationId xmlns:a16="http://schemas.microsoft.com/office/drawing/2014/main" id="{46608C4E-A3D0-8547-0277-9E3C281776B0}"/>
              </a:ext>
            </a:extLst>
          </p:cNvPr>
          <p:cNvSpPr>
            <a:spLocks noGrp="1"/>
          </p:cNvSpPr>
          <p:nvPr>
            <p:ph type="body" sz="quarter" idx="26" hasCustomPrompt="1"/>
          </p:nvPr>
        </p:nvSpPr>
        <p:spPr>
          <a:xfrm>
            <a:off x="9858949" y="4510188"/>
            <a:ext cx="2027051" cy="360000"/>
          </a:xfrm>
        </p:spPr>
        <p:txBody>
          <a:bodyPr/>
          <a:lstStyle>
            <a:lvl1pPr marL="0" indent="0">
              <a:buNone/>
              <a:defRPr b="1"/>
            </a:lvl1pPr>
          </a:lstStyle>
          <a:p>
            <a:pPr lvl="0"/>
            <a:r>
              <a:rPr lang="en-US" dirty="0"/>
              <a:t>Name surname</a:t>
            </a:r>
            <a:endParaRPr lang="en-GB" dirty="0"/>
          </a:p>
        </p:txBody>
      </p:sp>
      <p:sp>
        <p:nvSpPr>
          <p:cNvPr id="32" name="Text Placeholder 24">
            <a:extLst>
              <a:ext uri="{FF2B5EF4-FFF2-40B4-BE49-F238E27FC236}">
                <a16:creationId xmlns:a16="http://schemas.microsoft.com/office/drawing/2014/main" id="{2F90C55D-5300-4742-EBF6-164AB6B4FC38}"/>
              </a:ext>
            </a:extLst>
          </p:cNvPr>
          <p:cNvSpPr>
            <a:spLocks noGrp="1"/>
          </p:cNvSpPr>
          <p:nvPr>
            <p:ph type="body" sz="quarter" idx="27" hasCustomPrompt="1"/>
          </p:nvPr>
        </p:nvSpPr>
        <p:spPr>
          <a:xfrm>
            <a:off x="9858949" y="4930524"/>
            <a:ext cx="2027051" cy="360000"/>
          </a:xfrm>
        </p:spPr>
        <p:txBody>
          <a:bodyPr/>
          <a:lstStyle>
            <a:lvl1pPr marL="0" indent="0">
              <a:buNone/>
              <a:defRPr b="0"/>
            </a:lvl1pPr>
          </a:lstStyle>
          <a:p>
            <a:pPr lvl="0"/>
            <a:r>
              <a:rPr lang="en-US" dirty="0"/>
              <a:t>Job title</a:t>
            </a:r>
            <a:endParaRPr lang="en-GB" dirty="0"/>
          </a:p>
        </p:txBody>
      </p:sp>
    </p:spTree>
    <p:extLst>
      <p:ext uri="{BB962C8B-B14F-4D97-AF65-F5344CB8AC3E}">
        <p14:creationId xmlns:p14="http://schemas.microsoft.com/office/powerpoint/2010/main" val="257740249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eam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610393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715010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7150100" y="2355729"/>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610393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715010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715010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610393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715010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715010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705978506"/>
      </p:ext>
    </p:extLst>
  </p:cSld>
  <p:clrMapOvr>
    <a:masterClrMapping/>
  </p:clrMapOvr>
  <p:transition>
    <p:fade/>
  </p:transition>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eam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4153694"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5199856"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5199856"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4153694"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5199856"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5199856"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4153694"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5199856"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5199856"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6" name="Picture Placeholder 10">
            <a:extLst>
              <a:ext uri="{FF2B5EF4-FFF2-40B4-BE49-F238E27FC236}">
                <a16:creationId xmlns:a16="http://schemas.microsoft.com/office/drawing/2014/main" id="{D00DC641-42E9-0B66-3D72-9F709D811A21}"/>
              </a:ext>
            </a:extLst>
          </p:cNvPr>
          <p:cNvSpPr>
            <a:spLocks noGrp="1"/>
          </p:cNvSpPr>
          <p:nvPr>
            <p:ph type="pic" sz="quarter" idx="42"/>
          </p:nvPr>
        </p:nvSpPr>
        <p:spPr>
          <a:xfrm>
            <a:off x="8001001"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7" name="Text Placeholder 12">
            <a:extLst>
              <a:ext uri="{FF2B5EF4-FFF2-40B4-BE49-F238E27FC236}">
                <a16:creationId xmlns:a16="http://schemas.microsoft.com/office/drawing/2014/main" id="{4A1F38BA-66D9-41A9-F343-8B2F5D9A9AC4}"/>
              </a:ext>
            </a:extLst>
          </p:cNvPr>
          <p:cNvSpPr>
            <a:spLocks noGrp="1"/>
          </p:cNvSpPr>
          <p:nvPr>
            <p:ph type="body" sz="quarter" idx="43" hasCustomPrompt="1"/>
          </p:nvPr>
        </p:nvSpPr>
        <p:spPr>
          <a:xfrm>
            <a:off x="9047163"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0" name="Text Placeholder 12">
            <a:extLst>
              <a:ext uri="{FF2B5EF4-FFF2-40B4-BE49-F238E27FC236}">
                <a16:creationId xmlns:a16="http://schemas.microsoft.com/office/drawing/2014/main" id="{6AEB60AC-335C-9000-1BA5-FDB62E7A9EE0}"/>
              </a:ext>
            </a:extLst>
          </p:cNvPr>
          <p:cNvSpPr>
            <a:spLocks noGrp="1"/>
          </p:cNvSpPr>
          <p:nvPr>
            <p:ph type="body" sz="quarter" idx="44" hasCustomPrompt="1"/>
          </p:nvPr>
        </p:nvSpPr>
        <p:spPr>
          <a:xfrm>
            <a:off x="9047163"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2" name="Picture Placeholder 10">
            <a:extLst>
              <a:ext uri="{FF2B5EF4-FFF2-40B4-BE49-F238E27FC236}">
                <a16:creationId xmlns:a16="http://schemas.microsoft.com/office/drawing/2014/main" id="{E6F84F8C-66B2-BD9D-43C9-974D44F94EC1}"/>
              </a:ext>
            </a:extLst>
          </p:cNvPr>
          <p:cNvSpPr>
            <a:spLocks noGrp="1"/>
          </p:cNvSpPr>
          <p:nvPr>
            <p:ph type="pic" sz="quarter" idx="45"/>
          </p:nvPr>
        </p:nvSpPr>
        <p:spPr>
          <a:xfrm>
            <a:off x="8001001"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0" name="Text Placeholder 12">
            <a:extLst>
              <a:ext uri="{FF2B5EF4-FFF2-40B4-BE49-F238E27FC236}">
                <a16:creationId xmlns:a16="http://schemas.microsoft.com/office/drawing/2014/main" id="{0114D6F8-B9A3-ED71-9813-52BAF652A7B8}"/>
              </a:ext>
            </a:extLst>
          </p:cNvPr>
          <p:cNvSpPr>
            <a:spLocks noGrp="1"/>
          </p:cNvSpPr>
          <p:nvPr>
            <p:ph type="body" sz="quarter" idx="46" hasCustomPrompt="1"/>
          </p:nvPr>
        </p:nvSpPr>
        <p:spPr>
          <a:xfrm>
            <a:off x="9047163"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1" name="Text Placeholder 12">
            <a:extLst>
              <a:ext uri="{FF2B5EF4-FFF2-40B4-BE49-F238E27FC236}">
                <a16:creationId xmlns:a16="http://schemas.microsoft.com/office/drawing/2014/main" id="{39C04260-C8BE-71ED-EA47-703038E90683}"/>
              </a:ext>
            </a:extLst>
          </p:cNvPr>
          <p:cNvSpPr>
            <a:spLocks noGrp="1"/>
          </p:cNvSpPr>
          <p:nvPr>
            <p:ph type="body" sz="quarter" idx="47" hasCustomPrompt="1"/>
          </p:nvPr>
        </p:nvSpPr>
        <p:spPr>
          <a:xfrm>
            <a:off x="9047163"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32" name="Picture Placeholder 10">
            <a:extLst>
              <a:ext uri="{FF2B5EF4-FFF2-40B4-BE49-F238E27FC236}">
                <a16:creationId xmlns:a16="http://schemas.microsoft.com/office/drawing/2014/main" id="{944BF7B4-5DAC-1321-A9A6-C9816D8B397D}"/>
              </a:ext>
            </a:extLst>
          </p:cNvPr>
          <p:cNvSpPr>
            <a:spLocks noGrp="1"/>
          </p:cNvSpPr>
          <p:nvPr>
            <p:ph type="pic" sz="quarter" idx="48"/>
          </p:nvPr>
        </p:nvSpPr>
        <p:spPr>
          <a:xfrm>
            <a:off x="8001001"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3" name="Text Placeholder 12">
            <a:extLst>
              <a:ext uri="{FF2B5EF4-FFF2-40B4-BE49-F238E27FC236}">
                <a16:creationId xmlns:a16="http://schemas.microsoft.com/office/drawing/2014/main" id="{11F34BF6-57E4-2668-8C65-E480F3A59139}"/>
              </a:ext>
            </a:extLst>
          </p:cNvPr>
          <p:cNvSpPr>
            <a:spLocks noGrp="1"/>
          </p:cNvSpPr>
          <p:nvPr>
            <p:ph type="body" sz="quarter" idx="49" hasCustomPrompt="1"/>
          </p:nvPr>
        </p:nvSpPr>
        <p:spPr>
          <a:xfrm>
            <a:off x="9047163"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4" name="Text Placeholder 12">
            <a:extLst>
              <a:ext uri="{FF2B5EF4-FFF2-40B4-BE49-F238E27FC236}">
                <a16:creationId xmlns:a16="http://schemas.microsoft.com/office/drawing/2014/main" id="{8623A0F5-2495-FFA9-60F0-C91A0FF02736}"/>
              </a:ext>
            </a:extLst>
          </p:cNvPr>
          <p:cNvSpPr>
            <a:spLocks noGrp="1"/>
          </p:cNvSpPr>
          <p:nvPr>
            <p:ph type="body" sz="quarter" idx="50" hasCustomPrompt="1"/>
          </p:nvPr>
        </p:nvSpPr>
        <p:spPr>
          <a:xfrm>
            <a:off x="9047163"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35319686"/>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iograph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744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25" name="Text Placeholder 24">
            <a:extLst>
              <a:ext uri="{FF2B5EF4-FFF2-40B4-BE49-F238E27FC236}">
                <a16:creationId xmlns:a16="http://schemas.microsoft.com/office/drawing/2014/main" id="{3DCBBC23-DAC0-91A1-1B44-DF768098FB37}"/>
              </a:ext>
            </a:extLst>
          </p:cNvPr>
          <p:cNvSpPr>
            <a:spLocks noGrp="1"/>
          </p:cNvSpPr>
          <p:nvPr>
            <p:ph type="body" sz="quarter" idx="29"/>
          </p:nvPr>
        </p:nvSpPr>
        <p:spPr>
          <a:xfrm>
            <a:off x="1352550" y="2052982"/>
            <a:ext cx="10533063" cy="3896963"/>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53692523"/>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Two biography entri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fr-FR" dirty="0" err="1"/>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680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17" name="Picture Placeholder 10">
            <a:extLst>
              <a:ext uri="{FF2B5EF4-FFF2-40B4-BE49-F238E27FC236}">
                <a16:creationId xmlns:a16="http://schemas.microsoft.com/office/drawing/2014/main" id="{60516244-1DBC-D2C0-E79A-2036911E6A1C}"/>
              </a:ext>
            </a:extLst>
          </p:cNvPr>
          <p:cNvSpPr>
            <a:spLocks noGrp="1"/>
          </p:cNvSpPr>
          <p:nvPr>
            <p:ph type="pic" sz="quarter" idx="30"/>
          </p:nvPr>
        </p:nvSpPr>
        <p:spPr>
          <a:xfrm>
            <a:off x="306388" y="3429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8" name="Straight Connector 17">
            <a:extLst>
              <a:ext uri="{FF2B5EF4-FFF2-40B4-BE49-F238E27FC236}">
                <a16:creationId xmlns:a16="http://schemas.microsoft.com/office/drawing/2014/main" id="{AB1D6DF6-094C-A16E-2F7A-A1C6CB8F41F2}"/>
              </a:ext>
            </a:extLst>
          </p:cNvPr>
          <p:cNvCxnSpPr>
            <a:cxnSpLocks/>
          </p:cNvCxnSpPr>
          <p:nvPr userDrawn="1"/>
        </p:nvCxnSpPr>
        <p:spPr>
          <a:xfrm>
            <a:off x="1352550" y="409361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 Placeholder 12">
            <a:extLst>
              <a:ext uri="{FF2B5EF4-FFF2-40B4-BE49-F238E27FC236}">
                <a16:creationId xmlns:a16="http://schemas.microsoft.com/office/drawing/2014/main" id="{CB2B9431-F5DF-5DA9-8F28-87EA404B4558}"/>
              </a:ext>
            </a:extLst>
          </p:cNvPr>
          <p:cNvSpPr>
            <a:spLocks noGrp="1"/>
          </p:cNvSpPr>
          <p:nvPr>
            <p:ph type="body" sz="quarter" idx="31" hasCustomPrompt="1"/>
          </p:nvPr>
        </p:nvSpPr>
        <p:spPr>
          <a:xfrm>
            <a:off x="1352550" y="3429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53D504FF-41D7-B6F6-EFCE-1116741BC39E}"/>
              </a:ext>
            </a:extLst>
          </p:cNvPr>
          <p:cNvSpPr>
            <a:spLocks noGrp="1"/>
          </p:cNvSpPr>
          <p:nvPr>
            <p:ph type="body" sz="quarter" idx="32" hasCustomPrompt="1"/>
          </p:nvPr>
        </p:nvSpPr>
        <p:spPr>
          <a:xfrm>
            <a:off x="1352550"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Text Placeholder 12">
            <a:extLst>
              <a:ext uri="{FF2B5EF4-FFF2-40B4-BE49-F238E27FC236}">
                <a16:creationId xmlns:a16="http://schemas.microsoft.com/office/drawing/2014/main" id="{766077F0-210D-1948-4394-89AFAA99C635}"/>
              </a:ext>
            </a:extLst>
          </p:cNvPr>
          <p:cNvSpPr>
            <a:spLocks noGrp="1"/>
          </p:cNvSpPr>
          <p:nvPr>
            <p:ph type="body" sz="quarter" idx="33" hasCustomPrompt="1"/>
          </p:nvPr>
        </p:nvSpPr>
        <p:spPr>
          <a:xfrm>
            <a:off x="6238184" y="3429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22" name="Text Placeholder 12">
            <a:extLst>
              <a:ext uri="{FF2B5EF4-FFF2-40B4-BE49-F238E27FC236}">
                <a16:creationId xmlns:a16="http://schemas.microsoft.com/office/drawing/2014/main" id="{04BC109F-D899-2BA8-FAF6-5B3365784465}"/>
              </a:ext>
            </a:extLst>
          </p:cNvPr>
          <p:cNvSpPr>
            <a:spLocks noGrp="1"/>
          </p:cNvSpPr>
          <p:nvPr>
            <p:ph type="body" sz="quarter" idx="34" hasCustomPrompt="1"/>
          </p:nvPr>
        </p:nvSpPr>
        <p:spPr>
          <a:xfrm>
            <a:off x="6238184"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8" name="Text Placeholder 24">
            <a:extLst>
              <a:ext uri="{FF2B5EF4-FFF2-40B4-BE49-F238E27FC236}">
                <a16:creationId xmlns:a16="http://schemas.microsoft.com/office/drawing/2014/main" id="{60BBA0CC-565F-00AD-0199-A9F5D1822FD4}"/>
              </a:ext>
            </a:extLst>
          </p:cNvPr>
          <p:cNvSpPr>
            <a:spLocks noGrp="1"/>
          </p:cNvSpPr>
          <p:nvPr>
            <p:ph type="body" sz="quarter" idx="29"/>
          </p:nvPr>
        </p:nvSpPr>
        <p:spPr>
          <a:xfrm>
            <a:off x="1352550" y="2051999"/>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9" name="Text Placeholder 24">
            <a:extLst>
              <a:ext uri="{FF2B5EF4-FFF2-40B4-BE49-F238E27FC236}">
                <a16:creationId xmlns:a16="http://schemas.microsoft.com/office/drawing/2014/main" id="{66EC383C-ED58-904B-F5C3-4F1400A59B4B}"/>
              </a:ext>
            </a:extLst>
          </p:cNvPr>
          <p:cNvSpPr>
            <a:spLocks noGrp="1"/>
          </p:cNvSpPr>
          <p:nvPr>
            <p:ph type="body" sz="quarter" idx="35"/>
          </p:nvPr>
        </p:nvSpPr>
        <p:spPr>
          <a:xfrm>
            <a:off x="1352550" y="4217985"/>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1555525920"/>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437667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4646675"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8446962"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8716962"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4646675"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8716962"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Box 6">
            <a:extLst>
              <a:ext uri="{FF2B5EF4-FFF2-40B4-BE49-F238E27FC236}">
                <a16:creationId xmlns:a16="http://schemas.microsoft.com/office/drawing/2014/main" id="{1248B4AF-A790-625F-68C9-574E05D20574}"/>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136763679"/>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335849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3628495"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6404957"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6674957"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3628495"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6680727"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9462960"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9732960"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9732960"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06A6C2DE-B1DA-6ED2-65F3-D7B4F2F7B08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1783271154"/>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728600"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998600"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5155139"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5425139"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998600"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5420937"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7569073"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7839073"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7843274"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9995612"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10265612"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10265612"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Box 22">
            <a:extLst>
              <a:ext uri="{FF2B5EF4-FFF2-40B4-BE49-F238E27FC236}">
                <a16:creationId xmlns:a16="http://schemas.microsoft.com/office/drawing/2014/main" id="{B4398626-6D16-799D-FDFC-F0CE622468F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801630789"/>
      </p:ext>
    </p:extLst>
  </p:cSld>
  <p:clrMapOvr>
    <a:masterClrMapping/>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317403"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58740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4328418"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459841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58740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459854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6333584"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6603584"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660968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8356797"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8626797"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862082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 Placeholder 7">
            <a:extLst>
              <a:ext uri="{FF2B5EF4-FFF2-40B4-BE49-F238E27FC236}">
                <a16:creationId xmlns:a16="http://schemas.microsoft.com/office/drawing/2014/main" id="{3C673BB7-7B43-2C1F-84B3-272213CC2420}"/>
              </a:ext>
            </a:extLst>
          </p:cNvPr>
          <p:cNvSpPr>
            <a:spLocks noGrp="1"/>
          </p:cNvSpPr>
          <p:nvPr>
            <p:ph type="body" sz="quarter" idx="33" hasCustomPrompt="1"/>
          </p:nvPr>
        </p:nvSpPr>
        <p:spPr>
          <a:xfrm>
            <a:off x="10361963" y="2012973"/>
            <a:ext cx="540000" cy="540000"/>
          </a:xfrm>
        </p:spPr>
        <p:txBody>
          <a:bodyPr/>
          <a:lstStyle>
            <a:lvl1pPr marL="0" indent="0" algn="ctr">
              <a:buNone/>
              <a:defRPr sz="3600" b="1">
                <a:solidFill>
                  <a:schemeClr val="bg1">
                    <a:lumMod val="85000"/>
                  </a:schemeClr>
                </a:solidFill>
              </a:defRPr>
            </a:lvl1pPr>
          </a:lstStyle>
          <a:p>
            <a:pPr lvl="0"/>
            <a:r>
              <a:rPr lang="en-GB" dirty="0"/>
              <a:t>6</a:t>
            </a:r>
          </a:p>
        </p:txBody>
      </p:sp>
      <p:sp>
        <p:nvSpPr>
          <p:cNvPr id="24" name="Text Placeholder 9">
            <a:extLst>
              <a:ext uri="{FF2B5EF4-FFF2-40B4-BE49-F238E27FC236}">
                <a16:creationId xmlns:a16="http://schemas.microsoft.com/office/drawing/2014/main" id="{755F8E3E-B001-1EC8-73CC-A173445AAA38}"/>
              </a:ext>
            </a:extLst>
          </p:cNvPr>
          <p:cNvSpPr>
            <a:spLocks noGrp="1"/>
          </p:cNvSpPr>
          <p:nvPr>
            <p:ph type="body" sz="quarter" idx="34"/>
          </p:nvPr>
        </p:nvSpPr>
        <p:spPr>
          <a:xfrm>
            <a:off x="1063196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5" name="Text Placeholder 19">
            <a:extLst>
              <a:ext uri="{FF2B5EF4-FFF2-40B4-BE49-F238E27FC236}">
                <a16:creationId xmlns:a16="http://schemas.microsoft.com/office/drawing/2014/main" id="{EBF24D4C-088E-4310-4B09-349A011906D2}"/>
              </a:ext>
            </a:extLst>
          </p:cNvPr>
          <p:cNvSpPr>
            <a:spLocks noGrp="1"/>
          </p:cNvSpPr>
          <p:nvPr>
            <p:ph type="body" sz="quarter" idx="35"/>
          </p:nvPr>
        </p:nvSpPr>
        <p:spPr>
          <a:xfrm>
            <a:off x="106319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6" name="TextBox 25">
            <a:extLst>
              <a:ext uri="{FF2B5EF4-FFF2-40B4-BE49-F238E27FC236}">
                <a16:creationId xmlns:a16="http://schemas.microsoft.com/office/drawing/2014/main" id="{D99E6584-10DA-3C23-5CE2-E401678B8E96}"/>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68706476"/>
      </p:ext>
    </p:extLst>
  </p:cSld>
  <p:clrMapOvr>
    <a:masterClrMapping/>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Un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582739"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4653026"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8723313"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582614"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4653026"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8723313"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Box 13">
            <a:extLst>
              <a:ext uri="{FF2B5EF4-FFF2-40B4-BE49-F238E27FC236}">
                <a16:creationId xmlns:a16="http://schemas.microsoft.com/office/drawing/2014/main" id="{7E51F6D0-3D4A-F281-6203-F010C801ADF5}"/>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989526"/>
      </p:ext>
    </p:extLst>
  </p:cSld>
  <p:clrMapOvr>
    <a:masterClrMapping/>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Un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92207"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3452126"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6412045"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9208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345204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641200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9371963"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9371963"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1EA0B512-6ED9-5922-BA60-BD3002855A9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834806024"/>
      </p:ext>
    </p:extLst>
  </p:cSld>
  <p:clrMapOvr>
    <a:masterClrMapping/>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Un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980122"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841171"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5196220"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841171"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5197662"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7550092"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7554153"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9903963" y="2282973"/>
            <a:ext cx="1987999"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9910646"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Box 17">
            <a:extLst>
              <a:ext uri="{FF2B5EF4-FFF2-40B4-BE49-F238E27FC236}">
                <a16:creationId xmlns:a16="http://schemas.microsoft.com/office/drawing/2014/main" id="{8C726E93-42D8-60A3-0F72-43200D611A10}"/>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481483874"/>
      </p:ext>
    </p:extLst>
  </p:cSld>
  <p:clrMapOvr>
    <a:masterClrMapping/>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Un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441729"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4397458"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44306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440013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6353187"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635719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8308916"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831426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 Placeholder 9">
            <a:extLst>
              <a:ext uri="{FF2B5EF4-FFF2-40B4-BE49-F238E27FC236}">
                <a16:creationId xmlns:a16="http://schemas.microsoft.com/office/drawing/2014/main" id="{D6BACB2F-0DB8-DD63-EA6C-7C37EC4B4A7F}"/>
              </a:ext>
            </a:extLst>
          </p:cNvPr>
          <p:cNvSpPr>
            <a:spLocks noGrp="1"/>
          </p:cNvSpPr>
          <p:nvPr>
            <p:ph type="body" sz="quarter" idx="31"/>
          </p:nvPr>
        </p:nvSpPr>
        <p:spPr>
          <a:xfrm>
            <a:off x="10264643"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383AED7B-9104-4F4D-98AE-4DBE12D1BBDD}"/>
              </a:ext>
            </a:extLst>
          </p:cNvPr>
          <p:cNvSpPr>
            <a:spLocks noGrp="1"/>
          </p:cNvSpPr>
          <p:nvPr>
            <p:ph type="body" sz="quarter" idx="32"/>
          </p:nvPr>
        </p:nvSpPr>
        <p:spPr>
          <a:xfrm>
            <a:off x="10271326"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0" name="TextBox 19">
            <a:extLst>
              <a:ext uri="{FF2B5EF4-FFF2-40B4-BE49-F238E27FC236}">
                <a16:creationId xmlns:a16="http://schemas.microsoft.com/office/drawing/2014/main" id="{398B30BC-5605-4035-E48B-463C18BEDEB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2994551115"/>
      </p:ext>
    </p:extLst>
  </p:cSld>
  <p:clrMapOvr>
    <a:masterClrMapping/>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melin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3527875"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4195349" y="2282973"/>
            <a:ext cx="3527874"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8085898" y="2282973"/>
            <a:ext cx="3528126"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4195349"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8086024"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388891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2" name="Straight Connector 21">
            <a:extLst>
              <a:ext uri="{FF2B5EF4-FFF2-40B4-BE49-F238E27FC236}">
                <a16:creationId xmlns:a16="http://schemas.microsoft.com/office/drawing/2014/main" id="{D71FEB51-AFE7-8D09-2DDF-EA55F7B457BE}"/>
              </a:ext>
            </a:extLst>
          </p:cNvPr>
          <p:cNvCxnSpPr>
            <a:cxnSpLocks/>
          </p:cNvCxnSpPr>
          <p:nvPr userDrawn="1"/>
        </p:nvCxnSpPr>
        <p:spPr>
          <a:xfrm>
            <a:off x="4196397"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3" name="Arrow: Chevron 22">
            <a:extLst>
              <a:ext uri="{FF2B5EF4-FFF2-40B4-BE49-F238E27FC236}">
                <a16:creationId xmlns:a16="http://schemas.microsoft.com/office/drawing/2014/main" id="{62FBB4E5-5680-7A1E-A0CE-9B5E67EA5EBD}"/>
              </a:ext>
            </a:extLst>
          </p:cNvPr>
          <p:cNvSpPr/>
          <p:nvPr userDrawn="1"/>
        </p:nvSpPr>
        <p:spPr>
          <a:xfrm>
            <a:off x="778063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4" name="Straight Connector 23">
            <a:extLst>
              <a:ext uri="{FF2B5EF4-FFF2-40B4-BE49-F238E27FC236}">
                <a16:creationId xmlns:a16="http://schemas.microsoft.com/office/drawing/2014/main" id="{A4F97134-2CAF-FE5A-4E3B-79DD92C4E68E}"/>
              </a:ext>
            </a:extLst>
          </p:cNvPr>
          <p:cNvCxnSpPr>
            <a:cxnSpLocks/>
          </p:cNvCxnSpPr>
          <p:nvPr userDrawn="1"/>
        </p:nvCxnSpPr>
        <p:spPr>
          <a:xfrm>
            <a:off x="8088119"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1CF0A13A-31A4-FF89-6DE7-027605D20B96}"/>
              </a:ext>
            </a:extLst>
          </p:cNvPr>
          <p:cNvSpPr/>
          <p:nvPr userDrawn="1"/>
        </p:nvSpPr>
        <p:spPr>
          <a:xfrm>
            <a:off x="1167235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4283508253"/>
      </p:ext>
    </p:extLst>
  </p:cSld>
  <p:clrMapOvr>
    <a:masterClrMapping/>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melin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3211156"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611763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3211156"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6117637"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91691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902411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9024119"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0" name="Straight Connector 29">
            <a:extLst>
              <a:ext uri="{FF2B5EF4-FFF2-40B4-BE49-F238E27FC236}">
                <a16:creationId xmlns:a16="http://schemas.microsoft.com/office/drawing/2014/main" id="{393B61CA-A7BE-8A3E-D9AC-F654B9B38698}"/>
              </a:ext>
            </a:extLst>
          </p:cNvPr>
          <p:cNvCxnSpPr>
            <a:cxnSpLocks/>
          </p:cNvCxnSpPr>
          <p:nvPr userDrawn="1"/>
        </p:nvCxnSpPr>
        <p:spPr>
          <a:xfrm>
            <a:off x="322156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1" name="Arrow: Chevron 30">
            <a:extLst>
              <a:ext uri="{FF2B5EF4-FFF2-40B4-BE49-F238E27FC236}">
                <a16:creationId xmlns:a16="http://schemas.microsoft.com/office/drawing/2014/main" id="{A8B2014E-675C-8EB9-B5B5-BD95FAFE19E6}"/>
              </a:ext>
            </a:extLst>
          </p:cNvPr>
          <p:cNvSpPr/>
          <p:nvPr userDrawn="1"/>
        </p:nvSpPr>
        <p:spPr>
          <a:xfrm>
            <a:off x="583380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2" name="Straight Connector 31">
            <a:extLst>
              <a:ext uri="{FF2B5EF4-FFF2-40B4-BE49-F238E27FC236}">
                <a16:creationId xmlns:a16="http://schemas.microsoft.com/office/drawing/2014/main" id="{FA0D4E54-4CD3-D526-DEED-81769F41304D}"/>
              </a:ext>
            </a:extLst>
          </p:cNvPr>
          <p:cNvCxnSpPr>
            <a:cxnSpLocks/>
          </p:cNvCxnSpPr>
          <p:nvPr userDrawn="1"/>
        </p:nvCxnSpPr>
        <p:spPr>
          <a:xfrm>
            <a:off x="6117513"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3" name="Arrow: Chevron 32">
            <a:extLst>
              <a:ext uri="{FF2B5EF4-FFF2-40B4-BE49-F238E27FC236}">
                <a16:creationId xmlns:a16="http://schemas.microsoft.com/office/drawing/2014/main" id="{8E6AA380-E662-A92F-D609-F474C925FADA}"/>
              </a:ext>
            </a:extLst>
          </p:cNvPr>
          <p:cNvSpPr/>
          <p:nvPr userDrawn="1"/>
        </p:nvSpPr>
        <p:spPr>
          <a:xfrm>
            <a:off x="872974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4" name="Straight Connector 33">
            <a:extLst>
              <a:ext uri="{FF2B5EF4-FFF2-40B4-BE49-F238E27FC236}">
                <a16:creationId xmlns:a16="http://schemas.microsoft.com/office/drawing/2014/main" id="{D5163727-FD74-E51F-D285-A4FDEAB2E16E}"/>
              </a:ext>
            </a:extLst>
          </p:cNvPr>
          <p:cNvCxnSpPr>
            <a:cxnSpLocks/>
          </p:cNvCxnSpPr>
          <p:nvPr userDrawn="1"/>
        </p:nvCxnSpPr>
        <p:spPr>
          <a:xfrm>
            <a:off x="9024117"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ACA7782-B627-5E5D-977C-78713F8554CD}"/>
              </a:ext>
            </a:extLst>
          </p:cNvPr>
          <p:cNvSpPr/>
          <p:nvPr userDrawn="1"/>
        </p:nvSpPr>
        <p:spPr>
          <a:xfrm>
            <a:off x="1163635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1800117037"/>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imelin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628628"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952457"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62853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95239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800"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34811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7276286"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727625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9600115"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9600117"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24" name="Straight Connector 23">
            <a:extLst>
              <a:ext uri="{FF2B5EF4-FFF2-40B4-BE49-F238E27FC236}">
                <a16:creationId xmlns:a16="http://schemas.microsoft.com/office/drawing/2014/main" id="{84AD16E6-DFB2-3260-E7C2-D0F51629D8A7}"/>
              </a:ext>
            </a:extLst>
          </p:cNvPr>
          <p:cNvCxnSpPr>
            <a:cxnSpLocks/>
          </p:cNvCxnSpPr>
          <p:nvPr userDrawn="1"/>
        </p:nvCxnSpPr>
        <p:spPr>
          <a:xfrm>
            <a:off x="2628629"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3DACABFD-232F-18BC-919F-CAD8A133DCDE}"/>
              </a:ext>
            </a:extLst>
          </p:cNvPr>
          <p:cNvSpPr/>
          <p:nvPr userDrawn="1"/>
        </p:nvSpPr>
        <p:spPr>
          <a:xfrm>
            <a:off x="4671947"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6" name="Straight Connector 25">
            <a:extLst>
              <a:ext uri="{FF2B5EF4-FFF2-40B4-BE49-F238E27FC236}">
                <a16:creationId xmlns:a16="http://schemas.microsoft.com/office/drawing/2014/main" id="{FFEA3E50-1AFA-3BF7-A87F-151906E60032}"/>
              </a:ext>
            </a:extLst>
          </p:cNvPr>
          <p:cNvCxnSpPr>
            <a:cxnSpLocks/>
          </p:cNvCxnSpPr>
          <p:nvPr userDrawn="1"/>
        </p:nvCxnSpPr>
        <p:spPr>
          <a:xfrm>
            <a:off x="4952395"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7" name="Arrow: Chevron 26">
            <a:extLst>
              <a:ext uri="{FF2B5EF4-FFF2-40B4-BE49-F238E27FC236}">
                <a16:creationId xmlns:a16="http://schemas.microsoft.com/office/drawing/2014/main" id="{95E84197-6880-09C2-1E08-4B7A842980F1}"/>
              </a:ext>
            </a:extLst>
          </p:cNvPr>
          <p:cNvSpPr/>
          <p:nvPr userDrawn="1"/>
        </p:nvSpPr>
        <p:spPr>
          <a:xfrm>
            <a:off x="6995713"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8" name="Straight Connector 27">
            <a:extLst>
              <a:ext uri="{FF2B5EF4-FFF2-40B4-BE49-F238E27FC236}">
                <a16:creationId xmlns:a16="http://schemas.microsoft.com/office/drawing/2014/main" id="{DBA4F882-E214-37A5-1366-A11A8B3C2119}"/>
              </a:ext>
            </a:extLst>
          </p:cNvPr>
          <p:cNvCxnSpPr>
            <a:cxnSpLocks/>
          </p:cNvCxnSpPr>
          <p:nvPr userDrawn="1"/>
        </p:nvCxnSpPr>
        <p:spPr>
          <a:xfrm>
            <a:off x="7276161"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9" name="Arrow: Chevron 28">
            <a:extLst>
              <a:ext uri="{FF2B5EF4-FFF2-40B4-BE49-F238E27FC236}">
                <a16:creationId xmlns:a16="http://schemas.microsoft.com/office/drawing/2014/main" id="{7A04A431-73CA-32DE-D035-406F2582A75A}"/>
              </a:ext>
            </a:extLst>
          </p:cNvPr>
          <p:cNvSpPr/>
          <p:nvPr userDrawn="1"/>
        </p:nvSpPr>
        <p:spPr>
          <a:xfrm>
            <a:off x="931947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6" name="Straight Connector 35">
            <a:extLst>
              <a:ext uri="{FF2B5EF4-FFF2-40B4-BE49-F238E27FC236}">
                <a16:creationId xmlns:a16="http://schemas.microsoft.com/office/drawing/2014/main" id="{AE570E91-ABB2-A812-B684-C45EB139B97D}"/>
              </a:ext>
            </a:extLst>
          </p:cNvPr>
          <p:cNvCxnSpPr>
            <a:cxnSpLocks/>
          </p:cNvCxnSpPr>
          <p:nvPr userDrawn="1"/>
        </p:nvCxnSpPr>
        <p:spPr>
          <a:xfrm>
            <a:off x="9599927"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7" name="Arrow: Chevron 36">
            <a:extLst>
              <a:ext uri="{FF2B5EF4-FFF2-40B4-BE49-F238E27FC236}">
                <a16:creationId xmlns:a16="http://schemas.microsoft.com/office/drawing/2014/main" id="{1AF30669-A2A4-2FDE-F80A-35E06EF01380}"/>
              </a:ext>
            </a:extLst>
          </p:cNvPr>
          <p:cNvSpPr/>
          <p:nvPr userDrawn="1"/>
        </p:nvSpPr>
        <p:spPr>
          <a:xfrm>
            <a:off x="11643245"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474044538"/>
      </p:ext>
    </p:extLst>
  </p:cSld>
  <p:clrMapOvr>
    <a:masterClrMapping/>
  </p:clrMapOvr>
  <p:transition>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melin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237266" y="2282973"/>
            <a:ext cx="1620000" cy="270000"/>
          </a:xfrm>
        </p:spPr>
        <p:txBody>
          <a:bodyPr vert="horz" lIns="0" tIns="0" rIns="0" bIns="0" rtlCol="0">
            <a:noAutofit/>
          </a:bodyPr>
          <a:lstStyle>
            <a:lvl1pPr>
              <a:defRPr lang="en-US" sz="1200" b="1" i="0" dirty="0"/>
            </a:lvl1pPr>
          </a:lstStyle>
          <a:p>
            <a:pPr marL="0" lvl="0" indent="0">
              <a:buNone/>
            </a:pPr>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169733"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237167"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169659"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198078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6102200"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6102151"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8034667"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8034643"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31" name="Text Placeholder 9">
            <a:extLst>
              <a:ext uri="{FF2B5EF4-FFF2-40B4-BE49-F238E27FC236}">
                <a16:creationId xmlns:a16="http://schemas.microsoft.com/office/drawing/2014/main" id="{7F5921D6-64BE-2161-A143-2DD17980F619}"/>
              </a:ext>
            </a:extLst>
          </p:cNvPr>
          <p:cNvSpPr>
            <a:spLocks noGrp="1"/>
          </p:cNvSpPr>
          <p:nvPr>
            <p:ph type="body" sz="quarter" idx="32"/>
          </p:nvPr>
        </p:nvSpPr>
        <p:spPr>
          <a:xfrm>
            <a:off x="9967132"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32" name="Text Placeholder 19">
            <a:extLst>
              <a:ext uri="{FF2B5EF4-FFF2-40B4-BE49-F238E27FC236}">
                <a16:creationId xmlns:a16="http://schemas.microsoft.com/office/drawing/2014/main" id="{24C0D168-202E-E51B-E59E-8C97350E1781}"/>
              </a:ext>
            </a:extLst>
          </p:cNvPr>
          <p:cNvSpPr>
            <a:spLocks noGrp="1"/>
          </p:cNvSpPr>
          <p:nvPr>
            <p:ph type="body" sz="quarter" idx="33"/>
          </p:nvPr>
        </p:nvSpPr>
        <p:spPr>
          <a:xfrm>
            <a:off x="9967134"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4" name="Straight Connector 33">
            <a:extLst>
              <a:ext uri="{FF2B5EF4-FFF2-40B4-BE49-F238E27FC236}">
                <a16:creationId xmlns:a16="http://schemas.microsoft.com/office/drawing/2014/main" id="{C37B2904-10A6-C3A5-8D83-683C63BB01AF}"/>
              </a:ext>
            </a:extLst>
          </p:cNvPr>
          <p:cNvCxnSpPr>
            <a:cxnSpLocks/>
          </p:cNvCxnSpPr>
          <p:nvPr userDrawn="1"/>
        </p:nvCxnSpPr>
        <p:spPr>
          <a:xfrm>
            <a:off x="2240911"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47832D4-502D-A508-2B20-B5B27FE51634}"/>
              </a:ext>
            </a:extLst>
          </p:cNvPr>
          <p:cNvSpPr/>
          <p:nvPr userDrawn="1"/>
        </p:nvSpPr>
        <p:spPr>
          <a:xfrm>
            <a:off x="391702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8" name="Straight Connector 37">
            <a:extLst>
              <a:ext uri="{FF2B5EF4-FFF2-40B4-BE49-F238E27FC236}">
                <a16:creationId xmlns:a16="http://schemas.microsoft.com/office/drawing/2014/main" id="{7BD95FB1-1C25-533D-3CF4-8A51280DDBD0}"/>
              </a:ext>
            </a:extLst>
          </p:cNvPr>
          <p:cNvCxnSpPr>
            <a:cxnSpLocks/>
          </p:cNvCxnSpPr>
          <p:nvPr userDrawn="1"/>
        </p:nvCxnSpPr>
        <p:spPr>
          <a:xfrm>
            <a:off x="4169659"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9" name="Arrow: Chevron 38">
            <a:extLst>
              <a:ext uri="{FF2B5EF4-FFF2-40B4-BE49-F238E27FC236}">
                <a16:creationId xmlns:a16="http://schemas.microsoft.com/office/drawing/2014/main" id="{9D606AD1-4414-16B1-1215-97D7AFA56C9F}"/>
              </a:ext>
            </a:extLst>
          </p:cNvPr>
          <p:cNvSpPr/>
          <p:nvPr userDrawn="1"/>
        </p:nvSpPr>
        <p:spPr>
          <a:xfrm>
            <a:off x="584577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0" name="Straight Connector 39">
            <a:extLst>
              <a:ext uri="{FF2B5EF4-FFF2-40B4-BE49-F238E27FC236}">
                <a16:creationId xmlns:a16="http://schemas.microsoft.com/office/drawing/2014/main" id="{E5863BC1-2263-E713-9FF3-2640450DEF28}"/>
              </a:ext>
            </a:extLst>
          </p:cNvPr>
          <p:cNvCxnSpPr>
            <a:cxnSpLocks/>
          </p:cNvCxnSpPr>
          <p:nvPr userDrawn="1"/>
        </p:nvCxnSpPr>
        <p:spPr>
          <a:xfrm>
            <a:off x="6110598"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1" name="Arrow: Chevron 40">
            <a:extLst>
              <a:ext uri="{FF2B5EF4-FFF2-40B4-BE49-F238E27FC236}">
                <a16:creationId xmlns:a16="http://schemas.microsoft.com/office/drawing/2014/main" id="{6379909B-399A-153E-493D-37296869A7F0}"/>
              </a:ext>
            </a:extLst>
          </p:cNvPr>
          <p:cNvSpPr/>
          <p:nvPr userDrawn="1"/>
        </p:nvSpPr>
        <p:spPr>
          <a:xfrm>
            <a:off x="778670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2" name="Straight Connector 41">
            <a:extLst>
              <a:ext uri="{FF2B5EF4-FFF2-40B4-BE49-F238E27FC236}">
                <a16:creationId xmlns:a16="http://schemas.microsoft.com/office/drawing/2014/main" id="{EF6449C8-F3AF-7E2E-BAA8-72A82AE89478}"/>
              </a:ext>
            </a:extLst>
          </p:cNvPr>
          <p:cNvCxnSpPr>
            <a:cxnSpLocks/>
          </p:cNvCxnSpPr>
          <p:nvPr userDrawn="1"/>
        </p:nvCxnSpPr>
        <p:spPr>
          <a:xfrm>
            <a:off x="803464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3" name="Arrow: Chevron 42">
            <a:extLst>
              <a:ext uri="{FF2B5EF4-FFF2-40B4-BE49-F238E27FC236}">
                <a16:creationId xmlns:a16="http://schemas.microsoft.com/office/drawing/2014/main" id="{87196DB2-5D1E-4430-FA42-A39FC745E121}"/>
              </a:ext>
            </a:extLst>
          </p:cNvPr>
          <p:cNvSpPr/>
          <p:nvPr userDrawn="1"/>
        </p:nvSpPr>
        <p:spPr>
          <a:xfrm>
            <a:off x="971075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4" name="Straight Connector 43">
            <a:extLst>
              <a:ext uri="{FF2B5EF4-FFF2-40B4-BE49-F238E27FC236}">
                <a16:creationId xmlns:a16="http://schemas.microsoft.com/office/drawing/2014/main" id="{24E529B4-EB17-A0EB-9305-743BF2013A0A}"/>
              </a:ext>
            </a:extLst>
          </p:cNvPr>
          <p:cNvCxnSpPr>
            <a:cxnSpLocks/>
          </p:cNvCxnSpPr>
          <p:nvPr userDrawn="1"/>
        </p:nvCxnSpPr>
        <p:spPr>
          <a:xfrm>
            <a:off x="997167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5" name="Arrow: Chevron 44">
            <a:extLst>
              <a:ext uri="{FF2B5EF4-FFF2-40B4-BE49-F238E27FC236}">
                <a16:creationId xmlns:a16="http://schemas.microsoft.com/office/drawing/2014/main" id="{A892BA53-DD7A-BDD3-32D9-49FC10D5A1CE}"/>
              </a:ext>
            </a:extLst>
          </p:cNvPr>
          <p:cNvSpPr/>
          <p:nvPr userDrawn="1"/>
        </p:nvSpPr>
        <p:spPr>
          <a:xfrm>
            <a:off x="1164778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3126624530"/>
      </p:ext>
    </p:extLst>
  </p:cSld>
  <p:clrMapOvr>
    <a:masterClrMapping/>
  </p:clrMapOvr>
  <p:transition>
    <p:fade/>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1_Outro -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11" name="TextBox 10">
            <a:extLst>
              <a:ext uri="{FF2B5EF4-FFF2-40B4-BE49-F238E27FC236}">
                <a16:creationId xmlns:a16="http://schemas.microsoft.com/office/drawing/2014/main" id="{1E5C39CC-12F0-243C-E79C-57F054AE9789}"/>
              </a:ext>
            </a:extLst>
          </p:cNvPr>
          <p:cNvSpPr txBox="1"/>
          <p:nvPr userDrawn="1"/>
        </p:nvSpPr>
        <p:spPr>
          <a:xfrm>
            <a:off x="304799" y="4536000"/>
            <a:ext cx="7558158"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effectLst/>
                <a:latin typeface="+mj-lt"/>
                <a:ea typeface="Aptos" panose="020B0004020202020204" pitchFamily="34" charset="0"/>
                <a:cs typeface="Times New Roman" panose="02020603050405020304" pitchFamily="18" charset="0"/>
              </a:rPr>
              <a:t>Forvis</a:t>
            </a:r>
            <a:r>
              <a:rPr lang="en-GB" sz="1000" kern="100" spc="-10" baseline="0" dirty="0">
                <a:effectLst/>
                <a:latin typeface="+mj-lt"/>
                <a:ea typeface="Aptos" panose="020B0004020202020204" pitchFamily="34" charset="0"/>
                <a:cs typeface="Times New Roman" panose="02020603050405020304" pitchFamily="18" charset="0"/>
              </a:rPr>
              <a:t> Mazars xxx : adapt for legal entity].</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799" y="1258888"/>
            <a:ext cx="3268869" cy="369332"/>
          </a:xfrm>
          <a:prstGeom prst="rect">
            <a:avLst/>
          </a:prstGeom>
          <a:noFill/>
        </p:spPr>
        <p:txBody>
          <a:bodyPr wrap="square" lIns="0" rIns="0" rtlCol="0">
            <a:spAutoFit/>
          </a:bodyPr>
          <a:lstStyle/>
          <a:p>
            <a:r>
              <a:rPr lang="en-GB" b="1" dirty="0" err="1"/>
              <a:t>Forvis</a:t>
            </a:r>
            <a:r>
              <a:rPr lang="en-GB" b="1" dirty="0"/>
              <a:t> Mazars</a:t>
            </a:r>
          </a:p>
        </p:txBody>
      </p:sp>
      <p:sp>
        <p:nvSpPr>
          <p:cNvPr id="5" name="TextBox 4">
            <a:extLst>
              <a:ext uri="{FF2B5EF4-FFF2-40B4-BE49-F238E27FC236}">
                <a16:creationId xmlns:a16="http://schemas.microsoft.com/office/drawing/2014/main" id="{7D67CEAA-8DDD-841F-D884-3A662B0ADE62}"/>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sp>
        <p:nvSpPr>
          <p:cNvPr id="3" name="Footer Placeholder 4">
            <a:extLst>
              <a:ext uri="{FF2B5EF4-FFF2-40B4-BE49-F238E27FC236}">
                <a16:creationId xmlns:a16="http://schemas.microsoft.com/office/drawing/2014/main" id="{66085AAD-F041-418D-E93F-40C28A0BF92D}"/>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6" name="TextBox 5">
            <a:extLst>
              <a:ext uri="{FF2B5EF4-FFF2-40B4-BE49-F238E27FC236}">
                <a16:creationId xmlns:a16="http://schemas.microsoft.com/office/drawing/2014/main" id="{E01D5AA6-5D4D-16BA-3C98-BE0A3B18F8B9}"/>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t>LinkedIn</a:t>
            </a:r>
          </a:p>
          <a:p>
            <a:pPr rtl="0"/>
            <a:r>
              <a:rPr lang="en-GB" sz="1200" dirty="0" err="1">
                <a:hlinkClick r:id="rId2" tooltip="https://www.linkedin.com/company/forvis-mazars-group/"/>
              </a:rPr>
              <a:t>Forvis</a:t>
            </a:r>
            <a:r>
              <a:rPr lang="en-GB" sz="1200" dirty="0">
                <a:hlinkClick r:id="rId2" tooltip="https://www.linkedin.com/company/forvis-mazars-group/"/>
              </a:rPr>
              <a:t> Mazars Group</a:t>
            </a:r>
            <a:endParaRPr lang="en-GB" sz="1200" dirty="0"/>
          </a:p>
          <a:p>
            <a:pPr rtl="0"/>
            <a:endParaRPr lang="en-GB" sz="1200" dirty="0"/>
          </a:p>
          <a:p>
            <a:pPr rtl="0"/>
            <a:r>
              <a:rPr lang="en-GB" sz="1200" b="1" dirty="0"/>
              <a:t>X</a:t>
            </a:r>
          </a:p>
          <a:p>
            <a:pPr rtl="0"/>
            <a:r>
              <a:rPr lang="en-GB" sz="1200" dirty="0">
                <a:hlinkClick r:id="rId3" tooltip="https://twitter.com/forvismazarsgrp"/>
              </a:rPr>
              <a:t>@ForvisMazarsGrp</a:t>
            </a:r>
            <a:endParaRPr lang="en-GB" sz="1200" dirty="0"/>
          </a:p>
          <a:p>
            <a:pPr rtl="0"/>
            <a:endParaRPr lang="en-GB" sz="1200" dirty="0"/>
          </a:p>
          <a:p>
            <a:pPr rtl="0"/>
            <a:r>
              <a:rPr lang="en-GB" sz="1200" b="1" dirty="0"/>
              <a:t>Instagram</a:t>
            </a:r>
          </a:p>
          <a:p>
            <a:pPr rtl="0"/>
            <a:r>
              <a:rPr lang="en-GB" sz="1200" dirty="0">
                <a:hlinkClick r:id="rId4" tooltip="https://www.instagram.com/forvismazarsgroup/"/>
              </a:rPr>
              <a:t>@forvismazarsgroup</a:t>
            </a:r>
            <a:endParaRPr lang="en-GB" sz="1200" dirty="0"/>
          </a:p>
          <a:p>
            <a:pPr rtl="0"/>
            <a:endParaRPr lang="en-GB" sz="1200" dirty="0"/>
          </a:p>
          <a:p>
            <a:pPr rtl="0"/>
            <a:r>
              <a:rPr lang="en-GB" sz="1200" b="1" dirty="0"/>
              <a:t>Facebook</a:t>
            </a:r>
          </a:p>
          <a:p>
            <a:pPr rtl="0"/>
            <a:r>
              <a:rPr lang="en-GB" sz="1200" dirty="0" err="1">
                <a:hlinkClick r:id="rId5" tooltip="https://www.facebook.com/forvismazarsgroup/"/>
              </a:rPr>
              <a:t>Forvis</a:t>
            </a:r>
            <a:r>
              <a:rPr lang="en-GB" sz="1200" dirty="0">
                <a:hlinkClick r:id="rId5" tooltip="https://www.facebook.com/forvismazarsgroup/"/>
              </a:rPr>
              <a:t> Mazars Group</a:t>
            </a:r>
            <a:endParaRPr lang="en-GB" sz="1200" dirty="0"/>
          </a:p>
          <a:p>
            <a:pPr rtl="0"/>
            <a:endParaRPr lang="en-GB" sz="1200" dirty="0"/>
          </a:p>
          <a:p>
            <a:pPr rtl="0"/>
            <a:r>
              <a:rPr lang="en-GB" sz="1200" b="1" dirty="0"/>
              <a:t>YouTube</a:t>
            </a:r>
          </a:p>
          <a:p>
            <a:pPr rtl="0"/>
            <a:r>
              <a:rPr lang="en-GB" sz="1200" dirty="0">
                <a:effectLst/>
                <a:hlinkClick r:id="rId6" tooltip="https://www.youtube.com/@forvismazarsgroup"/>
              </a:rPr>
              <a:t>@ForvisMazarsGroup</a:t>
            </a:r>
            <a:endParaRPr lang="en-GB" sz="1200" dirty="0"/>
          </a:p>
        </p:txBody>
      </p:sp>
      <p:pic>
        <p:nvPicPr>
          <p:cNvPr id="7" name="Grafik 11">
            <a:extLst>
              <a:ext uri="{FF2B5EF4-FFF2-40B4-BE49-F238E27FC236}">
                <a16:creationId xmlns:a16="http://schemas.microsoft.com/office/drawing/2014/main" id="{62F6E443-5C86-C36B-0E1C-979A22C8B618}"/>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7865344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Outro -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4" name="TextBox 3">
            <a:extLst>
              <a:ext uri="{FF2B5EF4-FFF2-40B4-BE49-F238E27FC236}">
                <a16:creationId xmlns:a16="http://schemas.microsoft.com/office/drawing/2014/main" id="{33A6B847-F006-2430-42BA-AE0EB44FAF6F}"/>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275B74B9-4873-9050-8CCB-54EB5DFBF042}"/>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8" name="Footer Placeholder 4">
            <a:extLst>
              <a:ext uri="{FF2B5EF4-FFF2-40B4-BE49-F238E27FC236}">
                <a16:creationId xmlns:a16="http://schemas.microsoft.com/office/drawing/2014/main" id="{88B71A06-C5AC-A61B-B714-5E5146BBED9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10" name="TextBox 9">
            <a:extLst>
              <a:ext uri="{FF2B5EF4-FFF2-40B4-BE49-F238E27FC236}">
                <a16:creationId xmlns:a16="http://schemas.microsoft.com/office/drawing/2014/main" id="{78D1770E-09D8-5EDC-812A-CDF8B11F6A14}"/>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
        <p:nvSpPr>
          <p:cNvPr id="5" name="TextBox 4">
            <a:extLst>
              <a:ext uri="{FF2B5EF4-FFF2-40B4-BE49-F238E27FC236}">
                <a16:creationId xmlns:a16="http://schemas.microsoft.com/office/drawing/2014/main" id="{1A6681F3-DF5C-9A79-C796-030CD88ED76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9" name="Gruppieren 4">
            <a:extLst>
              <a:ext uri="{FF2B5EF4-FFF2-40B4-BE49-F238E27FC236}">
                <a16:creationId xmlns:a16="http://schemas.microsoft.com/office/drawing/2014/main" id="{16D7B7D0-CAA1-33E1-AC7F-493B661B6699}"/>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0539D95-EAC1-D112-501B-3C51BC30F6F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F9706EFB-E78A-458A-0FEE-96565A86EA35}"/>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34010E6E-22C6-BEF9-6EA3-87B4AE7D989F}"/>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C70C816D-E76D-EE5F-241F-10705C3D5FA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6933F0A-6333-CAB5-C05B-694D2354C4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D8A7E05E-2624-3141-586F-6F47645A53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2AB227D-AD87-0D4E-7CEC-D0941E4CDF1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0A1391-2DA3-17F9-FE0D-78C16DFB2E1D}"/>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BCC3DA37-6B18-A1DB-B978-EE6DAAEC5E34}"/>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673CABE2-3A8F-C76B-E245-E39DAE08378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9CDF7043-E228-8C40-B2E2-14438E610B8F}"/>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B778131F-3CF5-7B6C-BEF5-CD6A7EB4FA7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74785441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1_Outro -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3" name="TextBox 2">
            <a:extLst>
              <a:ext uri="{FF2B5EF4-FFF2-40B4-BE49-F238E27FC236}">
                <a16:creationId xmlns:a16="http://schemas.microsoft.com/office/drawing/2014/main" id="{F6A8A48E-3DB5-8F57-1922-EFA1E893A99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8" name="TextBox 7">
            <a:extLst>
              <a:ext uri="{FF2B5EF4-FFF2-40B4-BE49-F238E27FC236}">
                <a16:creationId xmlns:a16="http://schemas.microsoft.com/office/drawing/2014/main" id="{A555D323-AE36-3785-6FE9-60DAF69452E6}"/>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9" name="Footer Placeholder 4">
            <a:extLst>
              <a:ext uri="{FF2B5EF4-FFF2-40B4-BE49-F238E27FC236}">
                <a16:creationId xmlns:a16="http://schemas.microsoft.com/office/drawing/2014/main" id="{30646158-6A81-A2DD-C44D-921AE4DD9EC2}"/>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Box 3">
            <a:extLst>
              <a:ext uri="{FF2B5EF4-FFF2-40B4-BE49-F238E27FC236}">
                <a16:creationId xmlns:a16="http://schemas.microsoft.com/office/drawing/2014/main" id="{C07C486E-864B-EC69-F73D-2BCE06D2B883}"/>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7" name="Gruppieren 4">
            <a:extLst>
              <a:ext uri="{FF2B5EF4-FFF2-40B4-BE49-F238E27FC236}">
                <a16:creationId xmlns:a16="http://schemas.microsoft.com/office/drawing/2014/main" id="{091816A5-BD37-489B-D2B6-2E931BB6109A}"/>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8F632344-56D7-0FE9-7CC7-A953410D503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67DB1019-32A2-B27F-B69E-A59F6EC4E8C1}"/>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EC75B3C7-C0BF-C06A-7259-073AADCB63F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F539D7D3-F9E3-3C64-A2B8-68BC730C5E9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A4BC7DA0-2356-A666-C7B1-04A021761BD4}"/>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BCAC0528-D774-2869-78E8-D5992464700B}"/>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14E3DF9-4D81-0920-12B3-F98AE476EFE6}"/>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35F50D-0BA8-7023-F046-3376CE69D7B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311D18AC-7BA1-0080-8301-3BA2AA0B5E05}"/>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7FBF8150-2700-0D05-A05E-98BF121A5E10}"/>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13CA858-01DD-D948-1929-16FDA2F8CF2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878BB63-0766-B99F-A211-9CBDD1748824}"/>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5" name="TextBox 4">
            <a:extLst>
              <a:ext uri="{FF2B5EF4-FFF2-40B4-BE49-F238E27FC236}">
                <a16:creationId xmlns:a16="http://schemas.microsoft.com/office/drawing/2014/main" id="{6A07E05C-45AB-BB39-AE34-591CC2E3A7A5}"/>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Tree>
    <p:extLst>
      <p:ext uri="{BB962C8B-B14F-4D97-AF65-F5344CB8AC3E}">
        <p14:creationId xmlns:p14="http://schemas.microsoft.com/office/powerpoint/2010/main" val="394115623"/>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_Outro - editable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t>Forvis</a:t>
            </a:r>
            <a:r>
              <a:rPr lang="en-US" b="1" noProof="0" dirty="0"/>
              <a:t> Mazars</a:t>
            </a:r>
          </a:p>
        </p:txBody>
      </p:sp>
      <p:sp>
        <p:nvSpPr>
          <p:cNvPr id="6" name="Footer Placeholder 4">
            <a:extLst>
              <a:ext uri="{FF2B5EF4-FFF2-40B4-BE49-F238E27FC236}">
                <a16:creationId xmlns:a16="http://schemas.microsoft.com/office/drawing/2014/main" id="{5DCD00FD-34AE-282D-C880-195BA8A87E3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5" name="Text Placeholder 35">
            <a:extLst>
              <a:ext uri="{FF2B5EF4-FFF2-40B4-BE49-F238E27FC236}">
                <a16:creationId xmlns:a16="http://schemas.microsoft.com/office/drawing/2014/main" id="{9C6042AF-CA98-5D4F-3D53-833BF69333E5}"/>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tx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7" name="Text Placeholder 8">
            <a:extLst>
              <a:ext uri="{FF2B5EF4-FFF2-40B4-BE49-F238E27FC236}">
                <a16:creationId xmlns:a16="http://schemas.microsoft.com/office/drawing/2014/main" id="{77FEB549-0F87-A538-F4B9-811388A1BED0}"/>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tx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3" name="TextBox 2">
            <a:extLst>
              <a:ext uri="{FF2B5EF4-FFF2-40B4-BE49-F238E27FC236}">
                <a16:creationId xmlns:a16="http://schemas.microsoft.com/office/drawing/2014/main" id="{6171E355-0B80-FC55-839B-E1D00403BB83}"/>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pic>
        <p:nvPicPr>
          <p:cNvPr id="8" name="Grafik 11">
            <a:extLst>
              <a:ext uri="{FF2B5EF4-FFF2-40B4-BE49-F238E27FC236}">
                <a16:creationId xmlns:a16="http://schemas.microsoft.com/office/drawing/2014/main" id="{40D8D18D-A576-7317-B790-8565F1D3C2A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42539973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1_Outro - editable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9" name="Footer Placeholder 4">
            <a:extLst>
              <a:ext uri="{FF2B5EF4-FFF2-40B4-BE49-F238E27FC236}">
                <a16:creationId xmlns:a16="http://schemas.microsoft.com/office/drawing/2014/main" id="{35C88522-8DF1-4607-A4E2-5B0EF73CC98B}"/>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 Placeholder 35">
            <a:extLst>
              <a:ext uri="{FF2B5EF4-FFF2-40B4-BE49-F238E27FC236}">
                <a16:creationId xmlns:a16="http://schemas.microsoft.com/office/drawing/2014/main" id="{77766A40-38EE-605E-12B8-98AD84EC9B30}"/>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5" name="Text Placeholder 8">
            <a:extLst>
              <a:ext uri="{FF2B5EF4-FFF2-40B4-BE49-F238E27FC236}">
                <a16:creationId xmlns:a16="http://schemas.microsoft.com/office/drawing/2014/main" id="{F7842F13-7A60-C31D-02FB-801B693F4123}"/>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7" name="TextBox 6">
            <a:extLst>
              <a:ext uri="{FF2B5EF4-FFF2-40B4-BE49-F238E27FC236}">
                <a16:creationId xmlns:a16="http://schemas.microsoft.com/office/drawing/2014/main" id="{3C528E0C-2539-CDDA-14D5-AA97D085503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F4045705-66B2-0DDE-4848-EEA835B279B1}"/>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444DCA7-76AE-14E4-AF09-3364A3F6CFA2}"/>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9D8ED99-1B8A-6735-55C2-A2E01099915D}"/>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86CF0E44-319A-A96A-8F98-F9330823D206}"/>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1D128114-D3B9-CED8-2772-5305726980D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2C085591-FBE0-3310-9EA1-8CC0F8BDC0B6}"/>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FD9891E-D3E1-39A4-3C13-6AF8943A0C9A}"/>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07FD17DD-F205-786D-9BDD-2D2B5EEF8F1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BFC3790-5B7F-850F-4D0E-38003DA8849A}"/>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9F8B4662-4C4C-5441-631A-2B748DD246E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FA9E71A6-99D3-2CFF-B1B1-2DE2FE197219}"/>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FF276700-0687-3895-59A6-B37CED253D2D}"/>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2FF2C670-6F23-F064-6229-E6522A83EE6B}"/>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63A41A46-F49E-4D5E-0193-A951BA1C431A}"/>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844715845"/>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_Outro - editable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8" name="Footer Placeholder 4">
            <a:extLst>
              <a:ext uri="{FF2B5EF4-FFF2-40B4-BE49-F238E27FC236}">
                <a16:creationId xmlns:a16="http://schemas.microsoft.com/office/drawing/2014/main" id="{BC07936C-48E7-A507-69B6-73F81D1F42D9}"/>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5" name="Text Placeholder 35">
            <a:extLst>
              <a:ext uri="{FF2B5EF4-FFF2-40B4-BE49-F238E27FC236}">
                <a16:creationId xmlns:a16="http://schemas.microsoft.com/office/drawing/2014/main" id="{A8A47AE8-EFAE-D657-385A-BF9D41DD4186}"/>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9" name="Text Placeholder 8">
            <a:extLst>
              <a:ext uri="{FF2B5EF4-FFF2-40B4-BE49-F238E27FC236}">
                <a16:creationId xmlns:a16="http://schemas.microsoft.com/office/drawing/2014/main" id="{B3C2BE14-477C-CB4E-A14A-DB75AA774A42}"/>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p>
        </p:txBody>
      </p:sp>
      <p:sp>
        <p:nvSpPr>
          <p:cNvPr id="4" name="TextBox 3">
            <a:extLst>
              <a:ext uri="{FF2B5EF4-FFF2-40B4-BE49-F238E27FC236}">
                <a16:creationId xmlns:a16="http://schemas.microsoft.com/office/drawing/2014/main" id="{D850E025-404D-9536-6D0C-2042221ADC94}"/>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DB5F9192-CCBE-5DB9-4308-24B0D5F5F9EA}"/>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600858C-044E-D467-95FF-4D8702D7C8FD}"/>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237FBE9F-E7E5-89E1-10BE-42983AEE81BF}"/>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70A2A876-9809-F9A0-5ADE-28D9E0D28834}"/>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7F50DE31-FF8B-006A-E904-FA745BF901F5}"/>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B9DA3AA6-8787-DF83-A9CD-2F9339325CDF}"/>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9D5B26A0-988D-ADD7-264F-4F69CAA40C47}"/>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9087F793-6FDA-9216-562F-CAFC24DC20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CA1A4E37-00E5-A4AB-295B-0F1B1CABAA38}"/>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671143A7-E075-AF6C-DC5D-F6F0B9323E48}"/>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1701761A-D466-6836-3FE0-86BEBC1A08D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3D5720FA-7265-0A9E-2775-EAA29B79B711}"/>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BDE3CED-D985-A5AF-3BB8-5EA739C8381A}"/>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949835D-3EFE-A7B4-098A-0AC2790E7CD3}"/>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485276200"/>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제목만">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6AF8A-8016-BCC9-12B5-1D618C6DBF9E}"/>
              </a:ext>
            </a:extLst>
          </p:cNvPr>
          <p:cNvSpPr>
            <a:spLocks noGrp="1"/>
          </p:cNvSpPr>
          <p:nvPr>
            <p:ph type="title" hasCustomPrompt="1"/>
          </p:nvPr>
        </p:nvSpPr>
        <p:spPr>
          <a:xfrm>
            <a:off x="306000" y="306000"/>
            <a:ext cx="5648400" cy="360000"/>
          </a:xfrm>
        </p:spPr>
        <p:txBody>
          <a:bodyPr anchor="ctr"/>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E557783F-3B5D-FBBC-3B86-107F7D8E6E2B}"/>
              </a:ext>
            </a:extLst>
          </p:cNvPr>
          <p:cNvSpPr>
            <a:spLocks noGrp="1"/>
          </p:cNvSpPr>
          <p:nvPr>
            <p:ph type="dt" sz="half" idx="10"/>
          </p:nvPr>
        </p:nvSpPr>
        <p:spPr>
          <a:xfrm>
            <a:off x="6387315" y="6465600"/>
            <a:ext cx="2743200" cy="270000"/>
          </a:xfrm>
        </p:spPr>
        <p:txBody>
          <a:bodyPr lIns="0" tIns="0" rIns="0" bIns="0"/>
          <a:lstStyle/>
          <a:p>
            <a:r>
              <a:rPr lang="en-US"/>
              <a:t>Date</a:t>
            </a:r>
            <a:endParaRPr lang="en-GB" dirty="0"/>
          </a:p>
        </p:txBody>
      </p:sp>
      <p:sp>
        <p:nvSpPr>
          <p:cNvPr id="4" name="Footer Placeholder 3">
            <a:extLst>
              <a:ext uri="{FF2B5EF4-FFF2-40B4-BE49-F238E27FC236}">
                <a16:creationId xmlns:a16="http://schemas.microsoft.com/office/drawing/2014/main" id="{6DFEF2F1-42E8-46F7-31D5-40F93D392414}"/>
              </a:ext>
            </a:extLst>
          </p:cNvPr>
          <p:cNvSpPr>
            <a:spLocks noGrp="1"/>
          </p:cNvSpPr>
          <p:nvPr>
            <p:ph type="ftr" sz="quarter" idx="11"/>
          </p:nvPr>
        </p:nvSpPr>
        <p:spPr>
          <a:xfrm>
            <a:off x="2261472" y="6465600"/>
            <a:ext cx="4114800" cy="270000"/>
          </a:xfrm>
        </p:spPr>
        <p:txBody>
          <a:bodyPr lIns="0" tIns="0" rIns="0" bIns="0"/>
          <a:lstStyle/>
          <a:p>
            <a:r>
              <a:rPr lang="en-GB"/>
              <a:t>Title</a:t>
            </a:r>
            <a:endParaRPr lang="en-GB" dirty="0"/>
          </a:p>
        </p:txBody>
      </p:sp>
      <p:sp>
        <p:nvSpPr>
          <p:cNvPr id="5" name="Slide Number Placeholder 4">
            <a:extLst>
              <a:ext uri="{FF2B5EF4-FFF2-40B4-BE49-F238E27FC236}">
                <a16:creationId xmlns:a16="http://schemas.microsoft.com/office/drawing/2014/main" id="{8FE9ECC4-62F2-CD50-B09C-2AA803749042}"/>
              </a:ext>
            </a:extLst>
          </p:cNvPr>
          <p:cNvSpPr>
            <a:spLocks noGrp="1"/>
          </p:cNvSpPr>
          <p:nvPr>
            <p:ph type="sldNum" sz="quarter" idx="12"/>
          </p:nvPr>
        </p:nvSpPr>
        <p:spPr>
          <a:xfrm>
            <a:off x="304800" y="6465600"/>
            <a:ext cx="1945629" cy="270000"/>
          </a:xfrm>
        </p:spPr>
        <p:txBody>
          <a:bodyPr lIns="0" tIns="0" rIns="0" bIns="0"/>
          <a:lstStyle>
            <a:lvl1pPr algn="l">
              <a:defRPr/>
            </a:lvl1p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4C624DD-685D-7847-6014-2018E3CA64BF}"/>
              </a:ext>
            </a:extLst>
          </p:cNvPr>
          <p:cNvSpPr>
            <a:spLocks noGrp="1"/>
          </p:cNvSpPr>
          <p:nvPr>
            <p:ph type="body" sz="quarter" idx="13" hasCustomPrompt="1"/>
          </p:nvPr>
        </p:nvSpPr>
        <p:spPr>
          <a:xfrm>
            <a:off x="306000" y="673200"/>
            <a:ext cx="5648400" cy="360000"/>
          </a:xfrm>
        </p:spPr>
        <p:txBody>
          <a:bodyPr anchor="ctr"/>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2597745147"/>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slideLayout" Target="../slideLayouts/slideLayout74.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image" Target="../media/image1.wmf"/><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FE9FD2-6995-74C6-059B-87A19EAFB965}"/>
              </a:ext>
            </a:extLst>
          </p:cNvPr>
          <p:cNvSpPr>
            <a:spLocks noGrp="1"/>
          </p:cNvSpPr>
          <p:nvPr>
            <p:ph type="title"/>
          </p:nvPr>
        </p:nvSpPr>
        <p:spPr>
          <a:xfrm>
            <a:off x="306000" y="306000"/>
            <a:ext cx="11581200" cy="360000"/>
          </a:xfrm>
          <a:prstGeom prst="rect">
            <a:avLst/>
          </a:prstGeom>
        </p:spPr>
        <p:txBody>
          <a:bodyPr vert="horz" lIns="0" tIns="0" rIns="0" bIns="0" rtlCol="0" anchor="t">
            <a:noAutofit/>
          </a:bodyPr>
          <a:lstStyle/>
          <a:p>
            <a:r>
              <a:rPr lang="ko-KR" altLang="en-US"/>
              <a:t>마스터 제목 스타일 편집</a:t>
            </a:r>
            <a:endParaRPr lang="en-GB" dirty="0"/>
          </a:p>
        </p:txBody>
      </p:sp>
      <p:sp>
        <p:nvSpPr>
          <p:cNvPr id="3" name="Text Placeholder 2">
            <a:extLst>
              <a:ext uri="{FF2B5EF4-FFF2-40B4-BE49-F238E27FC236}">
                <a16:creationId xmlns:a16="http://schemas.microsoft.com/office/drawing/2014/main" id="{B1BC34D3-7536-C818-EFDA-AFF20251F0DA}"/>
              </a:ext>
            </a:extLst>
          </p:cNvPr>
          <p:cNvSpPr>
            <a:spLocks noGrp="1"/>
          </p:cNvSpPr>
          <p:nvPr>
            <p:ph type="body" idx="1"/>
          </p:nvPr>
        </p:nvSpPr>
        <p:spPr>
          <a:xfrm>
            <a:off x="306000" y="1620000"/>
            <a:ext cx="11581200" cy="4320000"/>
          </a:xfrm>
          <a:prstGeom prst="rect">
            <a:avLst/>
          </a:prstGeom>
        </p:spPr>
        <p:txBody>
          <a:bodyPr vert="horz" lIns="0" tIns="0" rIns="0" bIns="0" rtlCol="0">
            <a:no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4" name="Date Placeholder 3">
            <a:extLst>
              <a:ext uri="{FF2B5EF4-FFF2-40B4-BE49-F238E27FC236}">
                <a16:creationId xmlns:a16="http://schemas.microsoft.com/office/drawing/2014/main" id="{37022941-1361-6E63-B12A-06C77F5C0FBB}"/>
              </a:ext>
            </a:extLst>
          </p:cNvPr>
          <p:cNvSpPr>
            <a:spLocks noGrp="1"/>
          </p:cNvSpPr>
          <p:nvPr>
            <p:ph type="dt" sz="half" idx="2"/>
          </p:nvPr>
        </p:nvSpPr>
        <p:spPr>
          <a:xfrm>
            <a:off x="8560582" y="6417000"/>
            <a:ext cx="1260000" cy="270000"/>
          </a:xfrm>
          <a:prstGeom prst="rect">
            <a:avLst/>
          </a:prstGeom>
        </p:spPr>
        <p:txBody>
          <a:bodyPr vert="horz" lIns="0" tIns="45720" rIns="0" bIns="45720" rtlCol="0" anchor="ctr"/>
          <a:lstStyle>
            <a:lvl1pPr algn="r">
              <a:defRPr sz="1000">
                <a:solidFill>
                  <a:schemeClr val="tx1"/>
                </a:solidFill>
              </a:defRPr>
            </a:lvl1pPr>
          </a:lstStyle>
          <a:p>
            <a:r>
              <a:rPr lang="en-US"/>
              <a:t>Date</a:t>
            </a:r>
            <a:endParaRPr lang="en-GB" dirty="0"/>
          </a:p>
        </p:txBody>
      </p:sp>
      <p:sp>
        <p:nvSpPr>
          <p:cNvPr id="5" name="Footer Placeholder 4">
            <a:extLst>
              <a:ext uri="{FF2B5EF4-FFF2-40B4-BE49-F238E27FC236}">
                <a16:creationId xmlns:a16="http://schemas.microsoft.com/office/drawing/2014/main" id="{D5C9E4D8-93A5-6C78-B5B9-150B83256C33}"/>
              </a:ext>
            </a:extLst>
          </p:cNvPr>
          <p:cNvSpPr>
            <a:spLocks noGrp="1"/>
          </p:cNvSpPr>
          <p:nvPr>
            <p:ph type="ftr" sz="quarter" idx="3"/>
          </p:nvPr>
        </p:nvSpPr>
        <p:spPr>
          <a:xfrm>
            <a:off x="1200036" y="6417000"/>
            <a:ext cx="6069127" cy="270000"/>
          </a:xfrm>
          <a:prstGeom prst="rect">
            <a:avLst/>
          </a:prstGeom>
        </p:spPr>
        <p:txBody>
          <a:bodyPr vert="horz" lIns="0" tIns="45720" rIns="0" bIns="45720" rtlCol="0" anchor="ctr"/>
          <a:lstStyle>
            <a:lvl1pPr algn="ctr">
              <a:defRPr sz="1000">
                <a:solidFill>
                  <a:schemeClr val="tx1"/>
                </a:solidFill>
              </a:defRPr>
            </a:lvl1pPr>
          </a:lstStyle>
          <a:p>
            <a:r>
              <a:rPr lang="en-GB"/>
              <a:t>Title</a:t>
            </a:r>
            <a:endParaRPr lang="en-GB" dirty="0"/>
          </a:p>
        </p:txBody>
      </p:sp>
      <p:sp>
        <p:nvSpPr>
          <p:cNvPr id="6" name="Slide Number Placeholder 5">
            <a:extLst>
              <a:ext uri="{FF2B5EF4-FFF2-40B4-BE49-F238E27FC236}">
                <a16:creationId xmlns:a16="http://schemas.microsoft.com/office/drawing/2014/main" id="{15B14A89-CC20-0ECB-B7C5-296A21ECF522}"/>
              </a:ext>
            </a:extLst>
          </p:cNvPr>
          <p:cNvSpPr>
            <a:spLocks noGrp="1"/>
          </p:cNvSpPr>
          <p:nvPr>
            <p:ph type="sldNum" sz="quarter" idx="4"/>
          </p:nvPr>
        </p:nvSpPr>
        <p:spPr>
          <a:xfrm>
            <a:off x="300037" y="6417000"/>
            <a:ext cx="900000" cy="270000"/>
          </a:xfrm>
          <a:prstGeom prst="rect">
            <a:avLst/>
          </a:prstGeom>
        </p:spPr>
        <p:txBody>
          <a:bodyPr vert="horz" lIns="0" tIns="45720" rIns="0" bIns="45720" rtlCol="0" anchor="ctr"/>
          <a:lstStyle>
            <a:lvl1pPr algn="l">
              <a:defRPr sz="1000">
                <a:solidFill>
                  <a:schemeClr val="tx1"/>
                </a:solidFill>
              </a:defRPr>
            </a:lvl1pPr>
          </a:lstStyle>
          <a:p>
            <a:fld id="{721C06D9-4617-44B0-8711-1EF1C439A609}" type="slidenum">
              <a:rPr lang="en-GB" smtClean="0"/>
              <a:pPr/>
              <a:t>‹#›</a:t>
            </a:fld>
            <a:endParaRPr lang="en-GB" dirty="0"/>
          </a:p>
        </p:txBody>
      </p:sp>
      <p:sp>
        <p:nvSpPr>
          <p:cNvPr id="9" name="TextBox 8">
            <a:extLst>
              <a:ext uri="{FF2B5EF4-FFF2-40B4-BE49-F238E27FC236}">
                <a16:creationId xmlns:a16="http://schemas.microsoft.com/office/drawing/2014/main" id="{CE590955-4EF9-42DC-2545-2A78687F80FE}"/>
              </a:ext>
            </a:extLst>
          </p:cNvPr>
          <p:cNvSpPr txBox="1"/>
          <p:nvPr userDrawn="1"/>
        </p:nvSpPr>
        <p:spPr>
          <a:xfrm>
            <a:off x="-763351" y="378278"/>
            <a:ext cx="763351" cy="215444"/>
          </a:xfrm>
          <a:prstGeom prst="rect">
            <a:avLst/>
          </a:prstGeom>
          <a:noFill/>
        </p:spPr>
        <p:txBody>
          <a:bodyPr wrap="none" rtlCol="0">
            <a:spAutoFit/>
          </a:bodyPr>
          <a:lstStyle/>
          <a:p>
            <a:pPr algn="r"/>
            <a:r>
              <a:rPr lang="en-GB" sz="800" dirty="0">
                <a:solidFill>
                  <a:schemeClr val="tx1"/>
                </a:solidFill>
              </a:rPr>
              <a:t>Title position</a:t>
            </a:r>
          </a:p>
        </p:txBody>
      </p:sp>
      <p:sp>
        <p:nvSpPr>
          <p:cNvPr id="10" name="TextBox 9">
            <a:extLst>
              <a:ext uri="{FF2B5EF4-FFF2-40B4-BE49-F238E27FC236}">
                <a16:creationId xmlns:a16="http://schemas.microsoft.com/office/drawing/2014/main" id="{3ECA7508-55FC-E080-04D3-FAB46B4F6DCE}"/>
              </a:ext>
            </a:extLst>
          </p:cNvPr>
          <p:cNvSpPr txBox="1"/>
          <p:nvPr userDrawn="1"/>
        </p:nvSpPr>
        <p:spPr>
          <a:xfrm>
            <a:off x="-1885453" y="1041381"/>
            <a:ext cx="1885453" cy="215444"/>
          </a:xfrm>
          <a:prstGeom prst="rect">
            <a:avLst/>
          </a:prstGeom>
          <a:noFill/>
        </p:spPr>
        <p:txBody>
          <a:bodyPr wrap="none" rtlCol="0">
            <a:spAutoFit/>
          </a:bodyPr>
          <a:lstStyle/>
          <a:p>
            <a:pPr algn="r"/>
            <a:r>
              <a:rPr lang="en-GB" sz="800" dirty="0">
                <a:solidFill>
                  <a:schemeClr val="tx1"/>
                </a:solidFill>
              </a:rPr>
              <a:t>Maximum vertical position for content</a:t>
            </a:r>
          </a:p>
        </p:txBody>
      </p:sp>
      <p:sp>
        <p:nvSpPr>
          <p:cNvPr id="11" name="TextBox 10">
            <a:extLst>
              <a:ext uri="{FF2B5EF4-FFF2-40B4-BE49-F238E27FC236}">
                <a16:creationId xmlns:a16="http://schemas.microsoft.com/office/drawing/2014/main" id="{504E1C66-75FC-0179-2386-75B484CB4966}"/>
              </a:ext>
            </a:extLst>
          </p:cNvPr>
          <p:cNvSpPr txBox="1"/>
          <p:nvPr userDrawn="1"/>
        </p:nvSpPr>
        <p:spPr>
          <a:xfrm>
            <a:off x="-1856598" y="5734506"/>
            <a:ext cx="1856598" cy="215444"/>
          </a:xfrm>
          <a:prstGeom prst="rect">
            <a:avLst/>
          </a:prstGeom>
          <a:noFill/>
        </p:spPr>
        <p:txBody>
          <a:bodyPr wrap="none" rtlCol="0">
            <a:spAutoFit/>
          </a:bodyPr>
          <a:lstStyle/>
          <a:p>
            <a:pPr algn="r"/>
            <a:r>
              <a:rPr lang="en-GB" sz="800" dirty="0">
                <a:solidFill>
                  <a:schemeClr val="tx1"/>
                </a:solidFill>
              </a:rPr>
              <a:t>Minimum vertical position for content</a:t>
            </a:r>
          </a:p>
        </p:txBody>
      </p:sp>
      <p:sp>
        <p:nvSpPr>
          <p:cNvPr id="13" name="TextBox 12">
            <a:extLst>
              <a:ext uri="{FF2B5EF4-FFF2-40B4-BE49-F238E27FC236}">
                <a16:creationId xmlns:a16="http://schemas.microsoft.com/office/drawing/2014/main" id="{6F4C75A6-3E07-FB50-DCC7-0EA23683196A}"/>
              </a:ext>
            </a:extLst>
          </p:cNvPr>
          <p:cNvSpPr txBox="1"/>
          <p:nvPr userDrawn="1"/>
        </p:nvSpPr>
        <p:spPr>
          <a:xfrm>
            <a:off x="-914033" y="727528"/>
            <a:ext cx="914033" cy="215444"/>
          </a:xfrm>
          <a:prstGeom prst="rect">
            <a:avLst/>
          </a:prstGeom>
          <a:noFill/>
        </p:spPr>
        <p:txBody>
          <a:bodyPr wrap="none" rtlCol="0">
            <a:spAutoFit/>
          </a:bodyPr>
          <a:lstStyle/>
          <a:p>
            <a:pPr algn="r"/>
            <a:r>
              <a:rPr lang="en-GB" sz="800" dirty="0">
                <a:solidFill>
                  <a:schemeClr val="tx1"/>
                </a:solidFill>
              </a:rPr>
              <a:t>Subtitle position</a:t>
            </a:r>
          </a:p>
        </p:txBody>
      </p:sp>
      <p:pic>
        <p:nvPicPr>
          <p:cNvPr id="8" name="Grafik 11">
            <a:extLst>
              <a:ext uri="{FF2B5EF4-FFF2-40B4-BE49-F238E27FC236}">
                <a16:creationId xmlns:a16="http://schemas.microsoft.com/office/drawing/2014/main" id="{5469F5F3-C99F-2E93-A1EB-1758A92F8191}"/>
              </a:ext>
            </a:extLst>
          </p:cNvPr>
          <p:cNvPicPr>
            <a:picLocks noChangeAspect="1"/>
          </p:cNvPicPr>
          <p:nvPr userDrawn="1"/>
        </p:nvPicPr>
        <p:blipFill>
          <a:blip r:embed="rId78"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4399365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09" r:id="rId3"/>
    <p:sldLayoutId id="2147483710" r:id="rId4"/>
    <p:sldLayoutId id="2147483735" r:id="rId5"/>
    <p:sldLayoutId id="2147483736" r:id="rId6"/>
    <p:sldLayoutId id="2147483737" r:id="rId7"/>
    <p:sldLayoutId id="2147483738" r:id="rId8"/>
    <p:sldLayoutId id="2147483739" r:id="rId9"/>
    <p:sldLayoutId id="2147483651" r:id="rId10"/>
    <p:sldLayoutId id="2147483652" r:id="rId11"/>
    <p:sldLayoutId id="2147483653" r:id="rId12"/>
    <p:sldLayoutId id="2147483740" r:id="rId13"/>
    <p:sldLayoutId id="2147483741" r:id="rId14"/>
    <p:sldLayoutId id="2147483742" r:id="rId15"/>
    <p:sldLayoutId id="2147483657" r:id="rId16"/>
    <p:sldLayoutId id="2147483658" r:id="rId17"/>
    <p:sldLayoutId id="2147483659" r:id="rId18"/>
    <p:sldLayoutId id="2147483660" r:id="rId19"/>
    <p:sldLayoutId id="2147483661" r:id="rId20"/>
    <p:sldLayoutId id="2147483662" r:id="rId21"/>
    <p:sldLayoutId id="2147483663" r:id="rId22"/>
    <p:sldLayoutId id="2147483664" r:id="rId23"/>
    <p:sldLayoutId id="2147483665" r:id="rId24"/>
    <p:sldLayoutId id="2147483666" r:id="rId25"/>
    <p:sldLayoutId id="2147483731" r:id="rId26"/>
    <p:sldLayoutId id="2147483667" r:id="rId27"/>
    <p:sldLayoutId id="2147483669" r:id="rId28"/>
    <p:sldLayoutId id="2147483668" r:id="rId29"/>
    <p:sldLayoutId id="2147483670" r:id="rId30"/>
    <p:sldLayoutId id="2147483672" r:id="rId31"/>
    <p:sldLayoutId id="2147483673" r:id="rId32"/>
    <p:sldLayoutId id="2147483674"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720" r:id="rId42"/>
    <p:sldLayoutId id="2147483721" r:id="rId43"/>
    <p:sldLayoutId id="2147483722" r:id="rId44"/>
    <p:sldLayoutId id="2147483723" r:id="rId45"/>
    <p:sldLayoutId id="2147483718" r:id="rId46"/>
    <p:sldLayoutId id="2147483719" r:id="rId47"/>
    <p:sldLayoutId id="2147483688" r:id="rId48"/>
    <p:sldLayoutId id="2147483689" r:id="rId49"/>
    <p:sldLayoutId id="2147483690" r:id="rId50"/>
    <p:sldLayoutId id="2147483713" r:id="rId51"/>
    <p:sldLayoutId id="2147483712" r:id="rId52"/>
    <p:sldLayoutId id="2147483691" r:id="rId53"/>
    <p:sldLayoutId id="2147483707" r:id="rId54"/>
    <p:sldLayoutId id="2147483708" r:id="rId55"/>
    <p:sldLayoutId id="2147483714" r:id="rId56"/>
    <p:sldLayoutId id="2147483715" r:id="rId57"/>
    <p:sldLayoutId id="2147483695" r:id="rId58"/>
    <p:sldLayoutId id="2147483696" r:id="rId59"/>
    <p:sldLayoutId id="2147483697" r:id="rId60"/>
    <p:sldLayoutId id="2147483698" r:id="rId61"/>
    <p:sldLayoutId id="2147483699" r:id="rId62"/>
    <p:sldLayoutId id="2147483700" r:id="rId63"/>
    <p:sldLayoutId id="2147483701" r:id="rId64"/>
    <p:sldLayoutId id="2147483702" r:id="rId65"/>
    <p:sldLayoutId id="2147483703" r:id="rId66"/>
    <p:sldLayoutId id="2147483704" r:id="rId67"/>
    <p:sldLayoutId id="2147483705" r:id="rId68"/>
    <p:sldLayoutId id="2147483706" r:id="rId69"/>
    <p:sldLayoutId id="2147483743" r:id="rId70"/>
    <p:sldLayoutId id="2147483744" r:id="rId71"/>
    <p:sldLayoutId id="2147483745" r:id="rId72"/>
    <p:sldLayoutId id="2147483746" r:id="rId73"/>
    <p:sldLayoutId id="2147483747" r:id="rId74"/>
    <p:sldLayoutId id="2147483748" r:id="rId75"/>
    <p:sldLayoutId id="2147483711" r:id="rId76"/>
  </p:sldLayoutIdLst>
  <p:transition>
    <p:fade/>
  </p:transition>
  <p:hf hdr="0"/>
  <p:txStyles>
    <p:titleStyle>
      <a:lvl1pPr algn="l" defTabSz="914400" rtl="0" eaLnBrk="1" latinLnBrk="1" hangingPunct="1">
        <a:lnSpc>
          <a:spcPct val="90000"/>
        </a:lnSpc>
        <a:spcBef>
          <a:spcPct val="0"/>
        </a:spcBef>
        <a:buNone/>
        <a:defRPr sz="2400" kern="1200">
          <a:solidFill>
            <a:schemeClr val="tx1"/>
          </a:solidFill>
          <a:latin typeface="+mj-lt"/>
          <a:ea typeface="+mj-ea"/>
          <a:cs typeface="+mj-cs"/>
        </a:defRPr>
      </a:lvl1pPr>
    </p:titleStyle>
    <p:bodyStyle>
      <a:lvl1pPr marL="180975" indent="-180975" algn="l" defTabSz="914400" rtl="0" eaLnBrk="1" latinLnBrk="1" hangingPunct="1">
        <a:lnSpc>
          <a:spcPct val="105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1pPr>
      <a:lvl2pPr marL="357188" indent="-180975" algn="l" defTabSz="914400" rtl="0" eaLnBrk="1" latinLnBrk="1" hangingPunct="1">
        <a:lnSpc>
          <a:spcPct val="105000"/>
        </a:lnSpc>
        <a:spcBef>
          <a:spcPts val="0"/>
        </a:spcBef>
        <a:spcAft>
          <a:spcPts val="600"/>
        </a:spcAft>
        <a:buSzPct val="85000"/>
        <a:buFont typeface="Arial" panose="020B0604020202020204" pitchFamily="34" charset="0"/>
        <a:buChar char="•"/>
        <a:defRPr sz="1400" kern="1200">
          <a:solidFill>
            <a:schemeClr val="tx1"/>
          </a:solidFill>
          <a:latin typeface="+mn-lt"/>
          <a:ea typeface="+mn-ea"/>
          <a:cs typeface="+mn-cs"/>
        </a:defRPr>
      </a:lvl2pPr>
      <a:lvl3pPr marL="5381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3pPr>
      <a:lvl4pPr marL="7159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4pPr>
      <a:lvl5pPr marL="896938"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192" userDrawn="1">
          <p15:clr>
            <a:srgbClr val="F26B43"/>
          </p15:clr>
        </p15:guide>
        <p15:guide id="5" orient="horz" pos="420" userDrawn="1">
          <p15:clr>
            <a:srgbClr val="F26B43"/>
          </p15:clr>
        </p15:guide>
        <p15:guide id="7" orient="horz" pos="3748" userDrawn="1">
          <p15:clr>
            <a:srgbClr val="F26B43"/>
          </p15:clr>
        </p15:guide>
        <p15:guide id="9" pos="7491" userDrawn="1">
          <p15:clr>
            <a:srgbClr val="F26B43"/>
          </p15:clr>
        </p15:guide>
        <p15:guide id="10" orient="horz" pos="650" userDrawn="1">
          <p15:clr>
            <a:srgbClr val="F26B43"/>
          </p15:clr>
        </p15:guide>
        <p15:guide id="12" pos="192" userDrawn="1">
          <p15:clr>
            <a:srgbClr val="F26B43"/>
          </p15:clr>
        </p15:guide>
        <p15:guide id="13" orient="horz" pos="793"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4CE10-79AD-26BA-41DC-8049F38D70F1}"/>
              </a:ext>
            </a:extLst>
          </p:cNvPr>
          <p:cNvSpPr>
            <a:spLocks noGrp="1"/>
          </p:cNvSpPr>
          <p:nvPr>
            <p:ph type="ctrTitle"/>
          </p:nvPr>
        </p:nvSpPr>
        <p:spPr/>
        <p:txBody>
          <a:bodyPr/>
          <a:lstStyle/>
          <a:p>
            <a:r>
              <a:rPr lang="ko-KR" altLang="en-US" dirty="0">
                <a:ea typeface="맑은 고딕" panose="020B0503020000020004" pitchFamily="50" charset="-127"/>
              </a:rPr>
              <a:t>사노피-아벤티스 코리아</a:t>
            </a:r>
          </a:p>
        </p:txBody>
      </p:sp>
      <p:sp>
        <p:nvSpPr>
          <p:cNvPr id="3" name="Subtitle 2">
            <a:extLst>
              <a:ext uri="{FF2B5EF4-FFF2-40B4-BE49-F238E27FC236}">
                <a16:creationId xmlns:a16="http://schemas.microsoft.com/office/drawing/2014/main" id="{76F68C1A-150F-D860-04D8-67EBFC0925E7}"/>
              </a:ext>
            </a:extLst>
          </p:cNvPr>
          <p:cNvSpPr>
            <a:spLocks noGrp="1"/>
          </p:cNvSpPr>
          <p:nvPr>
            <p:ph type="subTitle" idx="1"/>
          </p:nvPr>
        </p:nvSpPr>
        <p:spPr/>
        <p:txBody>
          <a:bodyPr/>
          <a:lstStyle/>
          <a:p>
            <a:r>
              <a:rPr lang="ko-KR" altLang="en-US" dirty="0">
                <a:ea typeface="맑은 고딕" panose="020B0503020000020004" pitchFamily="50" charset="-127"/>
              </a:rPr>
              <a:t>FY2026 – 중간감사 클로징</a:t>
            </a:r>
          </a:p>
        </p:txBody>
      </p:sp>
      <p:pic>
        <p:nvPicPr>
          <p:cNvPr id="7" name="그림 개체 틀 6">
            <a:extLst>
              <a:ext uri="{FF2B5EF4-FFF2-40B4-BE49-F238E27FC236}">
                <a16:creationId xmlns:a16="http://schemas.microsoft.com/office/drawing/2014/main" id="{D41D58CD-77CE-7E65-2172-521287701E1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2" b="40436"/>
          <a:stretch>
            <a:fillRect/>
          </a:stretch>
        </p:blipFill>
        <p:spPr>
          <a:xfrm>
            <a:off x="305400" y="304800"/>
            <a:ext cx="11581200" cy="3880800"/>
          </a:xfrm>
          <a:prstGeom prst="rect">
            <a:avLst/>
          </a:prstGeom>
          <a:solidFill>
            <a:srgbClr val="FFFFFF">
              <a:lumMod val="95000"/>
            </a:srgbClr>
          </a:solidFill>
        </p:spPr>
      </p:pic>
      <p:sp>
        <p:nvSpPr>
          <p:cNvPr id="4" name="Text Placeholder 3">
            <a:extLst>
              <a:ext uri="{FF2B5EF4-FFF2-40B4-BE49-F238E27FC236}">
                <a16:creationId xmlns:a16="http://schemas.microsoft.com/office/drawing/2014/main" id="{1A097BCA-DBD1-222E-9951-4B522670D864}"/>
              </a:ext>
            </a:extLst>
          </p:cNvPr>
          <p:cNvSpPr>
            <a:spLocks noGrp="1"/>
          </p:cNvSpPr>
          <p:nvPr>
            <p:ph type="body" sz="quarter" idx="11"/>
          </p:nvPr>
        </p:nvSpPr>
        <p:spPr/>
        <p:txBody>
          <a:bodyPr/>
          <a:lstStyle/>
          <a:p>
            <a:r>
              <a:rPr lang="ko-KR" altLang="en-US" dirty="0">
                <a:ea typeface="맑은 고딕" panose="020B0503020000020004" pitchFamily="50" charset="-127"/>
              </a:rPr>
              <a:t>2026년 10월 2</a:t>
            </a:r>
            <a:r>
              <a:rPr lang="en-US" altLang="ko-KR" dirty="0">
                <a:ea typeface="맑은 고딕" panose="020B0503020000020004" pitchFamily="50" charset="-127"/>
              </a:rPr>
              <a:t>8</a:t>
            </a:r>
            <a:r>
              <a:rPr lang="ko-KR" altLang="en-US" dirty="0">
                <a:ea typeface="맑은 고딕" panose="020B0503020000020004" pitchFamily="50" charset="-127"/>
              </a:rPr>
              <a:t>일</a:t>
            </a:r>
          </a:p>
        </p:txBody>
      </p:sp>
    </p:spTree>
    <p:extLst>
      <p:ext uri="{BB962C8B-B14F-4D97-AF65-F5344CB8AC3E}">
        <p14:creationId xmlns:p14="http://schemas.microsoft.com/office/powerpoint/2010/main" val="335525863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BC76F8E-415A-FAB6-D611-26F88E3E40ED}"/>
              </a:ext>
            </a:extLst>
          </p:cNvPr>
          <p:cNvSpPr>
            <a:spLocks noGrp="1"/>
          </p:cNvSpPr>
          <p:nvPr>
            <p:ph type="title"/>
          </p:nvPr>
        </p:nvSpPr>
        <p:spPr>
          <a:xfrm>
            <a:off x="306000" y="306000"/>
            <a:ext cx="5648400" cy="360000"/>
          </a:xfrm>
        </p:spPr>
        <p:txBody>
          <a:bodyPr/>
          <a:lstStyle/>
          <a:p>
            <a:r>
              <a:rPr lang="ko-KR" altLang="en-US" dirty="0">
                <a:ea typeface="맑은 고딕" panose="020B0503020000020004" pitchFamily="50" charset="-127"/>
              </a:rPr>
              <a:t>목차</a:t>
            </a:r>
          </a:p>
        </p:txBody>
      </p:sp>
      <p:sp>
        <p:nvSpPr>
          <p:cNvPr id="10" name="Slide Number Placeholder 9">
            <a:extLst>
              <a:ext uri="{FF2B5EF4-FFF2-40B4-BE49-F238E27FC236}">
                <a16:creationId xmlns:a16="http://schemas.microsoft.com/office/drawing/2014/main" id="{4ECEA13A-71B7-C5DE-BF90-4B7FA22FA80A}"/>
              </a:ext>
            </a:extLst>
          </p:cNvPr>
          <p:cNvSpPr>
            <a:spLocks noGrp="1"/>
          </p:cNvSpPr>
          <p:nvPr>
            <p:ph type="sldNum" sz="quarter" idx="12"/>
          </p:nvPr>
        </p:nvSpPr>
        <p:spPr>
          <a:xfrm>
            <a:off x="300037" y="6417000"/>
            <a:ext cx="900000" cy="270000"/>
          </a:xfrm>
        </p:spPr>
        <p:txBody>
          <a:bodyPr/>
          <a:lstStyle/>
          <a:p>
            <a:fld id="{721C06D9-4617-44B0-8711-1EF1C439A609}" type="slidenum">
              <a:rPr lang="en-GB" smtClean="0"/>
              <a:pPr/>
              <a:t>2</a:t>
            </a:fld>
            <a:endParaRPr lang="en-GB" dirty="0"/>
          </a:p>
        </p:txBody>
      </p:sp>
      <p:pic>
        <p:nvPicPr>
          <p:cNvPr id="7" name="Espace réservé pour une image  8">
            <a:extLst>
              <a:ext uri="{FF2B5EF4-FFF2-40B4-BE49-F238E27FC236}">
                <a16:creationId xmlns:a16="http://schemas.microsoft.com/office/drawing/2014/main" id="{356BE567-A5C8-9F66-5D36-0C0B86B71D0B}"/>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21853" r="21853"/>
          <a:stretch/>
        </p:blipFill>
        <p:spPr>
          <a:xfrm>
            <a:off x="6237601" y="305999"/>
            <a:ext cx="5648400" cy="5643951"/>
          </a:xfrm>
        </p:spPr>
      </p:pic>
      <p:sp>
        <p:nvSpPr>
          <p:cNvPr id="5" name="Text Placeholder 4">
            <a:extLst>
              <a:ext uri="{FF2B5EF4-FFF2-40B4-BE49-F238E27FC236}">
                <a16:creationId xmlns:a16="http://schemas.microsoft.com/office/drawing/2014/main" id="{286A64C6-FD9B-6620-ACC1-98F12B3352A4}"/>
              </a:ext>
            </a:extLst>
          </p:cNvPr>
          <p:cNvSpPr>
            <a:spLocks noGrp="1"/>
          </p:cNvSpPr>
          <p:nvPr>
            <p:ph type="body" sz="quarter" idx="13"/>
          </p:nvPr>
        </p:nvSpPr>
        <p:spPr>
          <a:xfrm>
            <a:off x="306388" y="1268413"/>
            <a:ext cx="5648325" cy="4681537"/>
          </a:xfrm>
        </p:spPr>
        <p:txBody>
          <a:bodyPr/>
          <a:lstStyle/>
          <a:p>
            <a:r>
              <a:rPr lang="ko-KR" altLang="en-US" dirty="0">
                <a:ea typeface="맑은 고딕" panose="020B0503020000020004" pitchFamily="50" charset="-127"/>
              </a:rPr>
              <a:t>감사 일정</a:t>
            </a:r>
          </a:p>
          <a:p>
            <a:r>
              <a:rPr lang="ko-KR" altLang="en-US" dirty="0">
                <a:ea typeface="맑은 고딕" panose="020B0503020000020004" pitchFamily="50" charset="-127"/>
              </a:rPr>
              <a:t>프로세스별 WTT 및 TOC 진행결과</a:t>
            </a:r>
          </a:p>
          <a:p>
            <a:r>
              <a:rPr lang="ko-KR" altLang="en-US" dirty="0">
                <a:ea typeface="맑은 고딕" panose="020B0503020000020004" pitchFamily="50" charset="-127"/>
              </a:rPr>
              <a:t>전기 기말감사 발견사항 Follow-up</a:t>
            </a:r>
          </a:p>
          <a:p>
            <a:r>
              <a:rPr lang="ko-KR" altLang="en-US" dirty="0">
                <a:ea typeface="맑은 고딕" panose="020B0503020000020004" pitchFamily="50" charset="-127"/>
              </a:rPr>
              <a:t>당기 중간감사 발견사항</a:t>
            </a:r>
          </a:p>
          <a:p>
            <a:r>
              <a:rPr lang="ko-KR" altLang="en-US" dirty="0">
                <a:ea typeface="맑은 고딕" panose="020B0503020000020004" pitchFamily="50" charset="-127"/>
              </a:rPr>
              <a:t>미결사항 및 기말감사 준비사항</a:t>
            </a:r>
          </a:p>
        </p:txBody>
      </p:sp>
    </p:spTree>
    <p:extLst>
      <p:ext uri="{BB962C8B-B14F-4D97-AF65-F5344CB8AC3E}">
        <p14:creationId xmlns:p14="http://schemas.microsoft.com/office/powerpoint/2010/main" val="2031370532"/>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ko-KR" altLang="en-US" dirty="0">
                <a:ea typeface="맑은 고딕" panose="020B0503020000020004" pitchFamily="50" charset="-127"/>
              </a:rPr>
              <a:t>감사 일정</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ea typeface="맑은 고딕" panose="020B0503020000020004" pitchFamily="50" charset="-127"/>
              </a:rPr>
              <a:t>01</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제목 14">
            <a:extLst>
              <a:ext uri="{FF2B5EF4-FFF2-40B4-BE49-F238E27FC236}">
                <a16:creationId xmlns:a16="http://schemas.microsoft.com/office/drawing/2014/main" id="{30FF76B2-23BB-F23D-5A03-1AB5147D2B83}"/>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16" name="텍스트 개체 틀 15">
            <a:extLst>
              <a:ext uri="{FF2B5EF4-FFF2-40B4-BE49-F238E27FC236}">
                <a16:creationId xmlns:a16="http://schemas.microsoft.com/office/drawing/2014/main" id="{578F4448-CE93-81F2-77BC-2E76CBA5C5B3}"/>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감사 일정</a:t>
            </a:r>
          </a:p>
        </p:txBody>
      </p:sp>
      <p:sp>
        <p:nvSpPr>
          <p:cNvPr id="17" name="텍스트 개체 틀 16">
            <a:extLst>
              <a:ext uri="{FF2B5EF4-FFF2-40B4-BE49-F238E27FC236}">
                <a16:creationId xmlns:a16="http://schemas.microsoft.com/office/drawing/2014/main" id="{76C6D597-8D20-5D51-9532-4BD1D7F7C529}"/>
              </a:ext>
            </a:extLst>
          </p:cNvPr>
          <p:cNvSpPr>
            <a:spLocks noGrp="1"/>
          </p:cNvSpPr>
          <p:nvPr>
            <p:ph type="body" sz="quarter" idx="14"/>
          </p:nvPr>
        </p:nvSpPr>
        <p:spPr/>
        <p:txBody>
          <a:bodyPr/>
          <a:lstStyle/>
          <a:p>
            <a:r>
              <a:rPr lang="ko-KR" altLang="en-US" dirty="0">
                <a:ea typeface="맑은 고딕" panose="020B0503020000020004" pitchFamily="50" charset="-127"/>
              </a:rPr>
              <a:t>중간감사</a:t>
            </a:r>
          </a:p>
        </p:txBody>
      </p:sp>
      <p:sp>
        <p:nvSpPr>
          <p:cNvPr id="18" name="내용 개체 틀 17">
            <a:extLst>
              <a:ext uri="{FF2B5EF4-FFF2-40B4-BE49-F238E27FC236}">
                <a16:creationId xmlns:a16="http://schemas.microsoft.com/office/drawing/2014/main" id="{F9497090-6619-6BCF-D6F5-AAC98A6DDE24}"/>
              </a:ext>
            </a:extLst>
          </p:cNvPr>
          <p:cNvSpPr>
            <a:spLocks noGrp="1"/>
          </p:cNvSpPr>
          <p:nvPr>
            <p:ph sz="quarter" idx="15"/>
          </p:nvPr>
        </p:nvSpPr>
        <p:spPr/>
        <p:txBody>
          <a:bodyPr/>
          <a:lstStyle/>
          <a:p>
            <a:r>
              <a:rPr lang="ko-KR" altLang="en-US" sz="1200" b="1" dirty="0">
                <a:ea typeface="맑은 고딕" panose="020B0503020000020004" pitchFamily="50" charset="-127"/>
              </a:rPr>
              <a:t>SAK 본사</a:t>
            </a:r>
            <a:r>
              <a:rPr lang="en-US" altLang="ko-KR" sz="1200" b="1" dirty="0">
                <a:ea typeface="맑은 고딕" panose="020B0503020000020004" pitchFamily="50" charset="-127"/>
              </a:rPr>
              <a:t> </a:t>
            </a:r>
            <a:r>
              <a:rPr lang="ko-KR" altLang="en-US" sz="1200" b="1" dirty="0">
                <a:ea typeface="맑은 고딕" panose="020B0503020000020004" pitchFamily="50" charset="-127"/>
              </a:rPr>
              <a:t>및 원격</a:t>
            </a:r>
          </a:p>
          <a:p>
            <a:r>
              <a:rPr lang="ko-KR" altLang="en-US" sz="1200" b="1" dirty="0">
                <a:ea typeface="맑은 고딕" panose="020B0503020000020004" pitchFamily="50" charset="-127"/>
              </a:rPr>
              <a:t>2026년 10월 19일~23일 (5일)</a:t>
            </a:r>
          </a:p>
          <a:p>
            <a:r>
              <a:rPr lang="ko-KR" altLang="en-US" sz="1200" b="1" dirty="0">
                <a:ea typeface="맑은 고딕" panose="020B0503020000020004" pitchFamily="50" charset="-127"/>
              </a:rPr>
              <a:t>주요 업무</a:t>
            </a:r>
          </a:p>
          <a:p>
            <a:pPr lvl="1"/>
            <a:r>
              <a:rPr lang="ko-KR" altLang="en-US" sz="1150" dirty="0">
                <a:ea typeface="맑은 고딕" panose="020B0503020000020004" pitchFamily="50" charset="-127"/>
              </a:rPr>
              <a:t>주요 프로세스 및 내부통제 이해 (Walkthrough test)</a:t>
            </a:r>
          </a:p>
          <a:p>
            <a:pPr lvl="1"/>
            <a:r>
              <a:rPr lang="ko-KR" altLang="en-US" sz="1150" dirty="0">
                <a:ea typeface="맑은 고딕" panose="020B0503020000020004" pitchFamily="50" charset="-127"/>
              </a:rPr>
              <a:t>주요 통제의 운영효과성 테스트 (TOC)</a:t>
            </a:r>
          </a:p>
          <a:p>
            <a:pPr lvl="1"/>
            <a:r>
              <a:rPr lang="ko-KR" altLang="en-US" sz="1150" dirty="0">
                <a:ea typeface="맑은 고딕" panose="020B0503020000020004" pitchFamily="50" charset="-127"/>
              </a:rPr>
              <a:t>2026년 9월 중간재무제표 분석적 검토 및 statutory(K-GAAP) 조정 검토</a:t>
            </a:r>
          </a:p>
          <a:p>
            <a:pPr lvl="1"/>
            <a:r>
              <a:rPr lang="ko-KR" altLang="en-US" sz="1150" dirty="0">
                <a:ea typeface="맑은 고딕" panose="020B0503020000020004" pitchFamily="50" charset="-127"/>
              </a:rPr>
              <a:t>유의적 거래 분석 (Taxotere 사업양도, 구조조정, 리스)</a:t>
            </a:r>
          </a:p>
          <a:p>
            <a:pPr lvl="1"/>
            <a:r>
              <a:rPr lang="ko-KR" altLang="en-US" sz="1150" dirty="0">
                <a:ea typeface="맑은 고딕" panose="020B0503020000020004" pitchFamily="50" charset="-127"/>
              </a:rPr>
              <a:t>위험평가 및 기말 감사절차 계획</a:t>
            </a:r>
          </a:p>
        </p:txBody>
      </p:sp>
      <p:sp>
        <p:nvSpPr>
          <p:cNvPr id="19" name="텍스트 개체 틀 18">
            <a:extLst>
              <a:ext uri="{FF2B5EF4-FFF2-40B4-BE49-F238E27FC236}">
                <a16:creationId xmlns:a16="http://schemas.microsoft.com/office/drawing/2014/main" id="{8788F2E1-0703-8FE7-AD3B-7777CB634C62}"/>
              </a:ext>
            </a:extLst>
          </p:cNvPr>
          <p:cNvSpPr>
            <a:spLocks noGrp="1"/>
          </p:cNvSpPr>
          <p:nvPr>
            <p:ph type="body" sz="quarter" idx="16"/>
          </p:nvPr>
        </p:nvSpPr>
        <p:spPr/>
        <p:txBody>
          <a:bodyPr/>
          <a:lstStyle/>
          <a:p>
            <a:r>
              <a:rPr lang="ko-KR" altLang="en-US" dirty="0">
                <a:ea typeface="맑은 고딕" panose="020B0503020000020004" pitchFamily="50" charset="-127"/>
              </a:rPr>
              <a:t>재고실사</a:t>
            </a:r>
          </a:p>
        </p:txBody>
      </p:sp>
      <p:sp>
        <p:nvSpPr>
          <p:cNvPr id="20" name="내용 개체 틀 19">
            <a:extLst>
              <a:ext uri="{FF2B5EF4-FFF2-40B4-BE49-F238E27FC236}">
                <a16:creationId xmlns:a16="http://schemas.microsoft.com/office/drawing/2014/main" id="{40F7342D-7B38-E4F7-FB0E-601171281FC2}"/>
              </a:ext>
            </a:extLst>
          </p:cNvPr>
          <p:cNvSpPr>
            <a:spLocks noGrp="1"/>
          </p:cNvSpPr>
          <p:nvPr>
            <p:ph sz="quarter" idx="17"/>
          </p:nvPr>
        </p:nvSpPr>
        <p:spPr/>
        <p:txBody>
          <a:bodyPr/>
          <a:lstStyle/>
          <a:p>
            <a:r>
              <a:rPr lang="ko-KR" altLang="en-US" sz="1200" b="1" dirty="0">
                <a:ea typeface="맑은 고딕" panose="020B0503020000020004" pitchFamily="50" charset="-127"/>
              </a:rPr>
              <a:t>군포 물류센터</a:t>
            </a:r>
          </a:p>
          <a:p>
            <a:r>
              <a:rPr lang="ko-KR" altLang="en-US" sz="1200" b="1" dirty="0">
                <a:ea typeface="맑은 고딕" panose="020B0503020000020004" pitchFamily="50" charset="-127"/>
              </a:rPr>
              <a:t>2026년 12월 </a:t>
            </a:r>
            <a:r>
              <a:rPr lang="en-US" altLang="ko-KR" sz="1200" b="1" dirty="0">
                <a:ea typeface="맑은 고딕" panose="020B0503020000020004" pitchFamily="50" charset="-127"/>
              </a:rPr>
              <a:t>29</a:t>
            </a:r>
            <a:r>
              <a:rPr lang="ko-KR" altLang="en-US" sz="1200" b="1" dirty="0">
                <a:ea typeface="맑은 고딕" panose="020B0503020000020004" pitchFamily="50" charset="-127"/>
              </a:rPr>
              <a:t>일</a:t>
            </a:r>
          </a:p>
          <a:p>
            <a:r>
              <a:rPr lang="ko-KR" altLang="en-US" sz="1200" b="1" dirty="0">
                <a:ea typeface="맑은 고딕" panose="020B0503020000020004" pitchFamily="50" charset="-127"/>
              </a:rPr>
              <a:t>주요 업무</a:t>
            </a:r>
          </a:p>
          <a:p>
            <a:pPr lvl="1"/>
            <a:r>
              <a:rPr lang="ko-KR" altLang="en-US" sz="1150" dirty="0">
                <a:ea typeface="맑은 고딕" panose="020B0503020000020004" pitchFamily="50" charset="-127"/>
              </a:rPr>
              <a:t>회사 기말 재고실사 입회</a:t>
            </a:r>
          </a:p>
          <a:p>
            <a:pPr lvl="1"/>
            <a:r>
              <a:rPr lang="ko-KR" altLang="en-US" sz="1150" dirty="0">
                <a:ea typeface="맑은 고딕" panose="020B0503020000020004" pitchFamily="50" charset="-127"/>
              </a:rPr>
              <a:t>표본 품목 독립적 재실사</a:t>
            </a:r>
          </a:p>
          <a:p>
            <a:pPr lvl="1"/>
            <a:r>
              <a:rPr lang="ko-KR" altLang="en-US" sz="1150" dirty="0">
                <a:ea typeface="맑은 고딕" panose="020B0503020000020004" pitchFamily="50" charset="-127"/>
              </a:rPr>
              <a:t>반품·유효기간 경과·양도 품목 재고 확인</a:t>
            </a:r>
          </a:p>
        </p:txBody>
      </p:sp>
      <p:sp>
        <p:nvSpPr>
          <p:cNvPr id="21" name="텍스트 개체 틀 20">
            <a:extLst>
              <a:ext uri="{FF2B5EF4-FFF2-40B4-BE49-F238E27FC236}">
                <a16:creationId xmlns:a16="http://schemas.microsoft.com/office/drawing/2014/main" id="{16FF46CB-4837-4BAE-A586-05760A65B7EE}"/>
              </a:ext>
            </a:extLst>
          </p:cNvPr>
          <p:cNvSpPr>
            <a:spLocks noGrp="1"/>
          </p:cNvSpPr>
          <p:nvPr>
            <p:ph type="body" sz="quarter" idx="21"/>
          </p:nvPr>
        </p:nvSpPr>
        <p:spPr/>
        <p:txBody>
          <a:bodyPr/>
          <a:lstStyle/>
          <a:p>
            <a:r>
              <a:rPr lang="ko-KR" altLang="en-US" dirty="0">
                <a:ea typeface="맑은 고딕" panose="020B0503020000020004" pitchFamily="50" charset="-127"/>
              </a:rPr>
              <a:t>기말감사</a:t>
            </a:r>
          </a:p>
        </p:txBody>
      </p:sp>
      <p:sp>
        <p:nvSpPr>
          <p:cNvPr id="22" name="내용 개체 틀 21">
            <a:extLst>
              <a:ext uri="{FF2B5EF4-FFF2-40B4-BE49-F238E27FC236}">
                <a16:creationId xmlns:a16="http://schemas.microsoft.com/office/drawing/2014/main" id="{92381973-E2E0-8BF5-80DC-B909AA1C9B62}"/>
              </a:ext>
            </a:extLst>
          </p:cNvPr>
          <p:cNvSpPr>
            <a:spLocks noGrp="1"/>
          </p:cNvSpPr>
          <p:nvPr>
            <p:ph sz="quarter" idx="22"/>
          </p:nvPr>
        </p:nvSpPr>
        <p:spPr/>
        <p:txBody>
          <a:bodyPr/>
          <a:lstStyle/>
          <a:p>
            <a:r>
              <a:rPr lang="ko-KR" altLang="en-US" sz="1200" b="1" dirty="0">
                <a:ea typeface="맑은 고딕" panose="020B0503020000020004" pitchFamily="50" charset="-127"/>
              </a:rPr>
              <a:t>SAK 본사 및 원격</a:t>
            </a:r>
          </a:p>
          <a:p>
            <a:r>
              <a:rPr lang="ko-KR" altLang="en-US" sz="1200" b="1" dirty="0">
                <a:ea typeface="맑은 고딕" panose="020B0503020000020004" pitchFamily="50" charset="-127"/>
              </a:rPr>
              <a:t>2027년 2월 </a:t>
            </a:r>
            <a:r>
              <a:rPr lang="en-US" altLang="ko-KR" sz="1200" b="1" dirty="0">
                <a:ea typeface="맑은 고딕" panose="020B0503020000020004" pitchFamily="50" charset="-127"/>
              </a:rPr>
              <a:t>10</a:t>
            </a:r>
            <a:r>
              <a:rPr lang="ko-KR" altLang="en-US" sz="1200" b="1" dirty="0">
                <a:ea typeface="맑은 고딕" panose="020B0503020000020004" pitchFamily="50" charset="-127"/>
              </a:rPr>
              <a:t>일</a:t>
            </a:r>
            <a:r>
              <a:rPr lang="en-US" altLang="ko-KR" sz="1200" b="1" dirty="0">
                <a:ea typeface="맑은 고딕" panose="020B0503020000020004" pitchFamily="50" charset="-127"/>
              </a:rPr>
              <a:t>~16</a:t>
            </a:r>
            <a:r>
              <a:rPr lang="ko-KR" altLang="en-US" sz="1200" b="1" dirty="0">
                <a:ea typeface="맑은 고딕" panose="020B0503020000020004" pitchFamily="50" charset="-127"/>
              </a:rPr>
              <a:t>일</a:t>
            </a:r>
          </a:p>
          <a:p>
            <a:r>
              <a:rPr lang="ko-KR" altLang="en-US" sz="1200" b="1" dirty="0">
                <a:ea typeface="맑은 고딕" panose="020B0503020000020004" pitchFamily="50" charset="-127"/>
              </a:rPr>
              <a:t>주요 업무</a:t>
            </a:r>
          </a:p>
          <a:p>
            <a:pPr lvl="1"/>
            <a:r>
              <a:rPr lang="ko-KR" altLang="en-US" sz="1150" dirty="0">
                <a:ea typeface="맑은 고딕" panose="020B0503020000020004" pitchFamily="50" charset="-127"/>
              </a:rPr>
              <a:t>중간감사 발견사항 및 미결사항 Follow-up</a:t>
            </a:r>
          </a:p>
          <a:p>
            <a:pPr lvl="1"/>
            <a:r>
              <a:rPr lang="ko-KR" altLang="en-US" sz="1150" dirty="0">
                <a:ea typeface="맑은 고딕" panose="020B0503020000020004" pitchFamily="50" charset="-127"/>
              </a:rPr>
              <a:t>계정과목별 실증절차 수행</a:t>
            </a:r>
          </a:p>
          <a:p>
            <a:pPr lvl="1"/>
            <a:r>
              <a:rPr lang="ko-KR" altLang="en-US" sz="1150" dirty="0">
                <a:ea typeface="맑은 고딕" panose="020B0503020000020004" pitchFamily="50" charset="-127"/>
              </a:rPr>
              <a:t>금융기관 조회 및 변호사 조회</a:t>
            </a:r>
          </a:p>
          <a:p>
            <a:pPr lvl="1"/>
            <a:r>
              <a:rPr lang="ko-KR" altLang="en-US" sz="1150" dirty="0">
                <a:ea typeface="맑은 고딕" panose="020B0503020000020004" pitchFamily="50" charset="-127"/>
              </a:rPr>
              <a:t>채권·채무 조회 및 후속절차</a:t>
            </a:r>
          </a:p>
        </p:txBody>
      </p:sp>
      <p:sp>
        <p:nvSpPr>
          <p:cNvPr id="23" name="텍스트 개체 틀 22">
            <a:extLst>
              <a:ext uri="{FF2B5EF4-FFF2-40B4-BE49-F238E27FC236}">
                <a16:creationId xmlns:a16="http://schemas.microsoft.com/office/drawing/2014/main" id="{7CE08BE2-C19B-446C-6396-B9980B9285CC}"/>
              </a:ext>
            </a:extLst>
          </p:cNvPr>
          <p:cNvSpPr>
            <a:spLocks noGrp="1"/>
          </p:cNvSpPr>
          <p:nvPr>
            <p:ph type="body" sz="quarter" idx="23"/>
          </p:nvPr>
        </p:nvSpPr>
        <p:spPr/>
        <p:txBody>
          <a:bodyPr/>
          <a:lstStyle/>
          <a:p>
            <a:endParaRPr lang="ko-KR" altLang="en-US"/>
          </a:p>
        </p:txBody>
      </p:sp>
    </p:spTree>
    <p:extLst>
      <p:ext uri="{BB962C8B-B14F-4D97-AF65-F5344CB8AC3E}">
        <p14:creationId xmlns:p14="http://schemas.microsoft.com/office/powerpoint/2010/main" val="355215810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ko-KR" altLang="en-US" dirty="0">
                <a:ea typeface="맑은 고딕" panose="020B0503020000020004" pitchFamily="50" charset="-127"/>
              </a:rPr>
              <a:t>프로세스별 WTT 및 TOC 진행결과</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ea typeface="맑은 고딕" panose="020B0503020000020004" pitchFamily="50" charset="-127"/>
              </a:rPr>
              <a:t>02</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프로세스별 WTT 및 TOC 진행결과</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pPr/>
              <a:t>6</a:t>
            </a:fld>
            <a:endParaRPr lang="en-GB" dirty="0"/>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ko-KR" altLang="en-US" b="1" dirty="0">
                <a:ea typeface="맑은 고딕" panose="020B0503020000020004" pitchFamily="50" charset="-127"/>
              </a:rPr>
              <a:t>프로세스별 요약</a:t>
            </a:r>
          </a:p>
        </p:txBody>
      </p:sp>
      <p:graphicFrame>
        <p:nvGraphicFramePr>
          <p:cNvPr id="90" name="Table 90"/>
          <p:cNvGraphicFramePr>
            <a:graphicFrameLocks noGrp="1"/>
          </p:cNvGraphicFramePr>
          <p:nvPr/>
        </p:nvGraphicFramePr>
        <p:xfrm>
          <a:off x="301752" y="2011680"/>
          <a:ext cx="11585448" cy="3867912"/>
        </p:xfrm>
        <a:graphic>
          <a:graphicData uri="http://schemas.openxmlformats.org/drawingml/2006/table">
            <a:tbl>
              <a:tblPr firstRow="1" bandRow="1"/>
              <a:tblGrid>
                <a:gridCol w="1824480">
                  <a:extLst>
                    <a:ext uri="{9D8B030D-6E8A-4147-A177-3AD203B41FA5}">
                      <a16:colId xmlns:a16="http://schemas.microsoft.com/office/drawing/2014/main" val="20000"/>
                    </a:ext>
                  </a:extLst>
                </a:gridCol>
                <a:gridCol w="4561200">
                  <a:extLst>
                    <a:ext uri="{9D8B030D-6E8A-4147-A177-3AD203B41FA5}">
                      <a16:colId xmlns:a16="http://schemas.microsoft.com/office/drawing/2014/main" val="20001"/>
                    </a:ext>
                  </a:extLst>
                </a:gridCol>
                <a:gridCol w="912240">
                  <a:extLst>
                    <a:ext uri="{9D8B030D-6E8A-4147-A177-3AD203B41FA5}">
                      <a16:colId xmlns:a16="http://schemas.microsoft.com/office/drawing/2014/main" val="20002"/>
                    </a:ext>
                  </a:extLst>
                </a:gridCol>
                <a:gridCol w="1277136">
                  <a:extLst>
                    <a:ext uri="{9D8B030D-6E8A-4147-A177-3AD203B41FA5}">
                      <a16:colId xmlns:a16="http://schemas.microsoft.com/office/drawing/2014/main" val="20003"/>
                    </a:ext>
                  </a:extLst>
                </a:gridCol>
                <a:gridCol w="3010392">
                  <a:extLst>
                    <a:ext uri="{9D8B030D-6E8A-4147-A177-3AD203B41FA5}">
                      <a16:colId xmlns:a16="http://schemas.microsoft.com/office/drawing/2014/main" val="20004"/>
                    </a:ext>
                  </a:extLst>
                </a:gridCol>
              </a:tblGrid>
              <a:tr h="429768">
                <a:tc>
                  <a:txBody>
                    <a:bodyPr/>
                    <a:lstStyle/>
                    <a:p>
                      <a:pPr marL="0" indent="0" algn="ctr">
                        <a:buNone/>
                      </a:pPr>
                      <a:r>
                        <a:rPr lang="ko-KR" altLang="en-US" sz="1050" b="1" dirty="0">
                          <a:solidFill>
                            <a:srgbClr val="FFFFFF"/>
                          </a:solidFill>
                          <a:ea typeface="맑은 고딕" panose="020B0503020000020004" pitchFamily="50" charset="-127"/>
                        </a:rPr>
                        <a:t>프로세스</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주요 통제</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WTT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TOC</a:t>
                      </a:r>
                    </a:p>
                    <a:p>
                      <a:pPr marL="0" indent="0" algn="ctr">
                        <a:buNone/>
                      </a:pPr>
                      <a:r>
                        <a:rPr lang="ko-KR" altLang="en-US" sz="1050" b="1" dirty="0">
                          <a:solidFill>
                            <a:srgbClr val="FFFFFF"/>
                          </a:solidFill>
                          <a:ea typeface="맑은 고딕" panose="020B0503020000020004" pitchFamily="50" charset="-127"/>
                        </a:rPr>
                        <a:t>(표본 / 예외)</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결과 / 관련 발견사항</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429768">
                <a:tc>
                  <a:txBody>
                    <a:bodyPr/>
                    <a:lstStyle/>
                    <a:p>
                      <a:pPr marL="0" indent="0" algn="l">
                        <a:buNone/>
                      </a:pPr>
                      <a:r>
                        <a:rPr lang="ko-KR" altLang="en-US" sz="1050" dirty="0">
                          <a:solidFill>
                            <a:srgbClr val="464B4B"/>
                          </a:solidFill>
                          <a:ea typeface="맑은 고딕" panose="020B0503020000020004" pitchFamily="50" charset="-127"/>
                        </a:rPr>
                        <a:t>매출 및 채권</a:t>
                      </a:r>
                    </a:p>
                    <a:p>
                      <a:pPr marL="0" indent="0" algn="l">
                        <a:buNone/>
                      </a:pPr>
                      <a:r>
                        <a:rPr lang="ko-KR" altLang="en-US" sz="1050" dirty="0">
                          <a:solidFill>
                            <a:srgbClr val="464B4B"/>
                          </a:solidFill>
                          <a:ea typeface="맑은 고딕" panose="020B0503020000020004" pitchFamily="50" charset="-127"/>
                        </a:rPr>
                        <a:t>(리베이트·GTN 포함)</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주문·여신한도 승인, 출고–청구 대사, 매출할인(credit note) 승인, 리베이트·RSA 설정 검토</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  RSA 정산 미실시 (발견 4)</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429768">
                <a:tc>
                  <a:txBody>
                    <a:bodyPr/>
                    <a:lstStyle/>
                    <a:p>
                      <a:pPr marL="0" indent="0" algn="l">
                        <a:buNone/>
                      </a:pPr>
                      <a:r>
                        <a:rPr lang="ko-KR" altLang="en-US" sz="1050" dirty="0">
                          <a:solidFill>
                            <a:srgbClr val="464B4B"/>
                          </a:solidFill>
                          <a:ea typeface="맑은 고딕" panose="020B0503020000020004" pitchFamily="50" charset="-127"/>
                        </a:rPr>
                        <a:t>구매 및 채무</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발주 승인, 3-way match(PO·입고·송장), 거래처 마스터 변경, 지급 승인</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2"/>
                  </a:ext>
                </a:extLst>
              </a:tr>
              <a:tr h="429768">
                <a:tc>
                  <a:txBody>
                    <a:bodyPr/>
                    <a:lstStyle/>
                    <a:p>
                      <a:pPr marL="0" indent="0" algn="l">
                        <a:buNone/>
                      </a:pPr>
                      <a:r>
                        <a:rPr lang="ko-KR" altLang="en-US" sz="1050" dirty="0">
                          <a:solidFill>
                            <a:srgbClr val="464B4B"/>
                          </a:solidFill>
                          <a:ea typeface="맑은 고딕" panose="020B0503020000020004" pitchFamily="50" charset="-127"/>
                        </a:rPr>
                        <a:t>재고자산</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입고, 순환실사, 반품·폐기 승인, 유효기간·장기체화 검토</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3"/>
                  </a:ext>
                </a:extLst>
              </a:tr>
              <a:tr h="429768">
                <a:tc>
                  <a:txBody>
                    <a:bodyPr/>
                    <a:lstStyle/>
                    <a:p>
                      <a:pPr marL="0" indent="0" algn="l">
                        <a:buNone/>
                      </a:pPr>
                      <a:r>
                        <a:rPr lang="ko-KR" altLang="en-US" sz="1050" dirty="0">
                          <a:solidFill>
                            <a:srgbClr val="464B4B"/>
                          </a:solidFill>
                          <a:ea typeface="맑은 고딕" panose="020B0503020000020004" pitchFamily="50" charset="-127"/>
                        </a:rPr>
                        <a:t>급여 및 인사</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급여 계산 검토·승인, 인사 마스터 변경, VRP 지급 승인</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  급여 전표 오류 (발견 1), VRP (발견 5)</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429768">
                <a:tc>
                  <a:txBody>
                    <a:bodyPr/>
                    <a:lstStyle/>
                    <a:p>
                      <a:pPr marL="0" indent="0" algn="l">
                        <a:buNone/>
                      </a:pPr>
                      <a:r>
                        <a:rPr lang="ko-KR" altLang="en-US" sz="1050" dirty="0">
                          <a:solidFill>
                            <a:srgbClr val="464B4B"/>
                          </a:solidFill>
                          <a:ea typeface="맑은 고딕" panose="020B0503020000020004" pitchFamily="50" charset="-127"/>
                        </a:rPr>
                        <a:t>자금</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은행 지급 승인(이중 결재), 은행잔액 조정표 검토</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r h="429768">
                <a:tc>
                  <a:txBody>
                    <a:bodyPr/>
                    <a:lstStyle/>
                    <a:p>
                      <a:pPr marL="0" indent="0" algn="l">
                        <a:buNone/>
                      </a:pPr>
                      <a:r>
                        <a:rPr lang="ko-KR" altLang="en-US" sz="1050" dirty="0">
                          <a:solidFill>
                            <a:srgbClr val="464B4B"/>
                          </a:solidFill>
                          <a:ea typeface="맑은 고딕" panose="020B0503020000020004" pitchFamily="50" charset="-127"/>
                        </a:rPr>
                        <a:t>결산 및 재무보고</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수기전표 검토·승인, statutory(K-GAAP) 조정 검토, 계정 대사</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  Statutory 조정·CRU (발견 2, 3)</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6"/>
                  </a:ext>
                </a:extLst>
              </a:tr>
              <a:tr h="429768">
                <a:tc>
                  <a:txBody>
                    <a:bodyPr/>
                    <a:lstStyle/>
                    <a:p>
                      <a:pPr marL="0" indent="0" algn="l">
                        <a:buNone/>
                      </a:pPr>
                      <a:r>
                        <a:rPr lang="ko-KR" altLang="en-US" sz="1050" dirty="0">
                          <a:solidFill>
                            <a:srgbClr val="464B4B"/>
                          </a:solidFill>
                          <a:ea typeface="맑은 고딕" panose="020B0503020000020004" pitchFamily="50" charset="-127"/>
                        </a:rPr>
                        <a:t>유형자산 및 리스</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자본적 지출 승인, 내용연수 검토, 리스계약 검토</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7"/>
                  </a:ext>
                </a:extLst>
              </a:tr>
              <a:tr h="429768">
                <a:tc>
                  <a:txBody>
                    <a:bodyPr/>
                    <a:lstStyle/>
                    <a:p>
                      <a:pPr marL="0" indent="0" algn="l">
                        <a:buNone/>
                      </a:pPr>
                      <a:r>
                        <a:rPr lang="ko-KR" altLang="en-US" sz="1050" dirty="0">
                          <a:solidFill>
                            <a:srgbClr val="464B4B"/>
                          </a:solidFill>
                          <a:ea typeface="맑은 고딕" panose="020B0503020000020004" pitchFamily="50" charset="-127"/>
                        </a:rPr>
                        <a:t>IT 일반통제</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사용자 접근권한(입사·퇴사), 변경관리, 특수권한</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ko-KR" altLang="en-US" sz="1050" dirty="0">
                          <a:solidFill>
                            <a:srgbClr val="464B4B"/>
                          </a:solidFill>
                          <a:ea typeface="맑은 고딕" panose="020B0503020000020004" pitchFamily="50" charset="-127"/>
                        </a:rPr>
                        <a:t>[● / ●]</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8"/>
                  </a:ext>
                </a:extLst>
              </a:tr>
            </a:tbl>
          </a:graphicData>
        </a:graphic>
      </p:graphicFrame>
      <p:sp>
        <p:nvSpPr>
          <p:cNvPr id="91" name="Note 91"/>
          <p:cNvSpPr txBox="1"/>
          <p:nvPr/>
        </p:nvSpPr>
        <p:spPr>
          <a:xfrm>
            <a:off x="301752" y="6001992"/>
            <a:ext cx="8778240" cy="292608"/>
          </a:xfrm>
          <a:prstGeom prst="rect">
            <a:avLst/>
          </a:prstGeom>
          <a:noFill/>
        </p:spPr>
        <p:txBody>
          <a:bodyPr wrap="square" lIns="0" tIns="0" rIns="0" bIns="0" anchor="t">
            <a:normAutofit/>
          </a:bodyPr>
          <a:lstStyle/>
          <a:p>
            <a:pPr marL="0" indent="0">
              <a:buNone/>
            </a:pPr>
            <a:r>
              <a:rPr lang="ko-KR" altLang="en-US" sz="900" dirty="0">
                <a:solidFill>
                  <a:srgbClr val="464B4B"/>
                </a:solidFill>
                <a:ea typeface="맑은 고딕" panose="020B0503020000020004" pitchFamily="50" charset="-127"/>
              </a:rPr>
              <a:t>[●] 최종 중간감사 조서를 바탕으로 감사팀이 작성할 항목임. 발견사항은 다음 페이지 참조.</a:t>
            </a:r>
          </a:p>
        </p:txBody>
      </p:sp>
    </p:spTree>
    <p:extLst>
      <p:ext uri="{BB962C8B-B14F-4D97-AF65-F5344CB8AC3E}">
        <p14:creationId xmlns:p14="http://schemas.microsoft.com/office/powerpoint/2010/main" val="42698672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프로세스별 WTT 및 TOC 진행결과</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pPr/>
              <a:t>7</a:t>
            </a:fld>
            <a:endParaRPr lang="en-GB" dirty="0"/>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ko-KR" altLang="en-US" b="1" dirty="0">
                <a:ea typeface="맑은 고딕" panose="020B0503020000020004" pitchFamily="50" charset="-127"/>
              </a:rPr>
              <a:t>중간감사 중 발견된 통제 관련 사항</a:t>
            </a:r>
          </a:p>
        </p:txBody>
      </p:sp>
      <p:graphicFrame>
        <p:nvGraphicFramePr>
          <p:cNvPr id="90" name="Table 90"/>
          <p:cNvGraphicFramePr>
            <a:graphicFrameLocks noGrp="1"/>
          </p:cNvGraphicFramePr>
          <p:nvPr/>
        </p:nvGraphicFramePr>
        <p:xfrm>
          <a:off x="301752" y="2011680"/>
          <a:ext cx="11585448" cy="3401568"/>
        </p:xfrm>
        <a:graphic>
          <a:graphicData uri="http://schemas.openxmlformats.org/drawingml/2006/table">
            <a:tbl>
              <a:tblPr firstRow="1" bandRow="1"/>
              <a:tblGrid>
                <a:gridCol w="364896">
                  <a:extLst>
                    <a:ext uri="{9D8B030D-6E8A-4147-A177-3AD203B41FA5}">
                      <a16:colId xmlns:a16="http://schemas.microsoft.com/office/drawing/2014/main" val="20000"/>
                    </a:ext>
                  </a:extLst>
                </a:gridCol>
                <a:gridCol w="1733256">
                  <a:extLst>
                    <a:ext uri="{9D8B030D-6E8A-4147-A177-3AD203B41FA5}">
                      <a16:colId xmlns:a16="http://schemas.microsoft.com/office/drawing/2014/main" val="20001"/>
                    </a:ext>
                  </a:extLst>
                </a:gridCol>
                <a:gridCol w="5108544">
                  <a:extLst>
                    <a:ext uri="{9D8B030D-6E8A-4147-A177-3AD203B41FA5}">
                      <a16:colId xmlns:a16="http://schemas.microsoft.com/office/drawing/2014/main" val="20002"/>
                    </a:ext>
                  </a:extLst>
                </a:gridCol>
                <a:gridCol w="4378752">
                  <a:extLst>
                    <a:ext uri="{9D8B030D-6E8A-4147-A177-3AD203B41FA5}">
                      <a16:colId xmlns:a16="http://schemas.microsoft.com/office/drawing/2014/main" val="20003"/>
                    </a:ext>
                  </a:extLst>
                </a:gridCol>
              </a:tblGrid>
              <a:tr h="566928">
                <a:tc>
                  <a:txBody>
                    <a:bodyPr/>
                    <a:lstStyle/>
                    <a:p>
                      <a:pPr marL="0" indent="0" algn="ctr">
                        <a:buNone/>
                      </a:pPr>
                      <a:r>
                        <a:rPr lang="ko-KR" altLang="en-US" sz="1050" b="1" dirty="0">
                          <a:solidFill>
                            <a:srgbClr val="FFFFFF"/>
                          </a:solidFill>
                          <a:ea typeface="맑은 고딕" panose="020B0503020000020004" pitchFamily="50" charset="-127"/>
                        </a:rPr>
                        <a: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프로세스</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발견사항</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50" b="1" dirty="0">
                          <a:solidFill>
                            <a:srgbClr val="FFFFFF"/>
                          </a:solidFill>
                          <a:ea typeface="맑은 고딕" panose="020B0503020000020004" pitchFamily="50" charset="-127"/>
                        </a:rPr>
                        <a:t>개선 권고</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566928">
                <a:tc>
                  <a:txBody>
                    <a:bodyPr/>
                    <a:lstStyle/>
                    <a:p>
                      <a:pPr marL="0" indent="0" algn="ctr">
                        <a:buNone/>
                      </a:pPr>
                      <a:r>
                        <a:rPr lang="ko-KR" altLang="en-US" sz="1050" dirty="0">
                          <a:solidFill>
                            <a:srgbClr val="464B4B"/>
                          </a:solidFill>
                          <a:ea typeface="맑은 고딕" panose="020B0503020000020004" pitchFamily="50" charset="-127"/>
                        </a:rPr>
                        <a:t>1</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급여 및 인사</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2026년 9월 급여 전표에서 급여시스템 오류로 선급금(26000810)과 소득세 예수금이 각각 809.6백만원씩 과대 계상됨. 오류 원인과 수정 내역이 문서화되지 않음</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오류 원인과 수정 내역을 문서화하고, 급여 인터페이스 전표의 이상 잔액을 기표 전에 검토</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566928">
                <a:tc>
                  <a:txBody>
                    <a:bodyPr/>
                    <a:lstStyle/>
                    <a:p>
                      <a:pPr marL="0" indent="0" algn="ctr">
                        <a:buNone/>
                      </a:pPr>
                      <a:r>
                        <a:rPr lang="ko-KR" altLang="en-US" sz="1050" dirty="0">
                          <a:solidFill>
                            <a:srgbClr val="464B4B"/>
                          </a:solidFill>
                          <a:ea typeface="맑은 고딕" panose="020B0503020000020004" pitchFamily="50" charset="-127"/>
                        </a:rPr>
                        <a:t>2</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결산</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전기 statutory 조정을 당기 SAP 실제 전표와 다른 계정으로 역분개함(#10 TP 408.0백만원, #13 한미 253.3백만원). 근거 없이 1,132.9백만원이 이익잉여금에 직접 차감됨</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당기 SAP 실제 전표와 같은 계정으로 역분개하고, P16 역분개를 증빙과 대사</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2"/>
                  </a:ext>
                </a:extLst>
              </a:tr>
              <a:tr h="566928">
                <a:tc>
                  <a:txBody>
                    <a:bodyPr/>
                    <a:lstStyle/>
                    <a:p>
                      <a:pPr marL="0" indent="0" algn="ctr">
                        <a:buNone/>
                      </a:pPr>
                      <a:r>
                        <a:rPr lang="ko-KR" altLang="en-US" sz="1050" dirty="0">
                          <a:solidFill>
                            <a:srgbClr val="464B4B"/>
                          </a:solidFill>
                          <a:ea typeface="맑은 고딕" panose="020B0503020000020004" pitchFamily="50" charset="-127"/>
                        </a:rPr>
                        <a:t>3</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결산</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CRU 재청구 statutory 전표의 계정별 배분이 틀려 보험료가 −30.3억원으로 표시되고, 마크업까지 비용에서 차감됨</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CRU 계산자료와 계정별로 대사하고 검토자 승인을 남김</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3"/>
                  </a:ext>
                </a:extLst>
              </a:tr>
              <a:tr h="566928">
                <a:tc>
                  <a:txBody>
                    <a:bodyPr/>
                    <a:lstStyle/>
                    <a:p>
                      <a:pPr marL="0" indent="0" algn="ctr">
                        <a:buNone/>
                      </a:pPr>
                      <a:r>
                        <a:rPr lang="ko-KR" altLang="en-US" sz="1050" dirty="0">
                          <a:solidFill>
                            <a:srgbClr val="464B4B"/>
                          </a:solidFill>
                          <a:ea typeface="맑은 고딕" panose="020B0503020000020004" pitchFamily="50" charset="-127"/>
                        </a:rPr>
                        <a:t>4</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매출(추정)</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Dupixent RSA 설정액을 공단 환급 고지액으로 정산하지 않고, 차액을 약 17~18개월 뒤에 환입함. 중간기간 CAP 미설정</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ko-KR" altLang="en-US" sz="1050" dirty="0">
                          <a:solidFill>
                            <a:srgbClr val="464B4B"/>
                          </a:solidFill>
                          <a:ea typeface="맑은 고딕" panose="020B0503020000020004" pitchFamily="50" charset="-127"/>
                        </a:rPr>
                        <a:t>분기마다 실제 고지액으로 정산하고, CAP은 기간 경과분 설정. 추정 검토를 문서화</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566928">
                <a:tc>
                  <a:txBody>
                    <a:bodyPr/>
                    <a:lstStyle/>
                    <a:p>
                      <a:pPr marL="0" indent="0" algn="ctr">
                        <a:buNone/>
                      </a:pPr>
                      <a:r>
                        <a:rPr lang="ko-KR" altLang="en-US" sz="1050" dirty="0">
                          <a:solidFill>
                            <a:srgbClr val="464B4B"/>
                          </a:solidFill>
                          <a:ea typeface="맑은 고딕" panose="020B0503020000020004" pitchFamily="50" charset="-127"/>
                        </a:rPr>
                        <a:t>5</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급여 및 인사(추정)</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VRP 충당부채를 계획 인원 기준으로 유지하고 미실현분을 적시에 환입하지 않음(9월말 근거 미확인 29억원)</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ko-KR" altLang="en-US" sz="1050" dirty="0">
                          <a:solidFill>
                            <a:srgbClr val="464B4B"/>
                          </a:solidFill>
                          <a:ea typeface="맑은 고딕" panose="020B0503020000020004" pitchFamily="50" charset="-127"/>
                        </a:rPr>
                        <a:t>분기마다 대상자별 합의서와 충당부채 잔액을 대사</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426986721"/>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ko-KR" altLang="en-US" dirty="0">
                <a:ea typeface="맑은 고딕" panose="020B0503020000020004" pitchFamily="50" charset="-127"/>
              </a:rPr>
              <a:t>전기 기말감사 발견사항 Follow-up</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ea typeface="맑은 고딕" panose="020B0503020000020004" pitchFamily="50" charset="-127"/>
              </a:rPr>
              <a:t>03</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전기 기말감사 발견사항 Follow-up</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배경:</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당기 현황 및 감사인 검토의견:</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ko-KR" altLang="en-US" sz="1100" dirty="0"/>
              <a:t>설정 1,557 = 신규 4건 970(VRP 960 + 전직지원 10) + Fit for purpose 587(4월 설정, 9월 전액 환입). 기말 4,515 = 전기분 3,545 + 신규 970.</a:t>
            </a:r>
          </a:p>
          <a:p>
            <a:pPr lvl="1"/>
            <a:r>
              <a:rPr lang="ko-KR" altLang="en-US" sz="1100" dirty="0"/>
              <a:t>전기분 잔액 3,545백만원 중 근거가 확인되는 금액은 9/30 퇴사자분 645백만원(VRP 641 + 전직지원 4)뿐임. 나머지 </a:t>
            </a:r>
            <a:r>
              <a:rPr lang="ko-KR" altLang="en-US" sz="1100" b="1" dirty="0"/>
              <a:t>2,901백만원은 대상자가 확인되지 않으므로 환입이 필요함</a:t>
            </a:r>
            <a:r>
              <a:rPr lang="ko-KR" altLang="en-US" sz="1100" dirty="0"/>
              <a:t>(과대계상액 = 3,545 − 645).</a:t>
            </a:r>
          </a:p>
          <a:p>
            <a:pPr lvl="1"/>
            <a:r>
              <a:rPr lang="ko-KR" altLang="en-US" sz="1100" dirty="0"/>
              <a:t>신규: 퇴직예정자 2인의 사직서(퇴직일 2026.11.30, 12.31)를 수령함. 9월말 이전에 회사가 수락하여 인식요건(일반기업회계기준 제14장)을 충족함.</a:t>
            </a:r>
          </a:p>
          <a:p>
            <a:pPr lvl="1"/>
            <a:r>
              <a:rPr lang="ko-KR" altLang="en-US" sz="1100" dirty="0"/>
              <a:t>다만 GL 설정은 4건(Key market, Procurement, DD&amp;O, Argos 추가)이므로 2인과 프로그램의 대응관계 및 산정 근거(월급여 × (근속연수 × 2 + 8) + 근속 일시금)를 확인하고, 대응되지 않는 설정액은 환입해야 함.</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9</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구조조정 (희망퇴직 프로그램, VRP)</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a:xfrm>
            <a:off x="301752" y="2587752"/>
            <a:ext cx="5650992" cy="566928"/>
          </a:xfrm>
        </p:spPr>
        <p:txBody>
          <a:bodyPr/>
          <a:lstStyle/>
          <a:p>
            <a:pPr lvl="1"/>
            <a:r>
              <a:rPr lang="ko-KR" altLang="en-US" sz="1100" dirty="0"/>
              <a:t>전기말 구조조정 충당부채 170억원을 설정함(이 중 90억원은 2025.12.31 퇴사자 19명분). 제도는 2026년에도 계속될 예정이었음(계획 총 29명).</a:t>
            </a:r>
          </a:p>
        </p:txBody>
      </p:sp>
      <p:graphicFrame>
        <p:nvGraphicFramePr>
          <p:cNvPr id="90" name="Table 90"/>
          <p:cNvGraphicFramePr>
            <a:graphicFrameLocks noGrp="1"/>
          </p:cNvGraphicFramePr>
          <p:nvPr/>
        </p:nvGraphicFramePr>
        <p:xfrm>
          <a:off x="301752" y="3200400"/>
          <a:ext cx="5650989" cy="1975104"/>
        </p:xfrm>
        <a:graphic>
          <a:graphicData uri="http://schemas.openxmlformats.org/drawingml/2006/table">
            <a:tbl>
              <a:tblPr firstRow="1" bandRow="1"/>
              <a:tblGrid>
                <a:gridCol w="2012682"/>
                <a:gridCol w="774108"/>
                <a:gridCol w="696697"/>
                <a:gridCol w="696697"/>
                <a:gridCol w="774108"/>
                <a:gridCol w="696697"/>
              </a:tblGrid>
              <a:tr h="246888">
                <a:tc>
                  <a:txBody>
                    <a:bodyPr/>
                    <a:lstStyle/>
                    <a:p>
                      <a:pPr marL="0" indent="0" algn="ctr">
                        <a:buNone/>
                      </a:pPr>
                      <a:r>
                        <a:rPr lang="ko-KR" altLang="en-US" sz="1000" b="1" dirty="0">
                          <a:solidFill>
                            <a:srgbClr val="FFFFFF"/>
                          </a:solidFill>
                        </a:rPr>
                        <a:t>당기 변동내역 (백만원)</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00" b="1" dirty="0">
                          <a:solidFill>
                            <a:srgbClr val="FFFFFF"/>
                          </a:solidFill>
                        </a:rPr>
                        <a:t>기초</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00" b="1" dirty="0">
                          <a:solidFill>
                            <a:srgbClr val="FFFFFF"/>
                          </a:solidFill>
                        </a:rPr>
                        <a:t>설정</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00" b="1" dirty="0">
                          <a:solidFill>
                            <a:srgbClr val="FFFFFF"/>
                          </a:solidFill>
                        </a:rPr>
                        <a:t>환입</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00" b="1" dirty="0">
                          <a:solidFill>
                            <a:srgbClr val="FFFFFF"/>
                          </a:solidFill>
                        </a:rPr>
                        <a:t>사용</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000" b="1" dirty="0">
                          <a:solidFill>
                            <a:srgbClr val="FFFFFF"/>
                          </a:solidFill>
                        </a:rPr>
                        <a:t>9월말</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r>
              <a:tr h="246888">
                <a:tc>
                  <a:txBody>
                    <a:bodyPr/>
                    <a:lstStyle/>
                    <a:p>
                      <a:pPr marL="0" indent="0" algn="l">
                        <a:buNone/>
                      </a:pPr>
                      <a:r>
                        <a:rPr lang="ko-KR" altLang="en-US" sz="1000" dirty="0"/>
                        <a:t>전기 설정분 ('25 Drive 2 등)</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16,996</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(2,352)</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(11,099)</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3,545</a:t>
                      </a:r>
                    </a:p>
                  </a:txBody>
                  <a:tcPr marL="45720" marR="45720" marT="18288" marB="18288" anchor="ctr">
                    <a:lnL w="0">
                      <a:noFill/>
                    </a:lnL>
                    <a:lnR w="0">
                      <a:noFill/>
                    </a:lnR>
                    <a:lnT w="6350">
                      <a:solidFill>
                        <a:srgbClr val="B1B3B3"/>
                      </a:solidFill>
                    </a:lnT>
                    <a:lnB w="6350">
                      <a:solidFill>
                        <a:srgbClr val="B1B3B3"/>
                      </a:solidFill>
                    </a:lnB>
                    <a:noFill/>
                  </a:tcPr>
                </a:tc>
              </a:tr>
              <a:tr h="246888">
                <a:tc>
                  <a:txBody>
                    <a:bodyPr/>
                    <a:lstStyle/>
                    <a:p>
                      <a:pPr marL="0" indent="0" algn="l">
                        <a:buNone/>
                      </a:pPr>
                      <a:r>
                        <a:rPr lang="ko-KR" altLang="en-US" sz="1000" dirty="0"/>
                        <a:t>'26 Fit for purpose</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587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(587)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r>
              <a:tr h="246888">
                <a:tc>
                  <a:txBody>
                    <a:bodyPr/>
                    <a:lstStyle/>
                    <a:p>
                      <a:pPr marL="0" indent="0" algn="l">
                        <a:buNone/>
                      </a:pPr>
                      <a:r>
                        <a:rPr lang="ko-KR" altLang="en-US" sz="1000" dirty="0"/>
                        <a:t>'26 Key market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390</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390</a:t>
                      </a:r>
                    </a:p>
                  </a:txBody>
                  <a:tcPr marL="45720" marR="45720" marT="18288" marB="18288" anchor="ctr">
                    <a:lnL w="0">
                      <a:noFill/>
                    </a:lnL>
                    <a:lnR w="0">
                      <a:noFill/>
                    </a:lnR>
                    <a:lnT w="6350">
                      <a:solidFill>
                        <a:srgbClr val="B1B3B3"/>
                      </a:solidFill>
                    </a:lnT>
                    <a:lnB w="6350">
                      <a:solidFill>
                        <a:srgbClr val="B1B3B3"/>
                      </a:solidFill>
                    </a:lnB>
                    <a:noFill/>
                  </a:tcPr>
                </a:tc>
              </a:tr>
              <a:tr h="246888">
                <a:tc>
                  <a:txBody>
                    <a:bodyPr/>
                    <a:lstStyle/>
                    <a:p>
                      <a:pPr marL="0" indent="0" algn="l">
                        <a:buNone/>
                      </a:pPr>
                      <a:r>
                        <a:rPr lang="ko-KR" altLang="en-US" sz="1000" dirty="0"/>
                        <a:t>'26 Procurement transformation</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294</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294</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r>
              <a:tr h="246888">
                <a:tc>
                  <a:txBody>
                    <a:bodyPr/>
                    <a:lstStyle/>
                    <a:p>
                      <a:pPr marL="0" indent="0" algn="l">
                        <a:buNone/>
                      </a:pPr>
                      <a:r>
                        <a:rPr lang="ko-KR" altLang="en-US" sz="1000" dirty="0"/>
                        <a:t>'26 DD&amp;O footprint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249</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t>249</a:t>
                      </a:r>
                    </a:p>
                  </a:txBody>
                  <a:tcPr marL="45720" marR="45720" marT="18288" marB="18288" anchor="ctr">
                    <a:lnL w="0">
                      <a:noFill/>
                    </a:lnL>
                    <a:lnR w="0">
                      <a:noFill/>
                    </a:lnR>
                    <a:lnT w="6350">
                      <a:solidFill>
                        <a:srgbClr val="B1B3B3"/>
                      </a:solidFill>
                    </a:lnT>
                    <a:lnB w="6350">
                      <a:solidFill>
                        <a:srgbClr val="B1B3B3"/>
                      </a:solidFill>
                    </a:lnB>
                    <a:noFill/>
                  </a:tcPr>
                </a:tc>
              </a:tr>
              <a:tr h="246888">
                <a:tc>
                  <a:txBody>
                    <a:bodyPr/>
                    <a:lstStyle/>
                    <a:p>
                      <a:pPr marL="0" indent="0" algn="l">
                        <a:buNone/>
                      </a:pPr>
                      <a:r>
                        <a:rPr lang="ko-KR" altLang="en-US" sz="1000" dirty="0"/>
                        <a:t>'26 Argos 추가</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37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t>37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r>
              <a:tr h="246888">
                <a:tc>
                  <a:txBody>
                    <a:bodyPr/>
                    <a:lstStyle/>
                    <a:p>
                      <a:pPr marL="0" indent="0" algn="l">
                        <a:buNone/>
                      </a:pPr>
                      <a:r>
                        <a:rPr lang="ko-KR" altLang="en-US" sz="1000" b="1" dirty="0"/>
                        <a:t>합계</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t>16,996</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t>1,557</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t>(2,939)</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t>(11,099)</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t>4,515</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r>
            </a:tbl>
          </a:graphicData>
        </a:graphic>
      </p:graphicFrame>
      <p:sp>
        <p:nvSpPr>
          <p:cNvPr id="91" name="Note 91"/>
          <p:cNvSpPr txBox="1"/>
          <p:nvPr/>
        </p:nvSpPr>
        <p:spPr>
          <a:xfrm>
            <a:off x="301752" y="5257800"/>
            <a:ext cx="5650992" cy="365760"/>
          </a:xfrm>
          <a:prstGeom prst="rect">
            <a:avLst/>
          </a:prstGeom>
          <a:noFill/>
        </p:spPr>
        <p:txBody>
          <a:bodyPr wrap="square" lIns="0" tIns="0" rIns="0" bIns="0"/>
          <a:lstStyle/>
          <a:p>
            <a:pPr marL="0" indent="0">
              <a:buNone/>
            </a:pPr>
            <a:r>
              <a:rPr lang="ko-KR" altLang="en-US" sz="900" dirty="0"/>
              <a:t>VRP 충당부채(38160000)와 전직지원 충당부채(42910311) 합계. 신규 4건은 VRP 960 + 전직지원 10(Key market·Procurement·DD&amp;O 각 3.5).</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전기 기말감사 발견사항 Follow-up</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배경:</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감사인 검토의견:</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ko-KR" altLang="en-US" sz="1200" dirty="0"/>
              <a:t>임차기간 연장은 다시 회계추정의 변경에 해당함(일반기업회계기준 제5장). 복구자산과 시설물의 잔여 장부금액은 2027년 5월(사용기간)까지 전진적으로 상각해야 함.</a:t>
            </a:r>
          </a:p>
          <a:p>
            <a:pPr lvl="1"/>
            <a:r>
              <a:rPr lang="ko-KR" altLang="en-US" sz="1200" dirty="0"/>
              <a:t>복구충당부채는 원상복구 공사를 전제로 재측정해야 함. 기존 추정(3,780.6㎡ × 242,000원 = 915백만원, 할인율 2%, 복구시점 2026.12)을 최신 공사 견적과 복구시점(2027.5)으로 갱신함. 복구시점 연기에 따른 할인효과는 약 9백만원으로 작음.</a:t>
            </a:r>
          </a:p>
          <a:p>
            <a:pPr lvl="1"/>
            <a:r>
              <a:rPr lang="ko-KR" altLang="en-US" sz="1200" dirty="0"/>
              <a:t>보증금은 1년 이내 반환 예정이므로 유동성보증금으로 재분류해야 함(1,181백만원).</a:t>
            </a:r>
          </a:p>
          <a:p>
            <a:pPr lvl="1"/>
            <a:r>
              <a:rPr lang="ko-KR" altLang="en-US" sz="1200" dirty="0"/>
              <a:t>요청: 원상복구 공사 견적(최신), 변경된 상각 스케줄.</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10</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반포 사무실 임차 – 내용연수, 복구충당부채, 보증금</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ko-KR" altLang="en-US" sz="1200" dirty="0"/>
              <a:t>전기에 반포 사무실 시설물의 내용연수를 잔여 임차기간(2026년 11월까지)으로 단축하여 감가상각비 340백만원이 추가 인식됨.</a:t>
            </a:r>
          </a:p>
          <a:p>
            <a:pPr lvl="1"/>
            <a:r>
              <a:rPr lang="ko-KR" altLang="en-US" sz="1200" dirty="0"/>
              <a:t>2026.6.15 회사가 연장권을 행사하였고, 임대인이 2026.6.28 회신(신동제26-009호)으로 2027.5.31까지 연장을 승인함(보증금·임대료 동일).</a:t>
            </a:r>
          </a:p>
          <a:p>
            <a:pPr lvl="1"/>
            <a:r>
              <a:rPr lang="ko-KR" altLang="en-US" sz="1200" dirty="0"/>
              <a:t>임대인은 2027.6.1자로 신규 임차인과 계약하였으므로, 회사는 금전정산이 아니라 </a:t>
            </a:r>
            <a:r>
              <a:rPr lang="ko-KR" altLang="en-US" sz="1200" b="1" dirty="0"/>
              <a:t>2027.5.31까지 원상복구 공사를 마치고 반환</a:t>
            </a:r>
            <a:r>
              <a:rPr lang="ko-KR" altLang="en-US" sz="1200" dirty="0"/>
              <a:t>해야 함.</a:t>
            </a:r>
          </a:p>
          <a:p>
            <a:pPr lvl="1"/>
            <a:r>
              <a:rPr lang="ko-KR" altLang="en-US" sz="1200" dirty="0"/>
              <a:t>9월말 현황: 복구충당부채 912백만원, 복구자산(취득원가 844백만원)은 2026년 11월까지 상각 예정, 임차보증금 1,181백만원은 비유동으로 표시.</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전기 기말감사 발견사항 Follow-up</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t>배경:</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11</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t>관세조사 (FY2020~2025)</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ko-KR" altLang="en-US" sz="1100" dirty="0"/>
              <a:t>심사 대상기간 2020.12.1~2025.11.30, 실시기간 2025.12.1~2026.6.7(중지 60일 포함), 인천세관. 전기말에는 진행 중이어서 우발부채로 주석 공시함.</a:t>
            </a:r>
          </a:p>
          <a:p>
            <a:pPr lvl="1"/>
            <a:r>
              <a:rPr lang="ko-KR" altLang="en-US" sz="1100" dirty="0"/>
              <a:t>2026.7.23 인천세관 관세조사 결과 통지서: 조사기간 중 보정·수정 </a:t>
            </a:r>
            <a:r>
              <a:rPr lang="ko-KR" altLang="en-US" sz="1100" b="1" dirty="0"/>
              <a:t>193.9백만원</a:t>
            </a:r>
            <a:r>
              <a:rPr lang="ko-KR" altLang="en-US" sz="1100" dirty="0"/>
              <a:t>(관세 13.2, 부가세 141.3, 가산세 39.3백만원)으로 종결됨. 법규 위반 사항은 없음(관세사 결과보고).</a:t>
            </a:r>
          </a:p>
          <a:p>
            <a:pPr lvl="1"/>
            <a:r>
              <a:rPr lang="ko-KR" altLang="en-US" sz="1100" dirty="0"/>
              <a:t>쟁점별(백만원): Rezurock 로열티 과세가격 가산누락(부가세 109, 가산세 22), 임상의약품 R&amp;D 단가 오류(관세 12, 부가세 24, 가산세 14), Commercial TP(부가세 7, 가산세 3).</a:t>
            </a:r>
          </a:p>
          <a:p>
            <a:pPr lvl="1"/>
            <a:r>
              <a:rPr lang="ko-KR" altLang="en-US" sz="1100" dirty="0"/>
              <a:t>2026년 4월 수정신고와 납부를 완료함.</a:t>
            </a:r>
          </a:p>
        </p:txBody>
      </p:sp>
      <p:sp>
        <p:nvSpPr>
          <p:cNvPr id="9" name="텍스트 개체 틀 8">
            <a:extLst>
              <a:ext uri="{FF2B5EF4-FFF2-40B4-BE49-F238E27FC236}">
                <a16:creationId xmlns:a16="http://schemas.microsoft.com/office/drawing/2014/main" id="{360C5747-CF92-616A-A101-37B11D9CECC7}"/>
              </a:ext>
            </a:extLst>
          </p:cNvPr>
          <p:cNvSpPr>
            <a:spLocks noGrp="1"/>
          </p:cNvSpPr>
          <p:nvPr>
            <p:ph type="body" sz="quarter" idx="16"/>
          </p:nvPr>
        </p:nvSpPr>
        <p:spPr/>
        <p:txBody>
          <a:bodyPr/>
          <a:lstStyle/>
          <a:p>
            <a:r>
              <a:rPr lang="ko-KR" altLang="en-US" dirty="0"/>
              <a:t>감사인 검토의견:</a:t>
            </a:r>
          </a:p>
        </p:txBody>
      </p:sp>
      <p:sp>
        <p:nvSpPr>
          <p:cNvPr id="13" name="내용 개체 틀 12">
            <a:extLst>
              <a:ext uri="{FF2B5EF4-FFF2-40B4-BE49-F238E27FC236}">
                <a16:creationId xmlns:a16="http://schemas.microsoft.com/office/drawing/2014/main" id="{AB8AD063-1277-368B-D922-FDC36709273B}"/>
              </a:ext>
            </a:extLst>
          </p:cNvPr>
          <p:cNvSpPr>
            <a:spLocks noGrp="1"/>
          </p:cNvSpPr>
          <p:nvPr>
            <p:ph sz="quarter" idx="17"/>
          </p:nvPr>
        </p:nvSpPr>
        <p:spPr/>
        <p:txBody>
          <a:bodyPr/>
          <a:lstStyle/>
          <a:p>
            <a:pPr lvl="1"/>
            <a:r>
              <a:rPr lang="ko-KR" altLang="en-US" sz="1100" dirty="0"/>
              <a:t>결과가 확정되고 납부가 끝났으므로 우발부채 공시는 해소됨. 9월말 관련 부채 잔액은 없음.</a:t>
            </a:r>
          </a:p>
          <a:p>
            <a:pPr lvl="1"/>
            <a:r>
              <a:rPr lang="ko-KR" altLang="en-US" sz="1100" dirty="0"/>
              <a:t>관세와 가산세 52.6백만원이 SAP 78250000(Other tax based on income)으로 처리되어 법인세비용에 포함됨. 법인세가 아니므로 세금과공과로 재분류해야 함(CTM 미만).</a:t>
            </a:r>
          </a:p>
          <a:p>
            <a:pPr lvl="1"/>
            <a:r>
              <a:rPr lang="ko-KR" altLang="en-US" sz="1100" dirty="0"/>
              <a:t>부가세 141.3백만원은 부가세대급금(26530000)으로 처리된 것을 GL에서 확인함(전표 190566564·190566764·190566765). 다만 부가세 신고서(2026년 1기 확정)에 매입세액 공제로 반영되었는지는 아직 확인하지 못함 → 신고서 확인 예정.</a:t>
            </a:r>
          </a:p>
          <a:p>
            <a:pPr lvl="1"/>
            <a:r>
              <a:rPr lang="ko-KR" altLang="en-US" sz="1100" dirty="0"/>
              <a:t>별도로 2025년 TP 조정 관련 세관 납부액 156.0백만원(2026년 4월, 회사 적요 "VAT penalty")이 제세공과(77900001)로 비용 처리됨. 관세조사 결과 통지액에는 포함되지 않음. 부가세 본세라면 수정수입세금계산서를 받아 매입세액 공제가 가능하므로 비용 과대이고, 가산세라면 비용 처리가 맞음 → 납부 고지서로 성격과 공제 여부를 확인함.</a:t>
            </a:r>
          </a:p>
          <a:p>
            <a:pPr lvl="1"/>
            <a:r>
              <a:rPr lang="ko-KR" altLang="en-US" sz="1100" dirty="0"/>
              <a:t>관세사 개선권고(TP 상시 모니터링, 임상의약품 가격결정 일관성, 수입요건 검토)는 기말 TP 조정 시 관세 영향 검토와 연계함.</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ko-KR" altLang="en-US" dirty="0">
                <a:ea typeface="맑은 고딕" panose="020B0503020000020004" pitchFamily="50" charset="-127"/>
              </a:rPr>
              <a:t>당기 중간감사 발견사항</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ea typeface="맑은 고딕" panose="020B0503020000020004" pitchFamily="50" charset="-127"/>
              </a:rPr>
              <a:t>04</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당기 중간감사 발견사항</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배경:</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감사인 검토의견:</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nSpc>
                <a:spcPct val="100000"/>
              </a:lnSpc>
            </a:pPr>
            <a:r>
              <a:rPr lang="ko-KR" altLang="en-US" sz="1200" dirty="0">
                <a:ea typeface="맑은 고딕" panose="020B0503020000020004" pitchFamily="50" charset="-127"/>
              </a:rPr>
              <a:t>사업양도에 따른 일회성 손실이므로 영업외 분류는 수용 가능함. 다만 처분 대상이 투자자산이 아니라 재고자산이므로 계정과목을 "사업양도손실" 또는 "재고자산처분손실"로 바꿔야 함.</a:t>
            </a:r>
          </a:p>
          <a:p>
            <a:pPr lvl="1">
              <a:lnSpc>
                <a:spcPct val="100000"/>
              </a:lnSpc>
            </a:pPr>
            <a:r>
              <a:rPr lang="en-US" altLang="ko-KR" sz="1200" dirty="0">
                <a:ea typeface="맑은 고딕" panose="020B0503020000020004" pitchFamily="50" charset="-127"/>
              </a:rPr>
              <a:t>BS</a:t>
            </a:r>
            <a:r>
              <a:rPr lang="ko-KR" altLang="en-US" sz="1200" dirty="0">
                <a:ea typeface="맑은 고딕" panose="020B0503020000020004" pitchFamily="50" charset="-127"/>
              </a:rPr>
              <a:t>에 인식된 원가차이 잔액 94백만원은 8월까지 모두 판매된 Closing 재고분이므로 매출원가로 비용 처리해야 함.</a:t>
            </a:r>
          </a:p>
          <a:p>
            <a:pPr lvl="1">
              <a:lnSpc>
                <a:spcPct val="100000"/>
              </a:lnSpc>
            </a:pPr>
            <a:r>
              <a:rPr lang="ko-KR" altLang="en-US" sz="1200" dirty="0">
                <a:ea typeface="맑은 고딕" panose="020B0503020000020004" pitchFamily="50" charset="-127"/>
              </a:rPr>
              <a:t>TDA true-up(순매출의 92%)은 GBU Finance가 중앙에서 정산함(Closing 지침 slide 7). SAK 배분 여부는 문서화되지 않음. 그룹 확인 전까지 SAK에 귀속될 수 있는 정산 </a:t>
            </a:r>
            <a:r>
              <a:rPr lang="ko-KR" altLang="en-US" sz="1200" dirty="0" err="1">
                <a:ea typeface="맑은 고딕" panose="020B0503020000020004" pitchFamily="50" charset="-127"/>
              </a:rPr>
              <a:t>credit</a:t>
            </a:r>
            <a:r>
              <a:rPr lang="ko-KR" altLang="en-US" sz="1200" dirty="0">
                <a:ea typeface="맑은 고딕" panose="020B0503020000020004" pitchFamily="50" charset="-127"/>
              </a:rPr>
              <a:t> 36</a:t>
            </a:r>
            <a:r>
              <a:rPr lang="en-US" altLang="ko-KR" sz="1200" dirty="0">
                <a:ea typeface="맑은 고딕" panose="020B0503020000020004" pitchFamily="50" charset="-127"/>
              </a:rPr>
              <a:t>8</a:t>
            </a:r>
            <a:r>
              <a:rPr lang="ko-KR" altLang="en-US" sz="1200" dirty="0">
                <a:ea typeface="맑은 고딕" panose="020B0503020000020004" pitchFamily="50" charset="-127"/>
              </a:rPr>
              <a:t>백만원은 미계상 상태임(Closing 재고 판매분 순매출 3,642백만원 × 92% = 3,351백만원과 재매입 시 잠정가로 지급한 3,718백만원의 차액).</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13</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TAXOTERE 사업양도 (1/2) – Closing 재고 매각 및 재매입</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nSpc>
                <a:spcPct val="100000"/>
              </a:lnSpc>
            </a:pPr>
            <a:r>
              <a:rPr lang="ko-KR" altLang="en-US" sz="1200" dirty="0">
                <a:ea typeface="맑은 고딕" panose="020B0503020000020004" pitchFamily="50" charset="-127"/>
              </a:rPr>
              <a:t>2026.5.29(Closing) </a:t>
            </a:r>
            <a:r>
              <a:rPr lang="ko-KR" altLang="en-US" sz="1200" dirty="0" err="1">
                <a:ea typeface="맑은 고딕" panose="020B0503020000020004" pitchFamily="50" charset="-127"/>
              </a:rPr>
              <a:t>T</a:t>
            </a:r>
            <a:r>
              <a:rPr lang="en-US" altLang="ko-KR" sz="1200" dirty="0" err="1">
                <a:ea typeface="맑은 고딕" panose="020B0503020000020004" pitchFamily="50" charset="-127"/>
              </a:rPr>
              <a:t>axotere</a:t>
            </a:r>
            <a:r>
              <a:rPr lang="ko-KR" altLang="en-US" sz="1200" dirty="0">
                <a:ea typeface="맑은 고딕" panose="020B0503020000020004" pitchFamily="50" charset="-127"/>
              </a:rPr>
              <a:t> 글로벌 사업이 보령에 양도됨. 그룹 Closing 지침에 따라 Closing 재고를 MSA 가격으로 보령에 매각하고 TDA 가격으로 즉시 재매입함(실물 이동 없음). 회사는 허가 이전 시까지 과도기 유통계약(TDA)에 따라 계속 판매함.</a:t>
            </a:r>
          </a:p>
          <a:p>
            <a:pPr lvl="1">
              <a:lnSpc>
                <a:spcPct val="100000"/>
              </a:lnSpc>
            </a:pPr>
            <a:r>
              <a:rPr lang="ko-KR" altLang="en-US" sz="1200" dirty="0">
                <a:ea typeface="맑은 고딕" panose="020B0503020000020004" pitchFamily="50" charset="-127"/>
              </a:rPr>
              <a:t>Closing 수량은 5월에 32,530개로 기표되었다가 공식 Closing Date Inventory Statement에 따라 22,592개로 정정됨(7월 </a:t>
            </a:r>
            <a:r>
              <a:rPr lang="ko-KR" altLang="en-US" sz="1200" dirty="0" err="1">
                <a:ea typeface="맑은 고딕" panose="020B0503020000020004" pitchFamily="50" charset="-127"/>
              </a:rPr>
              <a:t>true-up</a:t>
            </a:r>
            <a:r>
              <a:rPr lang="ko-KR" altLang="en-US" sz="1200" dirty="0">
                <a:ea typeface="맑은 고딕" panose="020B0503020000020004" pitchFamily="50" charset="-127"/>
              </a:rPr>
              <a:t> 인보이스 발행</a:t>
            </a:r>
            <a:r>
              <a:rPr lang="en-US" altLang="ko-KR" sz="1200" dirty="0">
                <a:ea typeface="맑은 고딕" panose="020B0503020000020004" pitchFamily="50" charset="-127"/>
              </a:rPr>
              <a:t>)</a:t>
            </a:r>
            <a:endParaRPr lang="ko-KR" altLang="en-US" sz="1200" dirty="0">
              <a:ea typeface="맑은 고딕" panose="020B0503020000020004" pitchFamily="50" charset="-127"/>
            </a:endParaRPr>
          </a:p>
          <a:p>
            <a:pPr lvl="1">
              <a:lnSpc>
                <a:spcPct val="100000"/>
              </a:lnSpc>
            </a:pPr>
            <a:r>
              <a:rPr lang="ko-KR" altLang="en-US" sz="1200" dirty="0">
                <a:ea typeface="맑은 고딕" panose="020B0503020000020004" pitchFamily="50" charset="-127"/>
              </a:rPr>
              <a:t>매각손실 </a:t>
            </a:r>
            <a:r>
              <a:rPr lang="en-US" altLang="ko-KR" sz="1200" dirty="0">
                <a:ea typeface="맑은 고딕" panose="020B0503020000020004" pitchFamily="50" charset="-127"/>
              </a:rPr>
              <a:t>1,372</a:t>
            </a:r>
            <a:r>
              <a:rPr lang="ko-KR" altLang="en-US" sz="1200" dirty="0">
                <a:ea typeface="맑은 고딕" panose="020B0503020000020004" pitchFamily="50" charset="-127"/>
              </a:rPr>
              <a:t>백만원</a:t>
            </a:r>
            <a:r>
              <a:rPr lang="en-US" altLang="ko-KR" sz="1200" dirty="0">
                <a:ea typeface="맑은 고딕" panose="020B0503020000020004" pitchFamily="50" charset="-127"/>
              </a:rPr>
              <a:t>(=</a:t>
            </a:r>
            <a:r>
              <a:rPr lang="ko-KR" altLang="en-US" sz="1200" dirty="0">
                <a:ea typeface="맑은 고딕" panose="020B0503020000020004" pitchFamily="50" charset="-127"/>
              </a:rPr>
              <a:t>장부가 3,24</a:t>
            </a:r>
            <a:r>
              <a:rPr lang="en-US" altLang="ko-KR" sz="1200" dirty="0">
                <a:ea typeface="맑은 고딕" panose="020B0503020000020004" pitchFamily="50" charset="-127"/>
              </a:rPr>
              <a:t>7</a:t>
            </a:r>
            <a:r>
              <a:rPr lang="ko-KR" altLang="en-US" sz="1200" dirty="0">
                <a:ea typeface="맑은 고딕" panose="020B0503020000020004" pitchFamily="50" charset="-127"/>
              </a:rPr>
              <a:t>백만원−처분대가 1,87</a:t>
            </a:r>
            <a:r>
              <a:rPr lang="en-US" altLang="ko-KR" sz="1200" dirty="0">
                <a:ea typeface="맑은 고딕" panose="020B0503020000020004" pitchFamily="50" charset="-127"/>
              </a:rPr>
              <a:t>5</a:t>
            </a:r>
            <a:r>
              <a:rPr lang="ko-KR" altLang="en-US" sz="1200" dirty="0">
                <a:ea typeface="맑은 고딕" panose="020B0503020000020004" pitchFamily="50" charset="-127"/>
              </a:rPr>
              <a:t>백만원</a:t>
            </a:r>
            <a:r>
              <a:rPr lang="en-US" altLang="ko-KR" sz="1200" dirty="0">
                <a:ea typeface="맑은 고딕" panose="020B0503020000020004" pitchFamily="50" charset="-127"/>
              </a:rPr>
              <a:t>) </a:t>
            </a:r>
            <a:r>
              <a:rPr lang="ko-KR" altLang="en-US" sz="1200" dirty="0">
                <a:ea typeface="맑은 고딕" panose="020B0503020000020004" pitchFamily="50" charset="-127"/>
              </a:rPr>
              <a:t>인식. 그룹 가이드에 따라 영업외비용 ＂</a:t>
            </a:r>
            <a:r>
              <a:rPr lang="ko-KR" altLang="en-US" sz="1200" dirty="0" err="1">
                <a:ea typeface="맑은 고딕" panose="020B0503020000020004" pitchFamily="50" charset="-127"/>
              </a:rPr>
              <a:t>투자자산처분손실＂로</a:t>
            </a:r>
            <a:r>
              <a:rPr lang="ko-KR" altLang="en-US" sz="1200" dirty="0">
                <a:ea typeface="맑은 고딕" panose="020B0503020000020004" pitchFamily="50" charset="-127"/>
              </a:rPr>
              <a:t> 계상됨. 재매입가와 표준원가의 차이는 </a:t>
            </a:r>
            <a:r>
              <a:rPr lang="en-US" altLang="ko-KR" sz="1200" dirty="0">
                <a:ea typeface="맑은 고딕" panose="020B0503020000020004" pitchFamily="50" charset="-127"/>
              </a:rPr>
              <a:t>BS</a:t>
            </a:r>
            <a:r>
              <a:rPr lang="ko-KR" altLang="en-US" sz="1200" dirty="0">
                <a:ea typeface="맑은 고딕" panose="020B0503020000020004" pitchFamily="50" charset="-127"/>
              </a:rPr>
              <a:t>의 원가차이 계정으로 인식됨</a:t>
            </a:r>
            <a:r>
              <a:rPr lang="en-US" altLang="ko-KR" sz="1200" dirty="0">
                <a:ea typeface="맑은 고딕" panose="020B0503020000020004" pitchFamily="50" charset="-127"/>
              </a:rPr>
              <a:t>.</a:t>
            </a:r>
            <a:endParaRPr lang="ko-KR" altLang="en-US" sz="1200" dirty="0">
              <a:ea typeface="맑은 고딕" panose="020B0503020000020004" pitchFamily="50" charset="-127"/>
            </a:endParaRP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당기 중간감사 발견사항</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배경:</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감사인 검토의견:</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ko-KR" altLang="en-US" sz="1100" dirty="0"/>
              <a:t>총액·순액 판단(일반기업회계기준 제16장): SAK 명의 판매, 소유권과 신용위험 부담, 관계사 매입 등 법적 형식은 본인 지표임. 반면 TDA 기간 사업은 보령에 귀속되고 잔여재고는 TDA 가격으로 보령에 넘어가 재고위험이 제한되므로 실질은 대리인 지표도 있음. 회사의 판단 검토서가 필요하며, 순액 표시 시 매출과 매출원가가 함께 줄고 이익 영향은 없음.</a:t>
            </a:r>
          </a:p>
          <a:p>
            <a:pPr lvl="1"/>
            <a:r>
              <a:rPr lang="ko-KR" altLang="en-US" sz="1100" dirty="0"/>
              <a:t>그룹은 TDA 기간 시장 매출을 IFRS 15상 시장 매출로 보지 않고 TDA 관리단위로 관리함(Closing 지침 slide 19: "The sales should not be considered as market sales in Corporate accounting").</a:t>
            </a:r>
          </a:p>
          <a:p>
            <a:pPr lvl="1"/>
            <a:r>
              <a:rPr lang="ko-KR" altLang="en-US" sz="1100" dirty="0"/>
              <a:t>회사가 TDA 가격으로 보령에 청구했다면 이익은 최대 약 27억원으로 추정됨: 20mg 52,685개 × EUR 48.52 + 80mg 50,356개 × EUR 155.44 = EUR 10.38백만 × 1,761.71원(7월 true-up 전표 적용 환율) = 182.9억원 − 장부가 156.2억원. 10월 판매분 차감 전 금액이며, 실제 인보이스일 환율로 다시 계산해야 함.</a:t>
            </a:r>
          </a:p>
          <a:p>
            <a:pPr lvl="1"/>
            <a:r>
              <a:rPr lang="ko-KR" altLang="en-US" sz="1100" dirty="0"/>
              <a:t>요청: 그룹 서면 확인(true-up 배분 및 재청구 여부), 10월 인보이스·수량·세금계산서, 품목허가 이전 증빙.</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14</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TAXOTERE 사업양도 (2/2) – Closing 이후 공급 및 10월 재고 이전</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ko-KR" altLang="en-US" sz="1100" dirty="0"/>
              <a:t>Closing 이후에도 회사는 Sanofi-Aventis Singapore Pte Ltd(그룹 Pivot)에서 그룹 이전가격으로 Taxotere를 매입함(7~9월 126,868개, 195억원). TDA 계약 당사자는 SWI(Sanofi Winthrop Industrie)이고, 보령과의 월별 매각·재매입도 SWI가 수행함. 관계사는 기존과 같은 가격과 GMID로 매입함(Closing 지침 slide 20).</a:t>
            </a:r>
          </a:p>
          <a:p>
            <a:pPr lvl="1"/>
            <a:r>
              <a:rPr lang="ko-KR" altLang="en-US" sz="1100" dirty="0"/>
              <a:t>6~9월 Taxotere 매출 94억원은 총액으로 인식됨. 9월말 재고는 103,041개(15,620백만원)이며 모두 싱가포르 매입분임.</a:t>
            </a:r>
          </a:p>
          <a:p>
            <a:pPr lvl="1"/>
            <a:r>
              <a:rPr lang="ko-KR" altLang="en-US" sz="1100" dirty="0"/>
              <a:t>회사 설명에 따르면 10월에 보령의 품목허가 이전이 완료되어 잔여재고 전량을 보령에 넘김. 지침상 이전가격은 TDA 가격(20mg EUR 48.52 / 80mg EUR 155.44, TDA 5.2.2·13.3.2(d))임.</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당기 중간감사 발견사항</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Caprelsa:</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Rodogyl:</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ko-KR" altLang="en-US" sz="1100" dirty="0"/>
              <a:t>국내 판매를 중단하고 2026년 8월 품목허가를 자진 취하함. 2026년 매출은 없고 반품 16,166개(순매출 −37.2백만원)만 있음.</a:t>
            </a:r>
          </a:p>
          <a:p>
            <a:pPr lvl="1"/>
            <a:r>
              <a:rPr lang="ko-KR" altLang="en-US" sz="1100" dirty="0"/>
              <a:t>9월말 재고 7,214개(12.5백만원)는 모두 반품재고로 판매할 수 없으므로 전액 평가손실 또는 폐기 대상임.</a:t>
            </a:r>
          </a:p>
          <a:p>
            <a:pPr lvl="1"/>
            <a:r>
              <a:rPr lang="ko-KR" altLang="en-US" sz="1100" dirty="0"/>
              <a:t>향후 시장 반품은 25~50백만원으로 추정됨: 1~9월 반품 추세(월평균 약 1,800개 × 개당 매출차감 약 2,300원 = 월 약 4백만원)가 6~12개월 더 이어진다고 가정함. 시장 잔여재고 자료에 따른 추정은 아님. CTM(194백만원)에 미달하며, 반품충당부채 반영 여부를 확인함.</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15</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기타 글로벌 양도 품목 – </a:t>
            </a:r>
            <a:r>
              <a:rPr lang="ko-KR" altLang="en-US" b="1" dirty="0" err="1">
                <a:ea typeface="맑은 고딕" panose="020B0503020000020004" pitchFamily="50" charset="-127"/>
              </a:rPr>
              <a:t>Caprelsa</a:t>
            </a:r>
            <a:r>
              <a:rPr lang="ko-KR" altLang="en-US" b="1" dirty="0">
                <a:ea typeface="맑은 고딕" panose="020B0503020000020004" pitchFamily="50" charset="-127"/>
              </a:rPr>
              <a:t> 및 </a:t>
            </a:r>
            <a:r>
              <a:rPr lang="ko-KR" altLang="en-US" b="1" dirty="0" err="1">
                <a:ea typeface="맑은 고딕" panose="020B0503020000020004" pitchFamily="50" charset="-127"/>
              </a:rPr>
              <a:t>Rodogyl</a:t>
            </a:r>
            <a:endParaRPr lang="ko-KR" altLang="en-US" b="1" dirty="0">
              <a:ea typeface="맑은 고딕" panose="020B0503020000020004" pitchFamily="50" charset="-127"/>
            </a:endParaRP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ko-KR" altLang="en-US" sz="1100" dirty="0"/>
              <a:t>글로벌로 Esteve에 양도되었고, 국내 판권은 KIMS Pharma에 부여될 예정임. 국내 허가 이전은 2027년 4월 예정이며, 회사는 본사 가이드를 받지 못함.</a:t>
            </a:r>
          </a:p>
          <a:p>
            <a:pPr lvl="1"/>
            <a:r>
              <a:rPr lang="ko-KR" altLang="en-US" sz="1100" dirty="0"/>
              <a:t>회사는 여전히 그룹 이전가격으로 매입해 자기 계산으로 판매함: 1~9월 순매출 1,488백만원, 매출원가 986백만원, 9월말 재고 782백만원.</a:t>
            </a:r>
          </a:p>
          <a:p>
            <a:pPr lvl="1"/>
            <a:r>
              <a:rPr lang="ko-KR" altLang="en-US" sz="1100" dirty="0"/>
              <a:t>Taxotere TDA와 같은 조건(순매출의 92%를 매수인에게 지급)이 SAK에 적용된다고 가정하면 미계상 정산액은 최대 약 383백만원임(1~9월 순매출 1,488 × 92% = 1,369 − 장부 매출원가 986, Closing일이 2026년 1월 이전이라고 가정).</a:t>
            </a:r>
          </a:p>
          <a:p>
            <a:pPr lvl="1"/>
            <a:r>
              <a:rPr lang="ko-KR" altLang="en-US" sz="1100" dirty="0"/>
              <a:t>다만 Taxotere처럼 정산을 그룹이 중앙에서 하고 SAK에 배분하지 않는다면 SAK 영향은 없음.</a:t>
            </a:r>
          </a:p>
          <a:p>
            <a:pPr lvl="1"/>
            <a:r>
              <a:rPr lang="ko-KR" altLang="en-US" sz="1100" dirty="0"/>
              <a:t>요청: APA, Closing 기준일, TDA, 본사 회계 가이드.</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당기 중간감사 발견사항</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신규 사무실 임차 (역삼 센터필드):</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주식기준보상 (</a:t>
            </a:r>
            <a:r>
              <a:rPr lang="ko-KR" altLang="en-US" dirty="0" err="1">
                <a:ea typeface="맑은 고딕" panose="020B0503020000020004" pitchFamily="50" charset="-127"/>
              </a:rPr>
              <a:t>Action</a:t>
            </a:r>
            <a:r>
              <a:rPr lang="ko-KR" altLang="en-US" dirty="0">
                <a:ea typeface="맑은 고딕" panose="020B0503020000020004" pitchFamily="50" charset="-127"/>
              </a:rPr>
              <a:t> </a:t>
            </a:r>
            <a:r>
              <a:rPr lang="en-US" altLang="ko-KR" dirty="0">
                <a:ea typeface="맑은 고딕" panose="020B0503020000020004" pitchFamily="50" charset="-127"/>
              </a:rPr>
              <a:t>share</a:t>
            </a:r>
            <a:r>
              <a:rPr lang="ko-KR" altLang="en-US" dirty="0">
                <a:ea typeface="맑은 고딕" panose="020B0503020000020004" pitchFamily="50" charset="-127"/>
              </a:rPr>
              <a: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nSpc>
                <a:spcPct val="100000"/>
              </a:lnSpc>
            </a:pPr>
            <a:r>
              <a:rPr lang="ko-KR" altLang="en-US" sz="1200" dirty="0">
                <a:ea typeface="맑은 고딕" panose="020B0503020000020004" pitchFamily="50" charset="-127"/>
              </a:rPr>
              <a:t>지배기업(Sanofi)이 SAK 임직원의 본사 주식 구매 시 20% 할인과 무상주를 제공하고, 그룹은 SAK에 재청구하지 않음.</a:t>
            </a:r>
          </a:p>
          <a:p>
            <a:pPr lvl="1">
              <a:lnSpc>
                <a:spcPct val="100000"/>
              </a:lnSpc>
            </a:pPr>
            <a:r>
              <a:rPr lang="ko-KR" altLang="en-US" sz="1200" dirty="0">
                <a:ea typeface="맑은 고딕" panose="020B0503020000020004" pitchFamily="50" charset="-127"/>
              </a:rPr>
              <a:t>일반기업회계기준 19.3, 19.A60(사례 14): 종속기업은 보상원가 전액을 비용으로 인식하고 같은 금액을 지배기업의 자본 출자(자본잉여금)로 처리함. SAK는 이를 처리하지 않음.</a:t>
            </a:r>
          </a:p>
          <a:p>
            <a:pPr lvl="1">
              <a:lnSpc>
                <a:spcPct val="100000"/>
              </a:lnSpc>
            </a:pPr>
            <a:r>
              <a:rPr lang="ko-KR" altLang="en-US" sz="1200" dirty="0">
                <a:ea typeface="맑은 고딕" panose="020B0503020000020004" pitchFamily="50" charset="-127"/>
              </a:rPr>
              <a:t>할인분은 약 26</a:t>
            </a:r>
            <a:r>
              <a:rPr lang="en-US" altLang="ko-KR" sz="1200" dirty="0">
                <a:ea typeface="맑은 고딕" panose="020B0503020000020004" pitchFamily="50" charset="-127"/>
              </a:rPr>
              <a:t>1</a:t>
            </a:r>
            <a:r>
              <a:rPr lang="ko-KR" altLang="en-US" sz="1200" dirty="0">
                <a:ea typeface="맑은 고딕" panose="020B0503020000020004" pitchFamily="50" charset="-127"/>
              </a:rPr>
              <a:t>백만원으로 추정되며 여기에 무상주(부여일 공정가치)가 더해져야 함. 즉시 가득되며(19.12) 이후 환입하지 않음(19.18). 자본 총계는 변하지 않음.</a:t>
            </a:r>
          </a:p>
          <a:p>
            <a:pPr lvl="1">
              <a:lnSpc>
                <a:spcPct val="100000"/>
              </a:lnSpc>
            </a:pPr>
            <a:r>
              <a:rPr lang="ko-KR" altLang="en-US" sz="1200" dirty="0">
                <a:ea typeface="맑은 고딕" panose="020B0503020000020004" pitchFamily="50" charset="-127"/>
              </a:rPr>
              <a:t>한국 귀속 주식 부여내역을 </a:t>
            </a:r>
            <a:r>
              <a:rPr lang="en-US" altLang="ko-KR" sz="1200" dirty="0">
                <a:ea typeface="맑은 고딕" panose="020B0503020000020004" pitchFamily="50" charset="-127"/>
              </a:rPr>
              <a:t>P&amp;C</a:t>
            </a:r>
            <a:r>
              <a:rPr lang="ko-KR" altLang="en-US" sz="1200" dirty="0">
                <a:ea typeface="맑은 고딕" panose="020B0503020000020004" pitchFamily="50" charset="-127"/>
              </a:rPr>
              <a:t>팀에 요청함. 과거 </a:t>
            </a:r>
            <a:r>
              <a:rPr lang="ko-KR" altLang="en-US" sz="1200" dirty="0" err="1">
                <a:ea typeface="맑은 고딕" panose="020B0503020000020004" pitchFamily="50" charset="-127"/>
              </a:rPr>
              <a:t>회차도</a:t>
            </a:r>
            <a:r>
              <a:rPr lang="ko-KR" altLang="en-US" sz="1200" dirty="0">
                <a:ea typeface="맑은 고딕" panose="020B0503020000020004" pitchFamily="50" charset="-127"/>
              </a:rPr>
              <a:t> </a:t>
            </a:r>
            <a:r>
              <a:rPr lang="ko-KR" altLang="en-US" sz="1200" dirty="0" err="1">
                <a:ea typeface="맑은 고딕" panose="020B0503020000020004" pitchFamily="50" charset="-127"/>
              </a:rPr>
              <a:t>회계처리되지</a:t>
            </a:r>
            <a:r>
              <a:rPr lang="ko-KR" altLang="en-US" sz="1200" dirty="0">
                <a:ea typeface="맑은 고딕" panose="020B0503020000020004" pitchFamily="50" charset="-127"/>
              </a:rPr>
              <a:t> 않았으므로 누적액과 중요성을 검토함.</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16</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신규 사무실 임차 및 주식기준보상(</a:t>
            </a:r>
            <a:r>
              <a:rPr lang="ko-KR" altLang="en-US" b="1" dirty="0" err="1">
                <a:ea typeface="맑은 고딕" panose="020B0503020000020004" pitchFamily="50" charset="-127"/>
              </a:rPr>
              <a:t>Action</a:t>
            </a:r>
            <a:r>
              <a:rPr lang="ko-KR" altLang="en-US" b="1" dirty="0">
                <a:ea typeface="맑은 고딕" panose="020B0503020000020004" pitchFamily="50" charset="-127"/>
              </a:rPr>
              <a:t> </a:t>
            </a:r>
            <a:r>
              <a:rPr lang="en-US" altLang="ko-KR" b="1" dirty="0">
                <a:ea typeface="맑은 고딕" panose="020B0503020000020004" pitchFamily="50" charset="-127"/>
              </a:rPr>
              <a:t>share</a:t>
            </a:r>
            <a:r>
              <a:rPr lang="ko-KR" altLang="en-US" b="1" dirty="0">
                <a:ea typeface="맑은 고딕" panose="020B0503020000020004" pitchFamily="50" charset="-127"/>
              </a:rPr>
              <a:t>)</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ko-KR" altLang="en-US" sz="1100" dirty="0"/>
              <a:t>2026.5.29 계약 체결: 역삼 센터필드 WEST 12층. 임차기간 2026.12.16~2033.12.15(84개월, 최소 의무사용기간). 월 임대료 240백만원, 고정관리비 61백만원이며 매년 3%와 소비자물가상승률 중 높은 쪽으로 인상됨.</a:t>
            </a:r>
          </a:p>
          <a:p>
            <a:pPr lvl="1"/>
            <a:r>
              <a:rPr lang="ko-KR" altLang="en-US" sz="1100" dirty="0"/>
              <a:t>보증금 2,402백만원: 30%(721백만원)는 6월 지급, 잔금 1,681백만원은 2026.12.15 지급 예정.</a:t>
            </a:r>
          </a:p>
          <a:p>
            <a:pPr lvl="1"/>
            <a:r>
              <a:rPr lang="ko-KR" altLang="en-US" sz="1100" dirty="0"/>
              <a:t>약정사항 주석: 해지불능 운용리스의 미래 최소리스료(임대료만, 관리비 제외)를 기간별로 공시함(일반기업회계기준 제13장). 연 3% 최저 인상률 가정, 부가세 제외(백만원):</a:t>
            </a:r>
          </a:p>
          <a:p>
            <a:pPr lvl="2"/>
            <a:r>
              <a:rPr lang="ko-KR" altLang="en-US" sz="1000" dirty="0"/>
              <a:t>9월말 기준: 1년 이내 2,282, 1년 초과~5년 12,344, 5년 초과 7,458, 합계 22,083</a:t>
            </a:r>
          </a:p>
          <a:p>
            <a:pPr lvl="2"/>
            <a:r>
              <a:rPr lang="ko-KR" altLang="en-US" sz="1000" dirty="0"/>
              <a:t>기말 기준: 1년 이내 2,886, 1년 초과~5년 12,435, 5년 초과 6,639, 합계 21,959</a:t>
            </a:r>
          </a:p>
          <a:p>
            <a:pPr lvl="1"/>
            <a:r>
              <a:rPr lang="ko-KR" altLang="en-US" sz="1100" dirty="0"/>
              <a:t>고정관리비는 용역 대가이므로 최소리스료에서 제외함. 보증금 잔금 지급 약정은 별도로 기재함.</a:t>
            </a:r>
          </a:p>
          <a:p>
            <a:pPr lvl="1"/>
            <a:r>
              <a:rPr lang="ko-KR" altLang="en-US" sz="1100" dirty="0"/>
              <a:t>입주공사비는 자산과 비용으로 구분해야 함. 시설을 설치하는 시점(2027년)에 복구충당부채를 새로 인식함. 렌트프리 조항이 없으므로 공사기간 임대료는 비용 처리함.</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ko-KR" altLang="en-US" dirty="0">
                <a:ea typeface="맑은 고딕" panose="020B0503020000020004" pitchFamily="50" charset="-127"/>
              </a:rPr>
              <a:t>미결사항 및 기말감사 준비사항</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ea typeface="맑은 고딕" panose="020B0503020000020004" pitchFamily="50" charset="-127"/>
              </a:rPr>
              <a:t>05</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ko-KR" altLang="en-US" dirty="0">
                <a:ea typeface="맑은 고딕" panose="020B0503020000020004" pitchFamily="50" charset="-127"/>
              </a:rPr>
              <a:t>사노피-아벤티스 코리아</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ko-KR" altLang="en-US" dirty="0">
                <a:ea typeface="맑은 고딕" panose="020B0503020000020004" pitchFamily="50" charset="-127"/>
              </a:rPr>
              <a:t>미결사항 및 기말감사 준비사항</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ea typeface="맑은 고딕" panose="020B0503020000020004" pitchFamily="50" charset="-127"/>
              </a:rPr>
              <a:t>미결사항 (회사 요청 자료):</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ea typeface="맑은 고딕" panose="020B0503020000020004" pitchFamily="50" charset="-127"/>
              </a:rPr>
              <a:t>기말감사 준비사항:</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nSpc>
                <a:spcPct val="100000"/>
              </a:lnSpc>
            </a:pPr>
            <a:r>
              <a:rPr lang="ko-KR" altLang="en-US" sz="1200" dirty="0">
                <a:ea typeface="맑은 고딕" panose="020B0503020000020004" pitchFamily="50" charset="-127"/>
              </a:rPr>
              <a:t>금융기관 조회 및 법률 조회 – 1월 초 (주거래은행 변경 반영, 공단 관련 은행 지급보증 470억원 등 보증 확인)</a:t>
            </a:r>
          </a:p>
          <a:p>
            <a:pPr lvl="1">
              <a:lnSpc>
                <a:spcPct val="100000"/>
              </a:lnSpc>
            </a:pPr>
            <a:r>
              <a:rPr lang="ko-KR" altLang="en-US" sz="1200" dirty="0">
                <a:ea typeface="맑은 고딕" panose="020B0503020000020004" pitchFamily="50" charset="-127"/>
              </a:rPr>
              <a:t>채권·채무 조회 – 1월 초 (표본 추출용 상세 명세 준비)</a:t>
            </a:r>
          </a:p>
          <a:p>
            <a:pPr lvl="1">
              <a:lnSpc>
                <a:spcPct val="100000"/>
              </a:lnSpc>
            </a:pPr>
            <a:r>
              <a:rPr lang="ko-KR" altLang="en-US" sz="1200" dirty="0">
                <a:ea typeface="맑은 고딕" panose="020B0503020000020004" pitchFamily="50" charset="-127"/>
              </a:rPr>
              <a:t>기말 재고실사 – 12월 (반품·유효기간 경과·양도 품목 재고 포함)</a:t>
            </a:r>
          </a:p>
          <a:p>
            <a:pPr lvl="1">
              <a:lnSpc>
                <a:spcPct val="100000"/>
              </a:lnSpc>
            </a:pPr>
            <a:r>
              <a:rPr lang="ko-KR" altLang="en-US" sz="1200" dirty="0">
                <a:ea typeface="맑은 고딕" panose="020B0503020000020004" pitchFamily="50" charset="-127"/>
              </a:rPr>
              <a:t>기말 시점 RSA, VRP, 복구충당부채 재측정</a:t>
            </a:r>
          </a:p>
          <a:p>
            <a:pPr lvl="1">
              <a:lnSpc>
                <a:spcPct val="100000"/>
              </a:lnSpc>
            </a:pPr>
            <a:r>
              <a:rPr lang="ko-KR" altLang="en-US" sz="1200" dirty="0">
                <a:ea typeface="맑은 고딕" panose="020B0503020000020004" pitchFamily="50" charset="-127"/>
              </a:rPr>
              <a:t>센터필드 리스 약정사항 주석 및 입주공사비 구분</a:t>
            </a:r>
          </a:p>
          <a:p>
            <a:pPr lvl="1">
              <a:lnSpc>
                <a:spcPct val="100000"/>
              </a:lnSpc>
            </a:pPr>
            <a:r>
              <a:rPr lang="ko-KR" altLang="en-US" sz="1200" dirty="0">
                <a:ea typeface="맑은 고딕" panose="020B0503020000020004" pitchFamily="50" charset="-127"/>
              </a:rPr>
              <a:t>재무제표 및 주석 – 기말감사 현장 투입 전(2027년 2월)</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pPr/>
              <a:t>18</a:t>
            </a:fld>
            <a:endParaRPr lang="en-GB" dirty="0"/>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ko-KR" altLang="en-US" b="1" dirty="0">
                <a:ea typeface="맑은 고딕" panose="020B0503020000020004" pitchFamily="50" charset="-127"/>
              </a:rPr>
              <a:t>2026년 10월 23일 현재</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nSpc>
                <a:spcPct val="100000"/>
              </a:lnSpc>
            </a:pPr>
            <a:r>
              <a:rPr lang="ko-KR" altLang="en-US" sz="1200" dirty="0">
                <a:ea typeface="맑은 고딕" panose="020B0503020000020004" pitchFamily="50" charset="-127"/>
              </a:rPr>
              <a:t>Taxotere: TDA true-up 및 재청구에 대한 그룹 확인, 10월 재고 이전 인보이스와 수량, 품목허가 이전 증빙</a:t>
            </a:r>
          </a:p>
          <a:p>
            <a:pPr lvl="1">
              <a:lnSpc>
                <a:spcPct val="100000"/>
              </a:lnSpc>
            </a:pPr>
            <a:r>
              <a:rPr lang="ko-KR" altLang="en-US" sz="1200" dirty="0">
                <a:ea typeface="맑은 고딕" panose="020B0503020000020004" pitchFamily="50" charset="-127"/>
              </a:rPr>
              <a:t>Dupixent RSA: 설정 계산 파일, 공단 고지서, 누적 청구액과 CAP 추정</a:t>
            </a:r>
          </a:p>
          <a:p>
            <a:pPr lvl="1">
              <a:lnSpc>
                <a:spcPct val="100000"/>
              </a:lnSpc>
            </a:pPr>
            <a:r>
              <a:rPr lang="ko-KR" altLang="en-US" sz="1200" dirty="0">
                <a:ea typeface="맑은 고딕" panose="020B0503020000020004" pitchFamily="50" charset="-127"/>
              </a:rPr>
              <a:t>VRP: '25 Drive 2 미확인 잔액(2,901백만원) 환입 여부, 2026년 프로그램과 퇴직합의서 2건의 대응관계 및 산정 근거</a:t>
            </a:r>
          </a:p>
          <a:p>
            <a:pPr lvl="1">
              <a:lnSpc>
                <a:spcPct val="100000"/>
              </a:lnSpc>
            </a:pPr>
            <a:r>
              <a:rPr lang="ko-KR" altLang="en-US" sz="1200" dirty="0">
                <a:ea typeface="맑은 고딕" panose="020B0503020000020004" pitchFamily="50" charset="-127"/>
              </a:rPr>
              <a:t>Caprelsa: APA, Closing일, 과도기 유통 조건, 본사 가이드</a:t>
            </a:r>
          </a:p>
          <a:p>
            <a:pPr lvl="1">
              <a:lnSpc>
                <a:spcPct val="100000"/>
              </a:lnSpc>
            </a:pPr>
            <a:r>
              <a:rPr lang="ko-KR" altLang="en-US" sz="1200" dirty="0">
                <a:ea typeface="맑은 고딕" panose="020B0503020000020004" pitchFamily="50" charset="-127"/>
              </a:rPr>
              <a:t>Statutory 조정: 이익잉여금 직접 차감(1,132.9백만원) 근거</a:t>
            </a:r>
          </a:p>
          <a:p>
            <a:pPr lvl="1">
              <a:lnSpc>
                <a:spcPct val="100000"/>
              </a:lnSpc>
            </a:pPr>
            <a:r>
              <a:rPr lang="ko-KR" altLang="en-US" sz="1200" dirty="0">
                <a:ea typeface="맑은 고딕" panose="020B0503020000020004" pitchFamily="50" charset="-127"/>
              </a:rPr>
              <a:t>한독 인센티브 정산(10월), Action 2026 그룹 IFRS 2 한국 귀속분</a:t>
            </a:r>
          </a:p>
          <a:p>
            <a:pPr lvl="1">
              <a:lnSpc>
                <a:spcPct val="100000"/>
              </a:lnSpc>
            </a:pPr>
            <a:r>
              <a:rPr lang="ko-KR" altLang="en-US" sz="1200" dirty="0">
                <a:ea typeface="맑은 고딕" panose="020B0503020000020004" pitchFamily="50" charset="-127"/>
              </a:rPr>
              <a:t>반포 원상복구 공사 견적(최신), 2025년 TP 조정 세관 납부액(156.0백만원)의 성격(부가세 본세·가산세)과 공제 여부</a:t>
            </a:r>
          </a:p>
          <a:p>
            <a:pPr lvl="1">
              <a:lnSpc>
                <a:spcPct val="100000"/>
              </a:lnSpc>
            </a:pPr>
            <a:r>
              <a:rPr lang="ko-KR" altLang="en-US" sz="1200" dirty="0">
                <a:ea typeface="맑은 고딕" panose="020B0503020000020004" pitchFamily="50" charset="-127"/>
              </a:rPr>
              <a:t>그룹 요청 자본잉여금 근거(2019년 젠자임코리아 합병, 일반기업회계기준 제32장)</a:t>
            </a:r>
          </a:p>
        </p:txBody>
      </p:sp>
    </p:spTree>
    <p:extLst>
      <p:ext uri="{BB962C8B-B14F-4D97-AF65-F5344CB8AC3E}">
        <p14:creationId xmlns:p14="http://schemas.microsoft.com/office/powerpoint/2010/main" val="614940156"/>
      </p:ext>
    </p:extLst>
  </p:cSld>
  <p:clrMapOvr>
    <a:masterClrMapping/>
  </p:clrMapOvr>
  <p:transition>
    <p:fade/>
  </p:transition>
</p:sld>
</file>

<file path=ppt/theme/theme1.xml><?xml version="1.0" encoding="utf-8"?>
<a:theme xmlns:a="http://schemas.openxmlformats.org/drawingml/2006/main" name="Office 테마">
  <a:themeElements>
    <a:clrScheme name="Forvis_Mazars">
      <a:dk1>
        <a:srgbClr val="464B4B"/>
      </a:dk1>
      <a:lt1>
        <a:srgbClr val="FFFFFF"/>
      </a:lt1>
      <a:dk2>
        <a:srgbClr val="0072CE"/>
      </a:dk2>
      <a:lt2>
        <a:srgbClr val="F4F4F4"/>
      </a:lt2>
      <a:accent1>
        <a:srgbClr val="0072CE"/>
      </a:accent1>
      <a:accent2>
        <a:srgbClr val="4AA7B7"/>
      </a:accent2>
      <a:accent3>
        <a:srgbClr val="171C8F"/>
      </a:accent3>
      <a:accent4>
        <a:srgbClr val="27B093"/>
      </a:accent4>
      <a:accent5>
        <a:srgbClr val="B1B3B3"/>
      </a:accent5>
      <a:accent6>
        <a:srgbClr val="5D93CD"/>
      </a:accent6>
      <a:hlink>
        <a:srgbClr val="5D93CD"/>
      </a:hlink>
      <a:folHlink>
        <a:srgbClr val="84ADD8"/>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orvis Mazars_PPT Template_UK English.potx" id="{6D392853-B240-4CF1-B1E1-5559495C50FB}" vid="{2DE677F1-7F75-4A9D-B31D-2D526B3DAE9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6d13eecd-2e28-48af-b09a-eabd145800b6">
      <Terms xmlns="http://schemas.microsoft.com/office/infopath/2007/PartnerControls"/>
    </lcf76f155ced4ddcb4097134ff3c332f>
    <TaxCatchAll xmlns="7704eb4b-7b49-41f0-8d03-7eb2706c8b88"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0D6FC144151734F9C09BAEAD681CF33" ma:contentTypeVersion="14" ma:contentTypeDescription="Crée un document." ma:contentTypeScope="" ma:versionID="b9348d5c7bbb5715e1290f92a42e35d3">
  <xsd:schema xmlns:xsd="http://www.w3.org/2001/XMLSchema" xmlns:xs="http://www.w3.org/2001/XMLSchema" xmlns:p="http://schemas.microsoft.com/office/2006/metadata/properties" xmlns:ns2="6d13eecd-2e28-48af-b09a-eabd145800b6" xmlns:ns3="7704eb4b-7b49-41f0-8d03-7eb2706c8b88" targetNamespace="http://schemas.microsoft.com/office/2006/metadata/properties" ma:root="true" ma:fieldsID="ff07f6dce96a60f65dbd9b9356491132" ns2:_="" ns3:_="">
    <xsd:import namespace="6d13eecd-2e28-48af-b09a-eabd145800b6"/>
    <xsd:import namespace="7704eb4b-7b49-41f0-8d03-7eb2706c8b8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13eecd-2e28-48af-b09a-eabd145800b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4ae0aa21-f092-4d7c-8480-48d435008a8c"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704eb4b-7b49-41f0-8d03-7eb2706c8b8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6d6f2df-ddfc-49eb-966c-b6e2e2089bda}" ma:internalName="TaxCatchAll" ma:showField="CatchAllData" ma:web="7704eb4b-7b49-41f0-8d03-7eb2706c8b88">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Partagé avec dé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E82A6A5-3555-4A44-A5D6-9A2B831D9C99}">
  <ds:schemaRefs>
    <ds:schemaRef ds:uri="http://schemas.microsoft.com/office/2006/metadata/properties"/>
    <ds:schemaRef ds:uri="http://purl.org/dc/dcmitype/"/>
    <ds:schemaRef ds:uri="http://schemas.microsoft.com/office/2006/documentManagement/types"/>
    <ds:schemaRef ds:uri="7704eb4b-7b49-41f0-8d03-7eb2706c8b88"/>
    <ds:schemaRef ds:uri="http://purl.org/dc/elements/1.1/"/>
    <ds:schemaRef ds:uri="http://schemas.microsoft.com/office/infopath/2007/PartnerControls"/>
    <ds:schemaRef ds:uri="http://www.w3.org/XML/1998/namespace"/>
    <ds:schemaRef ds:uri="6d13eecd-2e28-48af-b09a-eabd145800b6"/>
    <ds:schemaRef ds:uri="http://schemas.openxmlformats.org/package/2006/metadata/core-properties"/>
    <ds:schemaRef ds:uri="http://purl.org/dc/terms/"/>
  </ds:schemaRefs>
</ds:datastoreItem>
</file>

<file path=customXml/itemProps2.xml><?xml version="1.0" encoding="utf-8"?>
<ds:datastoreItem xmlns:ds="http://schemas.openxmlformats.org/officeDocument/2006/customXml" ds:itemID="{BEFA218E-6FCD-4D4D-BFE1-A86DC6AF184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d13eecd-2e28-48af-b09a-eabd145800b6"/>
    <ds:schemaRef ds:uri="7704eb4b-7b49-41f0-8d03-7eb2706c8b8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C01069B-F8A4-4E57-8EF1-B6D8C1D287CA}">
  <ds:schemaRefs>
    <ds:schemaRef ds:uri="http://schemas.microsoft.com/sharepoint/v3/contenttype/forms"/>
  </ds:schemaRefs>
</ds:datastoreItem>
</file>

<file path=docMetadata/LabelInfo.xml><?xml version="1.0" encoding="utf-8"?>
<clbl:labelList xmlns:clbl="http://schemas.microsoft.com/office/2020/mipLabelMetadata">
  <clbl:label id="{b9e9ed43-edf4-4755-925b-76f18f50dbe7}" enabled="0" method="" siteId="{b9e9ed43-edf4-4755-925b-76f18f50dbe7}" removed="1"/>
</clbl:labelList>
</file>

<file path=docProps/app.xml><?xml version="1.0" encoding="utf-8"?>
<Properties xmlns="http://schemas.openxmlformats.org/officeDocument/2006/extended-properties" xmlns:vt="http://schemas.openxmlformats.org/officeDocument/2006/docPropsVTypes">
  <Template>Forvis Mazars_PPT Template_UK English</Template>
  <TotalTime>1261</TotalTime>
  <Words>2196</Words>
  <Application>Microsoft Office PowerPoint</Application>
  <PresentationFormat>와이드스크린</PresentationFormat>
  <Paragraphs>233</Paragraphs>
  <Slides>18</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18</vt:i4>
      </vt:variant>
    </vt:vector>
  </HeadingPairs>
  <TitlesOfParts>
    <vt:vector size="23" baseType="lpstr">
      <vt:lpstr>맑은 고딕</vt:lpstr>
      <vt:lpstr>Aptos</vt:lpstr>
      <vt:lpstr>Arial</vt:lpstr>
      <vt:lpstr>Calibri</vt:lpstr>
      <vt:lpstr>Office 테마</vt:lpstr>
      <vt:lpstr>사노피-아벤티스 코리아</vt:lpstr>
      <vt:lpstr>목차</vt:lpstr>
      <vt:lpstr>감사 일정</vt:lpstr>
      <vt:lpstr>사노피-아벤티스 코리아</vt:lpstr>
      <vt:lpstr>프로세스별 WTT 및 TOC 진행결과</vt:lpstr>
      <vt:lpstr>사노피-아벤티스 코리아</vt:lpstr>
      <vt:lpstr>사노피-아벤티스 코리아</vt:lpstr>
      <vt:lpstr>전기 기말감사 발견사항 Follow-up</vt:lpstr>
      <vt:lpstr>사노피-아벤티스 코리아</vt:lpstr>
      <vt:lpstr>사노피-아벤티스 코리아</vt:lpstr>
      <vt:lpstr>사노피-아벤티스 코리아</vt:lpstr>
      <vt:lpstr>당기 중간감사 발견사항</vt:lpstr>
      <vt:lpstr>사노피-아벤티스 코리아</vt:lpstr>
      <vt:lpstr>사노피-아벤티스 코리아</vt:lpstr>
      <vt:lpstr>사노피-아벤티스 코리아</vt:lpstr>
      <vt:lpstr>사노피-아벤티스 코리아</vt:lpstr>
      <vt:lpstr>미결사항 및 기말감사 준비사항</vt:lpstr>
      <vt:lpstr>사노피-아벤티스 코리아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Se-Hoon Han</dc:creator>
  <cp:lastModifiedBy>Se-Hoon Han</cp:lastModifiedBy>
  <cp:revision>7</cp:revision>
  <dcterms:created xsi:type="dcterms:W3CDTF">2025-10-15T06:15:58Z</dcterms:created>
  <dcterms:modified xsi:type="dcterms:W3CDTF">2026-10-23T04:11:30Z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0x01010070D6FC144151734F9C09BAEAD681CF33</vt:lpwstr>
  </property>
  <property fmtid="{D5CDD505-2E9C-101B-9397-08002B2CF9AE}" pid="3" name="MediaServiceImageTags">
    <vt:lpwstr/>
  </property>
</Properties>
</file>